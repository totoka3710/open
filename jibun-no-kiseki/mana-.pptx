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58" r:id="rId4"/>
    <p:sldId id="259" r:id="rId5"/>
    <p:sldId id="260" r:id="rId6"/>
    <p:sldId id="262" r:id="rId7"/>
    <p:sldId id="263" r:id="rId8"/>
    <p:sldId id="266" r:id="rId9"/>
    <p:sldId id="267" r:id="rId10"/>
    <p:sldId id="268" r:id="rId11"/>
    <p:sldId id="273" r:id="rId12"/>
    <p:sldId id="269" r:id="rId13"/>
    <p:sldId id="270" r:id="rId14"/>
    <p:sldId id="271" r:id="rId15"/>
    <p:sldId id="272" r:id="rId16"/>
    <p:sldId id="282" r:id="rId17"/>
    <p:sldId id="274" r:id="rId18"/>
    <p:sldId id="275" r:id="rId19"/>
    <p:sldId id="276" r:id="rId20"/>
    <p:sldId id="277" r:id="rId21"/>
    <p:sldId id="279" r:id="rId22"/>
    <p:sldId id="280" r:id="rId23"/>
    <p:sldId id="281" r:id="rId24"/>
    <p:sldId id="287" r:id="rId25"/>
    <p:sldId id="283" r:id="rId26"/>
    <p:sldId id="284" r:id="rId27"/>
    <p:sldId id="285" r:id="rId28"/>
    <p:sldId id="286" r:id="rId29"/>
    <p:sldId id="288" r:id="rId30"/>
    <p:sldId id="289" r:id="rId31"/>
    <p:sldId id="290" r:id="rId32"/>
    <p:sldId id="291" r:id="rId33"/>
    <p:sldId id="292" r:id="rId34"/>
    <p:sldId id="293" r:id="rId35"/>
    <p:sldId id="294" r:id="rId36"/>
    <p:sldId id="295" r:id="rId37"/>
    <p:sldId id="296" r:id="rId38"/>
    <p:sldId id="298" r:id="rId39"/>
    <p:sldId id="299" r:id="rId40"/>
    <p:sldId id="307" r:id="rId41"/>
    <p:sldId id="301" r:id="rId42"/>
    <p:sldId id="302" r:id="rId43"/>
    <p:sldId id="306" r:id="rId44"/>
    <p:sldId id="303" r:id="rId45"/>
    <p:sldId id="304" r:id="rId46"/>
    <p:sldId id="305" r:id="rId47"/>
    <p:sldId id="308" r:id="rId4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17CF2A-D76C-4812-8A8D-E78E9021998D}" v="790" dt="2026-01-08T11:04:10.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721" autoAdjust="0"/>
    <p:restoredTop sz="98058" autoAdjust="0"/>
  </p:normalViewPr>
  <p:slideViewPr>
    <p:cSldViewPr snapToGrid="0">
      <p:cViewPr>
        <p:scale>
          <a:sx n="125" d="100"/>
          <a:sy n="125" d="100"/>
        </p:scale>
        <p:origin x="90" y="294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oka 3710" userId="fbb77386e644ec64" providerId="LiveId" clId="{98308435-7D73-4795-B818-A5B2164A6CD2}"/>
    <pc:docChg chg="undo redo custSel addSld delSld modSld sldOrd">
      <pc:chgData name="totoka 3710" userId="fbb77386e644ec64" providerId="LiveId" clId="{98308435-7D73-4795-B818-A5B2164A6CD2}" dt="2026-01-08T11:04:10.084" v="10862"/>
      <pc:docMkLst>
        <pc:docMk/>
      </pc:docMkLst>
      <pc:sldChg chg="addSp modSp mod">
        <pc:chgData name="totoka 3710" userId="fbb77386e644ec64" providerId="LiveId" clId="{98308435-7D73-4795-B818-A5B2164A6CD2}" dt="2026-01-08T06:45:23.474" v="1024" actId="1038"/>
        <pc:sldMkLst>
          <pc:docMk/>
          <pc:sldMk cId="1935592584" sldId="256"/>
        </pc:sldMkLst>
        <pc:spChg chg="add mod">
          <ac:chgData name="totoka 3710" userId="fbb77386e644ec64" providerId="LiveId" clId="{98308435-7D73-4795-B818-A5B2164A6CD2}" dt="2026-01-08T06:45:23.474" v="1024" actId="1038"/>
          <ac:spMkLst>
            <pc:docMk/>
            <pc:sldMk cId="1935592584" sldId="256"/>
            <ac:spMk id="7" creationId="{657B2314-13C7-A99D-F0BC-558AFEA56E7D}"/>
          </ac:spMkLst>
        </pc:spChg>
        <pc:spChg chg="add mod">
          <ac:chgData name="totoka 3710" userId="fbb77386e644ec64" providerId="LiveId" clId="{98308435-7D73-4795-B818-A5B2164A6CD2}" dt="2026-01-08T06:45:23.474" v="1024" actId="1038"/>
          <ac:spMkLst>
            <pc:docMk/>
            <pc:sldMk cId="1935592584" sldId="256"/>
            <ac:spMk id="8" creationId="{22FB2CC6-60EE-FEA8-36E2-2CE191694D11}"/>
          </ac:spMkLst>
        </pc:spChg>
        <pc:spChg chg="add mod">
          <ac:chgData name="totoka 3710" userId="fbb77386e644ec64" providerId="LiveId" clId="{98308435-7D73-4795-B818-A5B2164A6CD2}" dt="2026-01-08T06:45:23.474" v="1024" actId="1038"/>
          <ac:spMkLst>
            <pc:docMk/>
            <pc:sldMk cId="1935592584" sldId="256"/>
            <ac:spMk id="9" creationId="{88DB5736-7E70-33D4-3EAE-E389900ABC05}"/>
          </ac:spMkLst>
        </pc:spChg>
        <pc:spChg chg="add mod">
          <ac:chgData name="totoka 3710" userId="fbb77386e644ec64" providerId="LiveId" clId="{98308435-7D73-4795-B818-A5B2164A6CD2}" dt="2026-01-08T06:45:23.474" v="1024" actId="1038"/>
          <ac:spMkLst>
            <pc:docMk/>
            <pc:sldMk cId="1935592584" sldId="256"/>
            <ac:spMk id="10" creationId="{0EA29BC1-5176-7769-86FC-FCB42EAA6C93}"/>
          </ac:spMkLst>
        </pc:spChg>
      </pc:sldChg>
      <pc:sldChg chg="addSp delSp modSp mod modTransition">
        <pc:chgData name="totoka 3710" userId="fbb77386e644ec64" providerId="LiveId" clId="{98308435-7D73-4795-B818-A5B2164A6CD2}" dt="2026-01-08T06:46:07.227" v="1046"/>
        <pc:sldMkLst>
          <pc:docMk/>
          <pc:sldMk cId="253141371" sldId="257"/>
        </pc:sldMkLst>
        <pc:spChg chg="mod">
          <ac:chgData name="totoka 3710" userId="fbb77386e644ec64" providerId="LiveId" clId="{98308435-7D73-4795-B818-A5B2164A6CD2}" dt="2026-01-08T06:37:57.235" v="396" actId="1038"/>
          <ac:spMkLst>
            <pc:docMk/>
            <pc:sldMk cId="253141371" sldId="257"/>
            <ac:spMk id="2" creationId="{363A0DE3-CA93-F422-67CA-51B6294F3F88}"/>
          </ac:spMkLst>
        </pc:spChg>
        <pc:spChg chg="mod">
          <ac:chgData name="totoka 3710" userId="fbb77386e644ec64" providerId="LiveId" clId="{98308435-7D73-4795-B818-A5B2164A6CD2}" dt="2026-01-08T06:37:57.235" v="396" actId="1038"/>
          <ac:spMkLst>
            <pc:docMk/>
            <pc:sldMk cId="253141371" sldId="257"/>
            <ac:spMk id="3" creationId="{FE1B2EC8-4F5D-BC70-203C-91D5A0843618}"/>
          </ac:spMkLst>
        </pc:spChg>
        <pc:spChg chg="mod">
          <ac:chgData name="totoka 3710" userId="fbb77386e644ec64" providerId="LiveId" clId="{98308435-7D73-4795-B818-A5B2164A6CD2}" dt="2026-01-08T06:37:57.235" v="396" actId="1038"/>
          <ac:spMkLst>
            <pc:docMk/>
            <pc:sldMk cId="253141371" sldId="257"/>
            <ac:spMk id="5" creationId="{49170571-5E46-6B0F-2AE2-7DDD69E33FD8}"/>
          </ac:spMkLst>
        </pc:spChg>
        <pc:spChg chg="mod">
          <ac:chgData name="totoka 3710" userId="fbb77386e644ec64" providerId="LiveId" clId="{98308435-7D73-4795-B818-A5B2164A6CD2}" dt="2026-01-08T06:37:57.235" v="396" actId="1038"/>
          <ac:spMkLst>
            <pc:docMk/>
            <pc:sldMk cId="253141371" sldId="257"/>
            <ac:spMk id="7" creationId="{AC2FE339-996A-19FB-4FE0-821A7B0855AD}"/>
          </ac:spMkLst>
        </pc:spChg>
        <pc:spChg chg="add del">
          <ac:chgData name="totoka 3710" userId="fbb77386e644ec64" providerId="LiveId" clId="{98308435-7D73-4795-B818-A5B2164A6CD2}" dt="2026-01-08T06:35:28.349" v="13" actId="11529"/>
          <ac:spMkLst>
            <pc:docMk/>
            <pc:sldMk cId="253141371" sldId="257"/>
            <ac:spMk id="8" creationId="{7DA739A8-9999-36FF-884E-98B61E215C63}"/>
          </ac:spMkLst>
        </pc:spChg>
        <pc:spChg chg="add mod">
          <ac:chgData name="totoka 3710" userId="fbb77386e644ec64" providerId="LiveId" clId="{98308435-7D73-4795-B818-A5B2164A6CD2}" dt="2026-01-08T06:38:35.413" v="453" actId="1036"/>
          <ac:spMkLst>
            <pc:docMk/>
            <pc:sldMk cId="253141371" sldId="257"/>
            <ac:spMk id="9" creationId="{89E0CD45-B50F-04FB-9FEB-1BF1831FBAFD}"/>
          </ac:spMkLst>
        </pc:spChg>
      </pc:sldChg>
      <pc:sldChg chg="addSp delSp del mod">
        <pc:chgData name="totoka 3710" userId="fbb77386e644ec64" providerId="LiveId" clId="{98308435-7D73-4795-B818-A5B2164A6CD2}" dt="2026-01-08T06:38:15.117" v="397" actId="47"/>
        <pc:sldMkLst>
          <pc:docMk/>
          <pc:sldMk cId="258449881" sldId="258"/>
        </pc:sldMkLst>
        <pc:spChg chg="add del">
          <ac:chgData name="totoka 3710" userId="fbb77386e644ec64" providerId="LiveId" clId="{98308435-7D73-4795-B818-A5B2164A6CD2}" dt="2026-01-08T06:34:30.322" v="3" actId="478"/>
          <ac:spMkLst>
            <pc:docMk/>
            <pc:sldMk cId="258449881" sldId="258"/>
            <ac:spMk id="3" creationId="{0046C830-3DA3-A735-C0C3-AC1FAAD6522B}"/>
          </ac:spMkLst>
        </pc:spChg>
        <pc:spChg chg="del">
          <ac:chgData name="totoka 3710" userId="fbb77386e644ec64" providerId="LiveId" clId="{98308435-7D73-4795-B818-A5B2164A6CD2}" dt="2026-01-08T06:34:23.813" v="0" actId="478"/>
          <ac:spMkLst>
            <pc:docMk/>
            <pc:sldMk cId="258449881" sldId="258"/>
            <ac:spMk id="4" creationId="{A6F09BD0-6462-EC2A-914C-04CD3A518F88}"/>
          </ac:spMkLst>
        </pc:spChg>
        <pc:spChg chg="add del">
          <ac:chgData name="totoka 3710" userId="fbb77386e644ec64" providerId="LiveId" clId="{98308435-7D73-4795-B818-A5B2164A6CD2}" dt="2026-01-08T06:35:15.247" v="11" actId="478"/>
          <ac:spMkLst>
            <pc:docMk/>
            <pc:sldMk cId="258449881" sldId="258"/>
            <ac:spMk id="6" creationId="{263F2417-969D-8F4D-FF4F-5C35E3B47645}"/>
          </ac:spMkLst>
        </pc:spChg>
      </pc:sldChg>
      <pc:sldChg chg="delSp add mod modTransition">
        <pc:chgData name="totoka 3710" userId="fbb77386e644ec64" providerId="LiveId" clId="{98308435-7D73-4795-B818-A5B2164A6CD2}" dt="2026-01-08T06:46:33.224" v="1052"/>
        <pc:sldMkLst>
          <pc:docMk/>
          <pc:sldMk cId="897436205" sldId="258"/>
        </pc:sldMkLst>
        <pc:spChg chg="del">
          <ac:chgData name="totoka 3710" userId="fbb77386e644ec64" providerId="LiveId" clId="{98308435-7D73-4795-B818-A5B2164A6CD2}" dt="2026-01-08T06:38:43.081" v="454" actId="478"/>
          <ac:spMkLst>
            <pc:docMk/>
            <pc:sldMk cId="897436205" sldId="258"/>
            <ac:spMk id="4" creationId="{E0D25D1A-9DBF-1112-2CBA-B61E6AA55B07}"/>
          </ac:spMkLst>
        </pc:spChg>
        <pc:spChg chg="del">
          <ac:chgData name="totoka 3710" userId="fbb77386e644ec64" providerId="LiveId" clId="{98308435-7D73-4795-B818-A5B2164A6CD2}" dt="2026-01-08T06:38:45.097" v="455" actId="478"/>
          <ac:spMkLst>
            <pc:docMk/>
            <pc:sldMk cId="897436205" sldId="258"/>
            <ac:spMk id="6" creationId="{8CD23400-99DB-F84C-EA96-0C3F853949BF}"/>
          </ac:spMkLst>
        </pc:spChg>
      </pc:sldChg>
      <pc:sldChg chg="modSp add mod modTransition">
        <pc:chgData name="totoka 3710" userId="fbb77386e644ec64" providerId="LiveId" clId="{98308435-7D73-4795-B818-A5B2164A6CD2}" dt="2026-01-08T06:48:14.967" v="1064" actId="1076"/>
        <pc:sldMkLst>
          <pc:docMk/>
          <pc:sldMk cId="1051779287" sldId="259"/>
        </pc:sldMkLst>
        <pc:spChg chg="mod">
          <ac:chgData name="totoka 3710" userId="fbb77386e644ec64" providerId="LiveId" clId="{98308435-7D73-4795-B818-A5B2164A6CD2}" dt="2026-01-08T06:48:14.967" v="1064" actId="1076"/>
          <ac:spMkLst>
            <pc:docMk/>
            <pc:sldMk cId="1051779287" sldId="259"/>
            <ac:spMk id="2" creationId="{F9A408E5-95FB-8F0C-D164-ACAFA224003F}"/>
          </ac:spMkLst>
        </pc:spChg>
        <pc:spChg chg="mod">
          <ac:chgData name="totoka 3710" userId="fbb77386e644ec64" providerId="LiveId" clId="{98308435-7D73-4795-B818-A5B2164A6CD2}" dt="2026-01-08T06:47:09.755" v="1054" actId="1076"/>
          <ac:spMkLst>
            <pc:docMk/>
            <pc:sldMk cId="1051779287" sldId="259"/>
            <ac:spMk id="3" creationId="{6DC7E4DA-EE68-8842-8E23-EEC3E672D425}"/>
          </ac:spMkLst>
        </pc:spChg>
        <pc:spChg chg="mod">
          <ac:chgData name="totoka 3710" userId="fbb77386e644ec64" providerId="LiveId" clId="{98308435-7D73-4795-B818-A5B2164A6CD2}" dt="2026-01-08T06:47:14.595" v="1055" actId="1076"/>
          <ac:spMkLst>
            <pc:docMk/>
            <pc:sldMk cId="1051779287" sldId="259"/>
            <ac:spMk id="5" creationId="{0F28FF23-1B37-C986-AD60-6FADD4486F69}"/>
          </ac:spMkLst>
        </pc:spChg>
        <pc:spChg chg="mod">
          <ac:chgData name="totoka 3710" userId="fbb77386e644ec64" providerId="LiveId" clId="{98308435-7D73-4795-B818-A5B2164A6CD2}" dt="2026-01-08T06:40:37.251" v="582" actId="1076"/>
          <ac:spMkLst>
            <pc:docMk/>
            <pc:sldMk cId="1051779287" sldId="259"/>
            <ac:spMk id="7" creationId="{38009FC2-1E1A-4D2C-CB8C-1AF0804E6CE4}"/>
          </ac:spMkLst>
        </pc:spChg>
        <pc:spChg chg="mod">
          <ac:chgData name="totoka 3710" userId="fbb77386e644ec64" providerId="LiveId" clId="{98308435-7D73-4795-B818-A5B2164A6CD2}" dt="2026-01-08T06:48:14.967" v="1064" actId="1076"/>
          <ac:spMkLst>
            <pc:docMk/>
            <pc:sldMk cId="1051779287" sldId="259"/>
            <ac:spMk id="9" creationId="{9AF6BE4E-FB4E-7C4C-A6D8-38EC49E10F91}"/>
          </ac:spMkLst>
        </pc:spChg>
      </pc:sldChg>
      <pc:sldChg chg="addSp delSp modSp add mod modTransition">
        <pc:chgData name="totoka 3710" userId="fbb77386e644ec64" providerId="LiveId" clId="{98308435-7D73-4795-B818-A5B2164A6CD2}" dt="2026-01-08T06:56:54.410" v="1243"/>
        <pc:sldMkLst>
          <pc:docMk/>
          <pc:sldMk cId="74403146" sldId="260"/>
        </pc:sldMkLst>
        <pc:spChg chg="mod">
          <ac:chgData name="totoka 3710" userId="fbb77386e644ec64" providerId="LiveId" clId="{98308435-7D73-4795-B818-A5B2164A6CD2}" dt="2026-01-08T06:44:09.295" v="647" actId="1076"/>
          <ac:spMkLst>
            <pc:docMk/>
            <pc:sldMk cId="74403146" sldId="260"/>
            <ac:spMk id="2" creationId="{5D589C3A-95BC-15A0-E555-1B0D17CC9946}"/>
          </ac:spMkLst>
        </pc:spChg>
        <pc:spChg chg="mod">
          <ac:chgData name="totoka 3710" userId="fbb77386e644ec64" providerId="LiveId" clId="{98308435-7D73-4795-B818-A5B2164A6CD2}" dt="2026-01-08T06:44:41.852" v="759" actId="1035"/>
          <ac:spMkLst>
            <pc:docMk/>
            <pc:sldMk cId="74403146" sldId="260"/>
            <ac:spMk id="3" creationId="{F2336635-2993-FA49-D7A3-6B240985C343}"/>
          </ac:spMkLst>
        </pc:spChg>
        <pc:spChg chg="add del mod">
          <ac:chgData name="totoka 3710" userId="fbb77386e644ec64" providerId="LiveId" clId="{98308435-7D73-4795-B818-A5B2164A6CD2}" dt="2026-01-08T06:56:38.342" v="1240" actId="478"/>
          <ac:spMkLst>
            <pc:docMk/>
            <pc:sldMk cId="74403146" sldId="260"/>
            <ac:spMk id="4" creationId="{BA8E9541-6871-BD5B-9DAE-AAB90E6FD764}"/>
          </ac:spMkLst>
        </pc:spChg>
        <pc:spChg chg="mod">
          <ac:chgData name="totoka 3710" userId="fbb77386e644ec64" providerId="LiveId" clId="{98308435-7D73-4795-B818-A5B2164A6CD2}" dt="2026-01-08T06:44:41.852" v="759" actId="1035"/>
          <ac:spMkLst>
            <pc:docMk/>
            <pc:sldMk cId="74403146" sldId="260"/>
            <ac:spMk id="5" creationId="{38A25FF1-0E28-693E-A5AC-DF3F2F78A6F2}"/>
          </ac:spMkLst>
        </pc:spChg>
        <pc:spChg chg="add del mod">
          <ac:chgData name="totoka 3710" userId="fbb77386e644ec64" providerId="LiveId" clId="{98308435-7D73-4795-B818-A5B2164A6CD2}" dt="2026-01-08T06:56:43.691" v="1241" actId="478"/>
          <ac:spMkLst>
            <pc:docMk/>
            <pc:sldMk cId="74403146" sldId="260"/>
            <ac:spMk id="6" creationId="{90CF1160-696A-6349-2551-740CD7AD35AD}"/>
          </ac:spMkLst>
        </pc:spChg>
        <pc:spChg chg="mod">
          <ac:chgData name="totoka 3710" userId="fbb77386e644ec64" providerId="LiveId" clId="{98308435-7D73-4795-B818-A5B2164A6CD2}" dt="2026-01-08T06:44:41.852" v="759" actId="1035"/>
          <ac:spMkLst>
            <pc:docMk/>
            <pc:sldMk cId="74403146" sldId="260"/>
            <ac:spMk id="7" creationId="{2650C6B9-3890-A724-86BF-D23D85494D53}"/>
          </ac:spMkLst>
        </pc:spChg>
        <pc:spChg chg="mod">
          <ac:chgData name="totoka 3710" userId="fbb77386e644ec64" providerId="LiveId" clId="{98308435-7D73-4795-B818-A5B2164A6CD2}" dt="2026-01-08T06:44:29.297" v="652" actId="1582"/>
          <ac:spMkLst>
            <pc:docMk/>
            <pc:sldMk cId="74403146" sldId="260"/>
            <ac:spMk id="9" creationId="{9F67E878-DFFF-B21D-B02B-0CFE162D4D3A}"/>
          </ac:spMkLst>
        </pc:spChg>
      </pc:sldChg>
      <pc:sldChg chg="addSp delSp modSp add del mod">
        <pc:chgData name="totoka 3710" userId="fbb77386e644ec64" providerId="LiveId" clId="{98308435-7D73-4795-B818-A5B2164A6CD2}" dt="2026-01-08T07:48:23.994" v="5691" actId="47"/>
        <pc:sldMkLst>
          <pc:docMk/>
          <pc:sldMk cId="3802684681" sldId="261"/>
        </pc:sldMkLst>
        <pc:spChg chg="del">
          <ac:chgData name="totoka 3710" userId="fbb77386e644ec64" providerId="LiveId" clId="{98308435-7D73-4795-B818-A5B2164A6CD2}" dt="2026-01-08T06:57:21.976" v="1250" actId="478"/>
          <ac:spMkLst>
            <pc:docMk/>
            <pc:sldMk cId="3802684681" sldId="261"/>
            <ac:spMk id="3" creationId="{EB24276A-2C42-95CA-6656-FA9E17B25FB1}"/>
          </ac:spMkLst>
        </pc:spChg>
        <pc:spChg chg="mod">
          <ac:chgData name="totoka 3710" userId="fbb77386e644ec64" providerId="LiveId" clId="{98308435-7D73-4795-B818-A5B2164A6CD2}" dt="2026-01-08T07:11:05.867" v="2050" actId="1076"/>
          <ac:spMkLst>
            <pc:docMk/>
            <pc:sldMk cId="3802684681" sldId="261"/>
            <ac:spMk id="4" creationId="{2F146381-499F-5A2D-2224-EB4B00DC916F}"/>
          </ac:spMkLst>
        </pc:spChg>
        <pc:spChg chg="del">
          <ac:chgData name="totoka 3710" userId="fbb77386e644ec64" providerId="LiveId" clId="{98308435-7D73-4795-B818-A5B2164A6CD2}" dt="2026-01-08T06:57:18.052" v="1249" actId="478"/>
          <ac:spMkLst>
            <pc:docMk/>
            <pc:sldMk cId="3802684681" sldId="261"/>
            <ac:spMk id="5" creationId="{C6E9C400-4F88-BE86-222F-07AE5C86F13F}"/>
          </ac:spMkLst>
        </pc:spChg>
        <pc:spChg chg="add del mod">
          <ac:chgData name="totoka 3710" userId="fbb77386e644ec64" providerId="LiveId" clId="{98308435-7D73-4795-B818-A5B2164A6CD2}" dt="2026-01-08T07:06:24.115" v="1736" actId="478"/>
          <ac:spMkLst>
            <pc:docMk/>
            <pc:sldMk cId="3802684681" sldId="261"/>
            <ac:spMk id="6" creationId="{5C4ED6D1-8BDA-18CA-DB0A-C0F62C3C779A}"/>
          </ac:spMkLst>
        </pc:spChg>
        <pc:spChg chg="del">
          <ac:chgData name="totoka 3710" userId="fbb77386e644ec64" providerId="LiveId" clId="{98308435-7D73-4795-B818-A5B2164A6CD2}" dt="2026-01-08T06:57:18.052" v="1249" actId="478"/>
          <ac:spMkLst>
            <pc:docMk/>
            <pc:sldMk cId="3802684681" sldId="261"/>
            <ac:spMk id="7" creationId="{8774850B-C38A-5854-4327-1C00A02B828F}"/>
          </ac:spMkLst>
        </pc:spChg>
        <pc:spChg chg="add del mod">
          <ac:chgData name="totoka 3710" userId="fbb77386e644ec64" providerId="LiveId" clId="{98308435-7D73-4795-B818-A5B2164A6CD2}" dt="2026-01-08T07:06:24.261" v="1737" actId="478"/>
          <ac:spMkLst>
            <pc:docMk/>
            <pc:sldMk cId="3802684681" sldId="261"/>
            <ac:spMk id="8" creationId="{E44A6969-EA6C-B070-A630-B3E0ECB5A988}"/>
          </ac:spMkLst>
        </pc:spChg>
        <pc:spChg chg="add del mod">
          <ac:chgData name="totoka 3710" userId="fbb77386e644ec64" providerId="LiveId" clId="{98308435-7D73-4795-B818-A5B2164A6CD2}" dt="2026-01-08T07:06:24.376" v="1738" actId="478"/>
          <ac:spMkLst>
            <pc:docMk/>
            <pc:sldMk cId="3802684681" sldId="261"/>
            <ac:spMk id="10" creationId="{B810F175-28BA-CD3C-A0D2-5E54316974F8}"/>
          </ac:spMkLst>
        </pc:spChg>
        <pc:spChg chg="add del mod">
          <ac:chgData name="totoka 3710" userId="fbb77386e644ec64" providerId="LiveId" clId="{98308435-7D73-4795-B818-A5B2164A6CD2}" dt="2026-01-08T07:06:21.595" v="1728" actId="478"/>
          <ac:spMkLst>
            <pc:docMk/>
            <pc:sldMk cId="3802684681" sldId="261"/>
            <ac:spMk id="12" creationId="{4A4A9E86-AAB8-98F6-8B5C-077EEB9E8BC4}"/>
          </ac:spMkLst>
        </pc:spChg>
        <pc:spChg chg="add del mod">
          <ac:chgData name="totoka 3710" userId="fbb77386e644ec64" providerId="LiveId" clId="{98308435-7D73-4795-B818-A5B2164A6CD2}" dt="2026-01-08T07:06:22.129" v="1732" actId="21"/>
          <ac:spMkLst>
            <pc:docMk/>
            <pc:sldMk cId="3802684681" sldId="261"/>
            <ac:spMk id="13" creationId="{A13831AA-A873-43D4-AE90-8A94D05905E6}"/>
          </ac:spMkLst>
        </pc:spChg>
        <pc:spChg chg="mod">
          <ac:chgData name="totoka 3710" userId="fbb77386e644ec64" providerId="LiveId" clId="{98308435-7D73-4795-B818-A5B2164A6CD2}" dt="2026-01-08T07:06:21.312" v="1727" actId="2711"/>
          <ac:spMkLst>
            <pc:docMk/>
            <pc:sldMk cId="3802684681" sldId="261"/>
            <ac:spMk id="15" creationId="{8763EE92-52AA-C07E-1FF6-27B6F3F4F4A0}"/>
          </ac:spMkLst>
        </pc:spChg>
        <pc:spChg chg="mod">
          <ac:chgData name="totoka 3710" userId="fbb77386e644ec64" providerId="LiveId" clId="{98308435-7D73-4795-B818-A5B2164A6CD2}" dt="2026-01-08T07:06:21.312" v="1727" actId="2711"/>
          <ac:spMkLst>
            <pc:docMk/>
            <pc:sldMk cId="3802684681" sldId="261"/>
            <ac:spMk id="16" creationId="{38C3DFC8-F99E-C2A1-3C9A-60A33365AC40}"/>
          </ac:spMkLst>
        </pc:spChg>
        <pc:spChg chg="mod">
          <ac:chgData name="totoka 3710" userId="fbb77386e644ec64" providerId="LiveId" clId="{98308435-7D73-4795-B818-A5B2164A6CD2}" dt="2026-01-08T07:06:21.312" v="1727" actId="2711"/>
          <ac:spMkLst>
            <pc:docMk/>
            <pc:sldMk cId="3802684681" sldId="261"/>
            <ac:spMk id="17" creationId="{3785DE4F-53EE-676E-3602-F2B365EDAB96}"/>
          </ac:spMkLst>
        </pc:spChg>
        <pc:spChg chg="mod">
          <ac:chgData name="totoka 3710" userId="fbb77386e644ec64" providerId="LiveId" clId="{98308435-7D73-4795-B818-A5B2164A6CD2}" dt="2026-01-08T07:06:21.312" v="1727" actId="2711"/>
          <ac:spMkLst>
            <pc:docMk/>
            <pc:sldMk cId="3802684681" sldId="261"/>
            <ac:spMk id="18" creationId="{FDB784FE-920E-23F5-3C82-39C12BF0AD62}"/>
          </ac:spMkLst>
        </pc:spChg>
        <pc:spChg chg="mod">
          <ac:chgData name="totoka 3710" userId="fbb77386e644ec64" providerId="LiveId" clId="{98308435-7D73-4795-B818-A5B2164A6CD2}" dt="2026-01-08T07:06:21.312" v="1727" actId="2711"/>
          <ac:spMkLst>
            <pc:docMk/>
            <pc:sldMk cId="3802684681" sldId="261"/>
            <ac:spMk id="19" creationId="{951EFA19-75B5-CD98-3AF8-E1F66D49276E}"/>
          </ac:spMkLst>
        </pc:spChg>
        <pc:spChg chg="add mod">
          <ac:chgData name="totoka 3710" userId="fbb77386e644ec64" providerId="LiveId" clId="{98308435-7D73-4795-B818-A5B2164A6CD2}" dt="2026-01-08T07:06:21.312" v="1727" actId="2711"/>
          <ac:spMkLst>
            <pc:docMk/>
            <pc:sldMk cId="3802684681" sldId="261"/>
            <ac:spMk id="20" creationId="{A13831AA-A873-43D4-AE90-8A94D05905E6}"/>
          </ac:spMkLst>
        </pc:spChg>
        <pc:spChg chg="add mod">
          <ac:chgData name="totoka 3710" userId="fbb77386e644ec64" providerId="LiveId" clId="{98308435-7D73-4795-B818-A5B2164A6CD2}" dt="2026-01-08T07:11:19.743" v="2052" actId="1076"/>
          <ac:spMkLst>
            <pc:docMk/>
            <pc:sldMk cId="3802684681" sldId="261"/>
            <ac:spMk id="21" creationId="{47D2A4A8-55D7-3F50-ACB4-FD0674D683D3}"/>
          </ac:spMkLst>
        </pc:spChg>
        <pc:spChg chg="add del mod">
          <ac:chgData name="totoka 3710" userId="fbb77386e644ec64" providerId="LiveId" clId="{98308435-7D73-4795-B818-A5B2164A6CD2}" dt="2026-01-08T07:09:12.417" v="1811" actId="478"/>
          <ac:spMkLst>
            <pc:docMk/>
            <pc:sldMk cId="3802684681" sldId="261"/>
            <ac:spMk id="22" creationId="{F8B5F039-8160-B629-DDC7-5498BDC46041}"/>
          </ac:spMkLst>
        </pc:spChg>
        <pc:spChg chg="add mod">
          <ac:chgData name="totoka 3710" userId="fbb77386e644ec64" providerId="LiveId" clId="{98308435-7D73-4795-B818-A5B2164A6CD2}" dt="2026-01-08T07:17:42.452" v="2912" actId="1037"/>
          <ac:spMkLst>
            <pc:docMk/>
            <pc:sldMk cId="3802684681" sldId="261"/>
            <ac:spMk id="23" creationId="{9FFA0BFB-C681-EA55-4CE0-03AF10FF1A48}"/>
          </ac:spMkLst>
        </pc:spChg>
        <pc:spChg chg="add mod">
          <ac:chgData name="totoka 3710" userId="fbb77386e644ec64" providerId="LiveId" clId="{98308435-7D73-4795-B818-A5B2164A6CD2}" dt="2026-01-08T07:20:30.443" v="3291" actId="14100"/>
          <ac:spMkLst>
            <pc:docMk/>
            <pc:sldMk cId="3802684681" sldId="261"/>
            <ac:spMk id="24" creationId="{68DC3836-12F5-4BDF-10BC-5DF6726C6D89}"/>
          </ac:spMkLst>
        </pc:spChg>
        <pc:spChg chg="add mod">
          <ac:chgData name="totoka 3710" userId="fbb77386e644ec64" providerId="LiveId" clId="{98308435-7D73-4795-B818-A5B2164A6CD2}" dt="2026-01-08T07:17:51.901" v="2939" actId="1037"/>
          <ac:spMkLst>
            <pc:docMk/>
            <pc:sldMk cId="3802684681" sldId="261"/>
            <ac:spMk id="25" creationId="{C191D9A5-71B9-B00D-482B-56BF80711841}"/>
          </ac:spMkLst>
        </pc:spChg>
        <pc:spChg chg="add mod">
          <ac:chgData name="totoka 3710" userId="fbb77386e644ec64" providerId="LiveId" clId="{98308435-7D73-4795-B818-A5B2164A6CD2}" dt="2026-01-08T07:23:13.347" v="3463" actId="207"/>
          <ac:spMkLst>
            <pc:docMk/>
            <pc:sldMk cId="3802684681" sldId="261"/>
            <ac:spMk id="26" creationId="{7B15CB9A-B864-7168-BAC1-7B7333F9C981}"/>
          </ac:spMkLst>
        </pc:spChg>
        <pc:spChg chg="add mod">
          <ac:chgData name="totoka 3710" userId="fbb77386e644ec64" providerId="LiveId" clId="{98308435-7D73-4795-B818-A5B2164A6CD2}" dt="2026-01-08T07:23:58.873" v="3494" actId="207"/>
          <ac:spMkLst>
            <pc:docMk/>
            <pc:sldMk cId="3802684681" sldId="261"/>
            <ac:spMk id="27" creationId="{50156FFD-27E4-CBF7-1570-BB91C959F9F5}"/>
          </ac:spMkLst>
        </pc:spChg>
        <pc:spChg chg="add mod">
          <ac:chgData name="totoka 3710" userId="fbb77386e644ec64" providerId="LiveId" clId="{98308435-7D73-4795-B818-A5B2164A6CD2}" dt="2026-01-08T07:28:37.110" v="4079" actId="13926"/>
          <ac:spMkLst>
            <pc:docMk/>
            <pc:sldMk cId="3802684681" sldId="261"/>
            <ac:spMk id="28" creationId="{B74CF63B-04F2-F40F-2CDF-5E7EF638CAEB}"/>
          </ac:spMkLst>
        </pc:spChg>
        <pc:spChg chg="add mod">
          <ac:chgData name="totoka 3710" userId="fbb77386e644ec64" providerId="LiveId" clId="{98308435-7D73-4795-B818-A5B2164A6CD2}" dt="2026-01-08T07:33:07.526" v="4768" actId="207"/>
          <ac:spMkLst>
            <pc:docMk/>
            <pc:sldMk cId="3802684681" sldId="261"/>
            <ac:spMk id="29" creationId="{2B35E5FB-AA6B-7FDC-5D7B-2EFCCD21565F}"/>
          </ac:spMkLst>
        </pc:spChg>
        <pc:spChg chg="add mod">
          <ac:chgData name="totoka 3710" userId="fbb77386e644ec64" providerId="LiveId" clId="{98308435-7D73-4795-B818-A5B2164A6CD2}" dt="2026-01-08T07:34:39.055" v="4778" actId="207"/>
          <ac:spMkLst>
            <pc:docMk/>
            <pc:sldMk cId="3802684681" sldId="261"/>
            <ac:spMk id="30" creationId="{9BA4C0C0-2900-D1AF-6328-DF4C2AD7BF0B}"/>
          </ac:spMkLst>
        </pc:spChg>
        <pc:grpChg chg="add del mod">
          <ac:chgData name="totoka 3710" userId="fbb77386e644ec64" providerId="LiveId" clId="{98308435-7D73-4795-B818-A5B2164A6CD2}" dt="2026-01-08T07:05:35.724" v="1721" actId="21"/>
          <ac:grpSpMkLst>
            <pc:docMk/>
            <pc:sldMk cId="3802684681" sldId="261"/>
            <ac:grpSpMk id="14" creationId="{D49CF1C4-ABAC-9945-AB57-254AF7987269}"/>
          </ac:grpSpMkLst>
        </pc:grpChg>
        <pc:graphicFrameChg chg="add del mod">
          <ac:chgData name="totoka 3710" userId="fbb77386e644ec64" providerId="LiveId" clId="{98308435-7D73-4795-B818-A5B2164A6CD2}" dt="2026-01-08T07:06:21.738" v="1729" actId="478"/>
          <ac:graphicFrameMkLst>
            <pc:docMk/>
            <pc:sldMk cId="3802684681" sldId="261"/>
            <ac:graphicFrameMk id="11" creationId="{02AA3702-902C-79CC-F999-35A0883A700D}"/>
          </ac:graphicFrameMkLst>
        </pc:graphicFrameChg>
      </pc:sldChg>
      <pc:sldChg chg="addSp delSp modSp add mod modTransition">
        <pc:chgData name="totoka 3710" userId="fbb77386e644ec64" providerId="LiveId" clId="{98308435-7D73-4795-B818-A5B2164A6CD2}" dt="2026-01-08T09:48:58.101" v="8672"/>
        <pc:sldMkLst>
          <pc:docMk/>
          <pc:sldMk cId="958880536" sldId="262"/>
        </pc:sldMkLst>
        <pc:spChg chg="mod">
          <ac:chgData name="totoka 3710" userId="fbb77386e644ec64" providerId="LiveId" clId="{98308435-7D73-4795-B818-A5B2164A6CD2}" dt="2026-01-08T07:35:27.342" v="4785" actId="1076"/>
          <ac:spMkLst>
            <pc:docMk/>
            <pc:sldMk cId="958880536" sldId="262"/>
            <ac:spMk id="4" creationId="{65107617-E693-8186-B4D5-08CBEF23D1D3}"/>
          </ac:spMkLst>
        </pc:spChg>
        <pc:spChg chg="del">
          <ac:chgData name="totoka 3710" userId="fbb77386e644ec64" providerId="LiveId" clId="{98308435-7D73-4795-B818-A5B2164A6CD2}" dt="2026-01-08T07:41:32.037" v="5190" actId="478"/>
          <ac:spMkLst>
            <pc:docMk/>
            <pc:sldMk cId="958880536" sldId="262"/>
            <ac:spMk id="21" creationId="{01373F9D-10AF-4768-6E82-D32333688638}"/>
          </ac:spMkLst>
        </pc:spChg>
        <pc:spChg chg="mod">
          <ac:chgData name="totoka 3710" userId="fbb77386e644ec64" providerId="LiveId" clId="{98308435-7D73-4795-B818-A5B2164A6CD2}" dt="2026-01-08T07:35:38.784" v="4787" actId="1076"/>
          <ac:spMkLst>
            <pc:docMk/>
            <pc:sldMk cId="958880536" sldId="262"/>
            <ac:spMk id="23" creationId="{F3D9D04D-BA33-4632-EBCB-F768395D7120}"/>
          </ac:spMkLst>
        </pc:spChg>
        <pc:spChg chg="mod">
          <ac:chgData name="totoka 3710" userId="fbb77386e644ec64" providerId="LiveId" clId="{98308435-7D73-4795-B818-A5B2164A6CD2}" dt="2026-01-08T08:04:12.910" v="5858" actId="20577"/>
          <ac:spMkLst>
            <pc:docMk/>
            <pc:sldMk cId="958880536" sldId="262"/>
            <ac:spMk id="24" creationId="{6475A07A-9117-D3F3-18B9-369F4336E473}"/>
          </ac:spMkLst>
        </pc:spChg>
        <pc:spChg chg="mod">
          <ac:chgData name="totoka 3710" userId="fbb77386e644ec64" providerId="LiveId" clId="{98308435-7D73-4795-B818-A5B2164A6CD2}" dt="2026-01-08T07:38:47.939" v="4976" actId="1076"/>
          <ac:spMkLst>
            <pc:docMk/>
            <pc:sldMk cId="958880536" sldId="262"/>
            <ac:spMk id="25" creationId="{31C31F48-7FF3-D649-21B8-AF33923D17F2}"/>
          </ac:spMkLst>
        </pc:spChg>
        <pc:spChg chg="mod">
          <ac:chgData name="totoka 3710" userId="fbb77386e644ec64" providerId="LiveId" clId="{98308435-7D73-4795-B818-A5B2164A6CD2}" dt="2026-01-08T07:54:11.234" v="5777" actId="6549"/>
          <ac:spMkLst>
            <pc:docMk/>
            <pc:sldMk cId="958880536" sldId="262"/>
            <ac:spMk id="26" creationId="{AAE172B5-008D-AE60-FBA2-F9135B82899F}"/>
          </ac:spMkLst>
        </pc:spChg>
        <pc:spChg chg="mod">
          <ac:chgData name="totoka 3710" userId="fbb77386e644ec64" providerId="LiveId" clId="{98308435-7D73-4795-B818-A5B2164A6CD2}" dt="2026-01-08T07:41:39.632" v="5191" actId="1076"/>
          <ac:spMkLst>
            <pc:docMk/>
            <pc:sldMk cId="958880536" sldId="262"/>
            <ac:spMk id="27" creationId="{8E0CC6C5-4803-527C-02D5-7DB8820475F5}"/>
          </ac:spMkLst>
        </pc:spChg>
        <pc:spChg chg="mod">
          <ac:chgData name="totoka 3710" userId="fbb77386e644ec64" providerId="LiveId" clId="{98308435-7D73-4795-B818-A5B2164A6CD2}" dt="2026-01-08T07:45:32.354" v="5432" actId="207"/>
          <ac:spMkLst>
            <pc:docMk/>
            <pc:sldMk cId="958880536" sldId="262"/>
            <ac:spMk id="28" creationId="{CC80DEF5-634F-8A85-F314-2A61F1E4E298}"/>
          </ac:spMkLst>
        </pc:spChg>
        <pc:spChg chg="mod">
          <ac:chgData name="totoka 3710" userId="fbb77386e644ec64" providerId="LiveId" clId="{98308435-7D73-4795-B818-A5B2164A6CD2}" dt="2026-01-08T07:41:51.440" v="5193" actId="1076"/>
          <ac:spMkLst>
            <pc:docMk/>
            <pc:sldMk cId="958880536" sldId="262"/>
            <ac:spMk id="29" creationId="{0575F0E4-EAA9-E521-2105-1CB4D10F45A8}"/>
          </ac:spMkLst>
        </pc:spChg>
        <pc:spChg chg="mod">
          <ac:chgData name="totoka 3710" userId="fbb77386e644ec64" providerId="LiveId" clId="{98308435-7D73-4795-B818-A5B2164A6CD2}" dt="2026-01-08T07:48:02.192" v="5690" actId="207"/>
          <ac:spMkLst>
            <pc:docMk/>
            <pc:sldMk cId="958880536" sldId="262"/>
            <ac:spMk id="30" creationId="{15B04524-ACD8-B1FA-1F7F-5440B410C245}"/>
          </ac:spMkLst>
        </pc:spChg>
        <pc:picChg chg="add mod">
          <ac:chgData name="totoka 3710" userId="fbb77386e644ec64" providerId="LiveId" clId="{98308435-7D73-4795-B818-A5B2164A6CD2}" dt="2026-01-08T07:49:45.633" v="5705" actId="1076"/>
          <ac:picMkLst>
            <pc:docMk/>
            <pc:sldMk cId="958880536" sldId="262"/>
            <ac:picMk id="3" creationId="{68DCF382-C7D4-2813-731B-C3E319369BC9}"/>
          </ac:picMkLst>
        </pc:picChg>
      </pc:sldChg>
      <pc:sldChg chg="addSp modSp add mod modTransition">
        <pc:chgData name="totoka 3710" userId="fbb77386e644ec64" providerId="LiveId" clId="{98308435-7D73-4795-B818-A5B2164A6CD2}" dt="2026-01-08T09:48:58.101" v="8672"/>
        <pc:sldMkLst>
          <pc:docMk/>
          <pc:sldMk cId="2558050220" sldId="263"/>
        </pc:sldMkLst>
        <pc:spChg chg="mod">
          <ac:chgData name="totoka 3710" userId="fbb77386e644ec64" providerId="LiveId" clId="{98308435-7D73-4795-B818-A5B2164A6CD2}" dt="2026-01-08T08:04:20.156" v="5860" actId="20577"/>
          <ac:spMkLst>
            <pc:docMk/>
            <pc:sldMk cId="2558050220" sldId="263"/>
            <ac:spMk id="24" creationId="{E93821D8-A078-5880-BC71-78FDD13FF860}"/>
          </ac:spMkLst>
        </pc:spChg>
        <pc:spChg chg="mod">
          <ac:chgData name="totoka 3710" userId="fbb77386e644ec64" providerId="LiveId" clId="{98308435-7D73-4795-B818-A5B2164A6CD2}" dt="2026-01-08T07:54:08.087" v="5776" actId="6549"/>
          <ac:spMkLst>
            <pc:docMk/>
            <pc:sldMk cId="2558050220" sldId="263"/>
            <ac:spMk id="26" creationId="{7668A227-F786-48FC-C5EA-134106355D25}"/>
          </ac:spMkLst>
        </pc:spChg>
        <pc:picChg chg="add mod">
          <ac:chgData name="totoka 3710" userId="fbb77386e644ec64" providerId="LiveId" clId="{98308435-7D73-4795-B818-A5B2164A6CD2}" dt="2026-01-08T07:49:12.273" v="5697" actId="1076"/>
          <ac:picMkLst>
            <pc:docMk/>
            <pc:sldMk cId="2558050220" sldId="263"/>
            <ac:picMk id="5" creationId="{49330156-AA3B-4083-926C-26098145FBE1}"/>
          </ac:picMkLst>
        </pc:picChg>
        <pc:picChg chg="add mod">
          <ac:chgData name="totoka 3710" userId="fbb77386e644ec64" providerId="LiveId" clId="{98308435-7D73-4795-B818-A5B2164A6CD2}" dt="2026-01-08T07:49:57.345" v="5707" actId="1076"/>
          <ac:picMkLst>
            <pc:docMk/>
            <pc:sldMk cId="2558050220" sldId="263"/>
            <ac:picMk id="7" creationId="{5E686EE7-B9F3-85F8-05B6-56E7C936F0F9}"/>
          </ac:picMkLst>
        </pc:picChg>
      </pc:sldChg>
      <pc:sldChg chg="modSp add del mod">
        <pc:chgData name="totoka 3710" userId="fbb77386e644ec64" providerId="LiveId" clId="{98308435-7D73-4795-B818-A5B2164A6CD2}" dt="2026-01-08T08:02:11.123" v="5833" actId="47"/>
        <pc:sldMkLst>
          <pc:docMk/>
          <pc:sldMk cId="421464631" sldId="264"/>
        </pc:sldMkLst>
        <pc:spChg chg="mod">
          <ac:chgData name="totoka 3710" userId="fbb77386e644ec64" providerId="LiveId" clId="{98308435-7D73-4795-B818-A5B2164A6CD2}" dt="2026-01-08T07:50:12.503" v="5714" actId="14100"/>
          <ac:spMkLst>
            <pc:docMk/>
            <pc:sldMk cId="421464631" sldId="264"/>
            <ac:spMk id="23" creationId="{75C04EB7-E3BF-03B5-0318-ABF0C7391C0A}"/>
          </ac:spMkLst>
        </pc:spChg>
        <pc:spChg chg="mod">
          <ac:chgData name="totoka 3710" userId="fbb77386e644ec64" providerId="LiveId" clId="{98308435-7D73-4795-B818-A5B2164A6CD2}" dt="2026-01-08T07:54:30.182" v="5783" actId="20577"/>
          <ac:spMkLst>
            <pc:docMk/>
            <pc:sldMk cId="421464631" sldId="264"/>
            <ac:spMk id="24" creationId="{53E12FCF-00AC-04AA-98F6-1C60C3E2406C}"/>
          </ac:spMkLst>
        </pc:spChg>
        <pc:spChg chg="mod">
          <ac:chgData name="totoka 3710" userId="fbb77386e644ec64" providerId="LiveId" clId="{98308435-7D73-4795-B818-A5B2164A6CD2}" dt="2026-01-08T07:50:20.995" v="5720" actId="14100"/>
          <ac:spMkLst>
            <pc:docMk/>
            <pc:sldMk cId="421464631" sldId="264"/>
            <ac:spMk id="25" creationId="{FCE6ACBD-200A-7250-4635-1ADB113F3669}"/>
          </ac:spMkLst>
        </pc:spChg>
        <pc:spChg chg="mod">
          <ac:chgData name="totoka 3710" userId="fbb77386e644ec64" providerId="LiveId" clId="{98308435-7D73-4795-B818-A5B2164A6CD2}" dt="2026-01-08T07:54:04.309" v="5775" actId="6549"/>
          <ac:spMkLst>
            <pc:docMk/>
            <pc:sldMk cId="421464631" sldId="264"/>
            <ac:spMk id="26" creationId="{2DBCF671-C39F-01B1-ED1E-BBC2FB0CF4BD}"/>
          </ac:spMkLst>
        </pc:spChg>
        <pc:spChg chg="mod">
          <ac:chgData name="totoka 3710" userId="fbb77386e644ec64" providerId="LiveId" clId="{98308435-7D73-4795-B818-A5B2164A6CD2}" dt="2026-01-08T07:50:28.590" v="5728" actId="14100"/>
          <ac:spMkLst>
            <pc:docMk/>
            <pc:sldMk cId="421464631" sldId="264"/>
            <ac:spMk id="27" creationId="{35C5AAB4-29CB-2A94-504F-B2FA6DB69082}"/>
          </ac:spMkLst>
        </pc:spChg>
        <pc:spChg chg="mod">
          <ac:chgData name="totoka 3710" userId="fbb77386e644ec64" providerId="LiveId" clId="{98308435-7D73-4795-B818-A5B2164A6CD2}" dt="2026-01-08T07:50:37.810" v="5734" actId="14100"/>
          <ac:spMkLst>
            <pc:docMk/>
            <pc:sldMk cId="421464631" sldId="264"/>
            <ac:spMk id="29" creationId="{2303BE91-D5CF-8E03-ED17-78A254B2C8F9}"/>
          </ac:spMkLst>
        </pc:spChg>
        <pc:picChg chg="mod">
          <ac:chgData name="totoka 3710" userId="fbb77386e644ec64" providerId="LiveId" clId="{98308435-7D73-4795-B818-A5B2164A6CD2}" dt="2026-01-08T07:50:59.593" v="5736" actId="1076"/>
          <ac:picMkLst>
            <pc:docMk/>
            <pc:sldMk cId="421464631" sldId="264"/>
            <ac:picMk id="7" creationId="{6BA791EB-6CD6-B62D-00AF-4CF0883D7868}"/>
          </ac:picMkLst>
        </pc:picChg>
      </pc:sldChg>
      <pc:sldChg chg="modSp add del mod">
        <pc:chgData name="totoka 3710" userId="fbb77386e644ec64" providerId="LiveId" clId="{98308435-7D73-4795-B818-A5B2164A6CD2}" dt="2026-01-08T08:02:12.273" v="5834" actId="47"/>
        <pc:sldMkLst>
          <pc:docMk/>
          <pc:sldMk cId="662722355" sldId="265"/>
        </pc:sldMkLst>
        <pc:spChg chg="mod">
          <ac:chgData name="totoka 3710" userId="fbb77386e644ec64" providerId="LiveId" clId="{98308435-7D73-4795-B818-A5B2164A6CD2}" dt="2026-01-08T07:54:25.895" v="5781" actId="20577"/>
          <ac:spMkLst>
            <pc:docMk/>
            <pc:sldMk cId="662722355" sldId="265"/>
            <ac:spMk id="24" creationId="{BE4925F0-9603-B915-4E4B-D5D642ACD5E3}"/>
          </ac:spMkLst>
        </pc:spChg>
        <pc:spChg chg="mod">
          <ac:chgData name="totoka 3710" userId="fbb77386e644ec64" providerId="LiveId" clId="{98308435-7D73-4795-B818-A5B2164A6CD2}" dt="2026-01-08T07:53:59.821" v="5774" actId="6549"/>
          <ac:spMkLst>
            <pc:docMk/>
            <pc:sldMk cId="662722355" sldId="265"/>
            <ac:spMk id="26" creationId="{A48791E9-9F71-A291-3DED-6177A7E58166}"/>
          </ac:spMkLst>
        </pc:spChg>
        <pc:picChg chg="mod">
          <ac:chgData name="totoka 3710" userId="fbb77386e644ec64" providerId="LiveId" clId="{98308435-7D73-4795-B818-A5B2164A6CD2}" dt="2026-01-08T07:51:19.941" v="5738" actId="1076"/>
          <ac:picMkLst>
            <pc:docMk/>
            <pc:sldMk cId="662722355" sldId="265"/>
            <ac:picMk id="7" creationId="{2CC2ED70-EE9B-B69E-91E2-2997123F7FAF}"/>
          </ac:picMkLst>
        </pc:picChg>
      </pc:sldChg>
      <pc:sldChg chg="modSp add mod ord modTransition">
        <pc:chgData name="totoka 3710" userId="fbb77386e644ec64" providerId="LiveId" clId="{98308435-7D73-4795-B818-A5B2164A6CD2}" dt="2026-01-08T09:48:58.101" v="8672"/>
        <pc:sldMkLst>
          <pc:docMk/>
          <pc:sldMk cId="1454891250" sldId="266"/>
        </pc:sldMkLst>
        <pc:spChg chg="mod">
          <ac:chgData name="totoka 3710" userId="fbb77386e644ec64" providerId="LiveId" clId="{98308435-7D73-4795-B818-A5B2164A6CD2}" dt="2026-01-08T07:55:10.837" v="5796" actId="1076"/>
          <ac:spMkLst>
            <pc:docMk/>
            <pc:sldMk cId="1454891250" sldId="266"/>
            <ac:spMk id="4" creationId="{B19AACD5-F033-67DC-C78F-291003DB5AD6}"/>
          </ac:spMkLst>
        </pc:spChg>
        <pc:spChg chg="mod">
          <ac:chgData name="totoka 3710" userId="fbb77386e644ec64" providerId="LiveId" clId="{98308435-7D73-4795-B818-A5B2164A6CD2}" dt="2026-01-08T08:04:25.001" v="5862" actId="20577"/>
          <ac:spMkLst>
            <pc:docMk/>
            <pc:sldMk cId="1454891250" sldId="266"/>
            <ac:spMk id="24" creationId="{4676EAB3-17E8-E5F4-8339-BFC4EEEEE204}"/>
          </ac:spMkLst>
        </pc:spChg>
        <pc:spChg chg="mod">
          <ac:chgData name="totoka 3710" userId="fbb77386e644ec64" providerId="LiveId" clId="{98308435-7D73-4795-B818-A5B2164A6CD2}" dt="2026-01-08T07:52:24.939" v="5756" actId="1076"/>
          <ac:spMkLst>
            <pc:docMk/>
            <pc:sldMk cId="1454891250" sldId="266"/>
            <ac:spMk id="25" creationId="{9B0468AD-D948-26EB-30E0-CD26F66494B8}"/>
          </ac:spMkLst>
        </pc:spChg>
        <pc:spChg chg="mod">
          <ac:chgData name="totoka 3710" userId="fbb77386e644ec64" providerId="LiveId" clId="{98308435-7D73-4795-B818-A5B2164A6CD2}" dt="2026-01-08T07:59:34.656" v="5819" actId="207"/>
          <ac:spMkLst>
            <pc:docMk/>
            <pc:sldMk cId="1454891250" sldId="266"/>
            <ac:spMk id="26" creationId="{1B9B1F39-08CF-3A8B-17D5-BE28A07D8E69}"/>
          </ac:spMkLst>
        </pc:spChg>
        <pc:spChg chg="mod">
          <ac:chgData name="totoka 3710" userId="fbb77386e644ec64" providerId="LiveId" clId="{98308435-7D73-4795-B818-A5B2164A6CD2}" dt="2026-01-08T08:00:45.496" v="5826" actId="207"/>
          <ac:spMkLst>
            <pc:docMk/>
            <pc:sldMk cId="1454891250" sldId="266"/>
            <ac:spMk id="28" creationId="{C4E235F5-871A-19E4-12E8-CC99C8F30C61}"/>
          </ac:spMkLst>
        </pc:spChg>
        <pc:spChg chg="mod">
          <ac:chgData name="totoka 3710" userId="fbb77386e644ec64" providerId="LiveId" clId="{98308435-7D73-4795-B818-A5B2164A6CD2}" dt="2026-01-08T07:55:12.882" v="5797" actId="1076"/>
          <ac:spMkLst>
            <pc:docMk/>
            <pc:sldMk cId="1454891250" sldId="266"/>
            <ac:spMk id="29" creationId="{BC63A077-9800-5622-4E40-A228CC17FDFF}"/>
          </ac:spMkLst>
        </pc:spChg>
        <pc:spChg chg="mod">
          <ac:chgData name="totoka 3710" userId="fbb77386e644ec64" providerId="LiveId" clId="{98308435-7D73-4795-B818-A5B2164A6CD2}" dt="2026-01-08T08:01:40.899" v="5831" actId="207"/>
          <ac:spMkLst>
            <pc:docMk/>
            <pc:sldMk cId="1454891250" sldId="266"/>
            <ac:spMk id="30" creationId="{F7B4E76A-6D5B-F7B6-1AA9-E09B1C043FFB}"/>
          </ac:spMkLst>
        </pc:spChg>
        <pc:picChg chg="mod">
          <ac:chgData name="totoka 3710" userId="fbb77386e644ec64" providerId="LiveId" clId="{98308435-7D73-4795-B818-A5B2164A6CD2}" dt="2026-01-08T08:01:58.056" v="5832" actId="1076"/>
          <ac:picMkLst>
            <pc:docMk/>
            <pc:sldMk cId="1454891250" sldId="266"/>
            <ac:picMk id="7" creationId="{049173AE-87B6-D4B4-B695-C429FC1F8AC9}"/>
          </ac:picMkLst>
        </pc:picChg>
      </pc:sldChg>
      <pc:sldChg chg="modSp add mod modTransition">
        <pc:chgData name="totoka 3710" userId="fbb77386e644ec64" providerId="LiveId" clId="{98308435-7D73-4795-B818-A5B2164A6CD2}" dt="2026-01-08T09:48:58.101" v="8672"/>
        <pc:sldMkLst>
          <pc:docMk/>
          <pc:sldMk cId="279912701" sldId="267"/>
        </pc:sldMkLst>
        <pc:spChg chg="mod">
          <ac:chgData name="totoka 3710" userId="fbb77386e644ec64" providerId="LiveId" clId="{98308435-7D73-4795-B818-A5B2164A6CD2}" dt="2026-01-08T08:04:33.357" v="5864" actId="20577"/>
          <ac:spMkLst>
            <pc:docMk/>
            <pc:sldMk cId="279912701" sldId="267"/>
            <ac:spMk id="24" creationId="{7EF3C9E2-3DBF-6653-595F-B9A24FB2BCF1}"/>
          </ac:spMkLst>
        </pc:spChg>
        <pc:picChg chg="mod">
          <ac:chgData name="totoka 3710" userId="fbb77386e644ec64" providerId="LiveId" clId="{98308435-7D73-4795-B818-A5B2164A6CD2}" dt="2026-01-08T08:02:23.914" v="5836" actId="1076"/>
          <ac:picMkLst>
            <pc:docMk/>
            <pc:sldMk cId="279912701" sldId="267"/>
            <ac:picMk id="7" creationId="{E18D173E-7034-70C8-BEEB-31B54AD8B295}"/>
          </ac:picMkLst>
        </pc:picChg>
      </pc:sldChg>
      <pc:sldChg chg="modSp add mod modTransition">
        <pc:chgData name="totoka 3710" userId="fbb77386e644ec64" providerId="LiveId" clId="{98308435-7D73-4795-B818-A5B2164A6CD2}" dt="2026-01-08T09:48:58.101" v="8672"/>
        <pc:sldMkLst>
          <pc:docMk/>
          <pc:sldMk cId="2656163809" sldId="268"/>
        </pc:sldMkLst>
        <pc:spChg chg="mod">
          <ac:chgData name="totoka 3710" userId="fbb77386e644ec64" providerId="LiveId" clId="{98308435-7D73-4795-B818-A5B2164A6CD2}" dt="2026-01-08T08:05:28.561" v="5876" actId="207"/>
          <ac:spMkLst>
            <pc:docMk/>
            <pc:sldMk cId="2656163809" sldId="268"/>
            <ac:spMk id="4" creationId="{65DCCF3D-4D49-929E-8842-48E1E82682D7}"/>
          </ac:spMkLst>
        </pc:spChg>
        <pc:spChg chg="mod">
          <ac:chgData name="totoka 3710" userId="fbb77386e644ec64" providerId="LiveId" clId="{98308435-7D73-4795-B818-A5B2164A6CD2}" dt="2026-01-08T08:04:39.297" v="5866" actId="20577"/>
          <ac:spMkLst>
            <pc:docMk/>
            <pc:sldMk cId="2656163809" sldId="268"/>
            <ac:spMk id="24" creationId="{4F741A67-8A49-8A10-EC3A-CB21B5D1CF92}"/>
          </ac:spMkLst>
        </pc:spChg>
        <pc:spChg chg="mod">
          <ac:chgData name="totoka 3710" userId="fbb77386e644ec64" providerId="LiveId" clId="{98308435-7D73-4795-B818-A5B2164A6CD2}" dt="2026-01-08T08:02:49.700" v="5843" actId="13926"/>
          <ac:spMkLst>
            <pc:docMk/>
            <pc:sldMk cId="2656163809" sldId="268"/>
            <ac:spMk id="26" creationId="{FB94AC6D-1066-183F-BE38-CBC6FDF603B6}"/>
          </ac:spMkLst>
        </pc:spChg>
        <pc:spChg chg="mod">
          <ac:chgData name="totoka 3710" userId="fbb77386e644ec64" providerId="LiveId" clId="{98308435-7D73-4795-B818-A5B2164A6CD2}" dt="2026-01-08T08:02:55.107" v="5845" actId="13926"/>
          <ac:spMkLst>
            <pc:docMk/>
            <pc:sldMk cId="2656163809" sldId="268"/>
            <ac:spMk id="28" creationId="{8ED8F0FD-5CCD-FCFC-6F14-FFDA51D236D3}"/>
          </ac:spMkLst>
        </pc:spChg>
        <pc:spChg chg="mod">
          <ac:chgData name="totoka 3710" userId="fbb77386e644ec64" providerId="LiveId" clId="{98308435-7D73-4795-B818-A5B2164A6CD2}" dt="2026-01-08T08:03:01.091" v="5847" actId="13926"/>
          <ac:spMkLst>
            <pc:docMk/>
            <pc:sldMk cId="2656163809" sldId="268"/>
            <ac:spMk id="30" creationId="{AED194B4-3BF3-62AA-6446-E7A94B1FECAE}"/>
          </ac:spMkLst>
        </pc:spChg>
      </pc:sldChg>
      <pc:sldChg chg="modSp add mod modTransition">
        <pc:chgData name="totoka 3710" userId="fbb77386e644ec64" providerId="LiveId" clId="{98308435-7D73-4795-B818-A5B2164A6CD2}" dt="2026-01-08T09:48:58.101" v="8672"/>
        <pc:sldMkLst>
          <pc:docMk/>
          <pc:sldMk cId="326608647" sldId="269"/>
        </pc:sldMkLst>
        <pc:spChg chg="mod">
          <ac:chgData name="totoka 3710" userId="fbb77386e644ec64" providerId="LiveId" clId="{98308435-7D73-4795-B818-A5B2164A6CD2}" dt="2026-01-08T08:05:43.745" v="5879" actId="207"/>
          <ac:spMkLst>
            <pc:docMk/>
            <pc:sldMk cId="326608647" sldId="269"/>
            <ac:spMk id="4" creationId="{34240C3C-25E7-0E01-58D6-C1EA294544B9}"/>
          </ac:spMkLst>
        </pc:spChg>
        <pc:spChg chg="mod">
          <ac:chgData name="totoka 3710" userId="fbb77386e644ec64" providerId="LiveId" clId="{98308435-7D73-4795-B818-A5B2164A6CD2}" dt="2026-01-08T08:03:23.382" v="5850" actId="2711"/>
          <ac:spMkLst>
            <pc:docMk/>
            <pc:sldMk cId="326608647" sldId="269"/>
            <ac:spMk id="23" creationId="{4EE7D026-C121-5FD9-9C57-189BD8E217B9}"/>
          </ac:spMkLst>
        </pc:spChg>
        <pc:spChg chg="mod">
          <ac:chgData name="totoka 3710" userId="fbb77386e644ec64" providerId="LiveId" clId="{98308435-7D73-4795-B818-A5B2164A6CD2}" dt="2026-01-08T08:04:45.550" v="5869" actId="20577"/>
          <ac:spMkLst>
            <pc:docMk/>
            <pc:sldMk cId="326608647" sldId="269"/>
            <ac:spMk id="24" creationId="{2A90D0D0-1F22-F02F-514A-C8E729AA523A}"/>
          </ac:spMkLst>
        </pc:spChg>
        <pc:spChg chg="mod">
          <ac:chgData name="totoka 3710" userId="fbb77386e644ec64" providerId="LiveId" clId="{98308435-7D73-4795-B818-A5B2164A6CD2}" dt="2026-01-08T08:03:23.382" v="5850" actId="2711"/>
          <ac:spMkLst>
            <pc:docMk/>
            <pc:sldMk cId="326608647" sldId="269"/>
            <ac:spMk id="25" creationId="{B828B473-02D7-5E6F-701B-994356D64953}"/>
          </ac:spMkLst>
        </pc:spChg>
        <pc:spChg chg="mod">
          <ac:chgData name="totoka 3710" userId="fbb77386e644ec64" providerId="LiveId" clId="{98308435-7D73-4795-B818-A5B2164A6CD2}" dt="2026-01-08T08:03:23.382" v="5850" actId="2711"/>
          <ac:spMkLst>
            <pc:docMk/>
            <pc:sldMk cId="326608647" sldId="269"/>
            <ac:spMk id="26" creationId="{11B1F2D4-0A00-12CB-6B52-CF2E5A5788AD}"/>
          </ac:spMkLst>
        </pc:spChg>
        <pc:spChg chg="mod">
          <ac:chgData name="totoka 3710" userId="fbb77386e644ec64" providerId="LiveId" clId="{98308435-7D73-4795-B818-A5B2164A6CD2}" dt="2026-01-08T08:03:23.382" v="5850" actId="2711"/>
          <ac:spMkLst>
            <pc:docMk/>
            <pc:sldMk cId="326608647" sldId="269"/>
            <ac:spMk id="27" creationId="{4C0E46D8-CC03-283A-B022-1A8546BAD740}"/>
          </ac:spMkLst>
        </pc:spChg>
        <pc:spChg chg="mod">
          <ac:chgData name="totoka 3710" userId="fbb77386e644ec64" providerId="LiveId" clId="{98308435-7D73-4795-B818-A5B2164A6CD2}" dt="2026-01-08T08:03:23.382" v="5850" actId="2711"/>
          <ac:spMkLst>
            <pc:docMk/>
            <pc:sldMk cId="326608647" sldId="269"/>
            <ac:spMk id="28" creationId="{CF7397B5-AD78-6B3C-853E-64671E2638DC}"/>
          </ac:spMkLst>
        </pc:spChg>
        <pc:spChg chg="mod">
          <ac:chgData name="totoka 3710" userId="fbb77386e644ec64" providerId="LiveId" clId="{98308435-7D73-4795-B818-A5B2164A6CD2}" dt="2026-01-08T08:03:23.382" v="5850" actId="2711"/>
          <ac:spMkLst>
            <pc:docMk/>
            <pc:sldMk cId="326608647" sldId="269"/>
            <ac:spMk id="29" creationId="{51076CC7-FA90-8943-157D-86A3391D4AE8}"/>
          </ac:spMkLst>
        </pc:spChg>
        <pc:spChg chg="mod">
          <ac:chgData name="totoka 3710" userId="fbb77386e644ec64" providerId="LiveId" clId="{98308435-7D73-4795-B818-A5B2164A6CD2}" dt="2026-01-08T08:03:23.382" v="5850" actId="2711"/>
          <ac:spMkLst>
            <pc:docMk/>
            <pc:sldMk cId="326608647" sldId="269"/>
            <ac:spMk id="30" creationId="{124B817F-E874-DB62-1EE3-D9B56FCCB0BF}"/>
          </ac:spMkLst>
        </pc:spChg>
        <pc:picChg chg="mod">
          <ac:chgData name="totoka 3710" userId="fbb77386e644ec64" providerId="LiveId" clId="{98308435-7D73-4795-B818-A5B2164A6CD2}" dt="2026-01-08T08:03:09.415" v="5849" actId="1076"/>
          <ac:picMkLst>
            <pc:docMk/>
            <pc:sldMk cId="326608647" sldId="269"/>
            <ac:picMk id="7" creationId="{5E903286-BBE1-9BFE-30EE-F278F19C4D63}"/>
          </ac:picMkLst>
        </pc:picChg>
      </pc:sldChg>
      <pc:sldChg chg="modSp add mod modTransition">
        <pc:chgData name="totoka 3710" userId="fbb77386e644ec64" providerId="LiveId" clId="{98308435-7D73-4795-B818-A5B2164A6CD2}" dt="2026-01-08T09:48:58.101" v="8672"/>
        <pc:sldMkLst>
          <pc:docMk/>
          <pc:sldMk cId="473297385" sldId="270"/>
        </pc:sldMkLst>
        <pc:spChg chg="mod">
          <ac:chgData name="totoka 3710" userId="fbb77386e644ec64" providerId="LiveId" clId="{98308435-7D73-4795-B818-A5B2164A6CD2}" dt="2026-01-08T08:05:51.818" v="5881" actId="207"/>
          <ac:spMkLst>
            <pc:docMk/>
            <pc:sldMk cId="473297385" sldId="270"/>
            <ac:spMk id="4" creationId="{2BBE4F57-D385-A72E-8BEF-80108590DBB6}"/>
          </ac:spMkLst>
        </pc:spChg>
        <pc:spChg chg="mod">
          <ac:chgData name="totoka 3710" userId="fbb77386e644ec64" providerId="LiveId" clId="{98308435-7D73-4795-B818-A5B2164A6CD2}" dt="2026-01-08T08:04:51.225" v="5871" actId="20577"/>
          <ac:spMkLst>
            <pc:docMk/>
            <pc:sldMk cId="473297385" sldId="270"/>
            <ac:spMk id="24" creationId="{D68B3476-B11F-F4A0-252C-55E55FB7B663}"/>
          </ac:spMkLst>
        </pc:spChg>
        <pc:picChg chg="mod">
          <ac:chgData name="totoka 3710" userId="fbb77386e644ec64" providerId="LiveId" clId="{98308435-7D73-4795-B818-A5B2164A6CD2}" dt="2026-01-08T08:03:37.798" v="5853" actId="1076"/>
          <ac:picMkLst>
            <pc:docMk/>
            <pc:sldMk cId="473297385" sldId="270"/>
            <ac:picMk id="7" creationId="{B4969B27-2D64-3F43-C071-71230C1FA04F}"/>
          </ac:picMkLst>
        </pc:picChg>
      </pc:sldChg>
      <pc:sldChg chg="addSp delSp modSp add mod modTransition setBg">
        <pc:chgData name="totoka 3710" userId="fbb77386e644ec64" providerId="LiveId" clId="{98308435-7D73-4795-B818-A5B2164A6CD2}" dt="2026-01-08T09:48:58.101" v="8672"/>
        <pc:sldMkLst>
          <pc:docMk/>
          <pc:sldMk cId="3426626017" sldId="271"/>
        </pc:sldMkLst>
        <pc:spChg chg="add mod">
          <ac:chgData name="totoka 3710" userId="fbb77386e644ec64" providerId="LiveId" clId="{98308435-7D73-4795-B818-A5B2164A6CD2}" dt="2026-01-08T08:06:51.778" v="5890"/>
          <ac:spMkLst>
            <pc:docMk/>
            <pc:sldMk cId="3426626017" sldId="271"/>
            <ac:spMk id="3" creationId="{2AAED4A0-57AC-24DB-30EA-2A552964058C}"/>
          </ac:spMkLst>
        </pc:spChg>
        <pc:spChg chg="mod">
          <ac:chgData name="totoka 3710" userId="fbb77386e644ec64" providerId="LiveId" clId="{98308435-7D73-4795-B818-A5B2164A6CD2}" dt="2026-01-08T08:06:13.028" v="5889" actId="207"/>
          <ac:spMkLst>
            <pc:docMk/>
            <pc:sldMk cId="3426626017" sldId="271"/>
            <ac:spMk id="4" creationId="{CAB8558C-2004-5113-9930-07A4DDDCC720}"/>
          </ac:spMkLst>
        </pc:spChg>
        <pc:spChg chg="add mod">
          <ac:chgData name="totoka 3710" userId="fbb77386e644ec64" providerId="LiveId" clId="{98308435-7D73-4795-B818-A5B2164A6CD2}" dt="2026-01-08T08:06:51.778" v="5890"/>
          <ac:spMkLst>
            <pc:docMk/>
            <pc:sldMk cId="3426626017" sldId="271"/>
            <ac:spMk id="5" creationId="{FFBC5A24-4A6C-234D-D49D-D1C099902431}"/>
          </ac:spMkLst>
        </pc:spChg>
        <pc:spChg chg="add mod">
          <ac:chgData name="totoka 3710" userId="fbb77386e644ec64" providerId="LiveId" clId="{98308435-7D73-4795-B818-A5B2164A6CD2}" dt="2026-01-08T08:06:51.778" v="5890"/>
          <ac:spMkLst>
            <pc:docMk/>
            <pc:sldMk cId="3426626017" sldId="271"/>
            <ac:spMk id="6" creationId="{61D4916E-2B0A-C5A6-F88A-3B5D0FF5BE66}"/>
          </ac:spMkLst>
        </pc:spChg>
        <pc:spChg chg="mod">
          <ac:chgData name="totoka 3710" userId="fbb77386e644ec64" providerId="LiveId" clId="{98308435-7D73-4795-B818-A5B2164A6CD2}" dt="2026-01-08T08:04:03.195" v="5856" actId="113"/>
          <ac:spMkLst>
            <pc:docMk/>
            <pc:sldMk cId="3426626017" sldId="271"/>
            <ac:spMk id="23" creationId="{3CF09B05-FB8C-0631-1D66-5E84257876A6}"/>
          </ac:spMkLst>
        </pc:spChg>
        <pc:spChg chg="mod">
          <ac:chgData name="totoka 3710" userId="fbb77386e644ec64" providerId="LiveId" clId="{98308435-7D73-4795-B818-A5B2164A6CD2}" dt="2026-01-08T08:04:58.735" v="5873" actId="20577"/>
          <ac:spMkLst>
            <pc:docMk/>
            <pc:sldMk cId="3426626017" sldId="271"/>
            <ac:spMk id="24" creationId="{ABD4CF8B-2603-CF54-8CE7-B5ED0657D867}"/>
          </ac:spMkLst>
        </pc:spChg>
        <pc:spChg chg="mod">
          <ac:chgData name="totoka 3710" userId="fbb77386e644ec64" providerId="LiveId" clId="{98308435-7D73-4795-B818-A5B2164A6CD2}" dt="2026-01-08T08:04:03.195" v="5856" actId="113"/>
          <ac:spMkLst>
            <pc:docMk/>
            <pc:sldMk cId="3426626017" sldId="271"/>
            <ac:spMk id="25" creationId="{40B3297E-3DD9-BFC3-A7AD-76D9A1778648}"/>
          </ac:spMkLst>
        </pc:spChg>
        <pc:spChg chg="mod">
          <ac:chgData name="totoka 3710" userId="fbb77386e644ec64" providerId="LiveId" clId="{98308435-7D73-4795-B818-A5B2164A6CD2}" dt="2026-01-08T08:03:50.661" v="5855" actId="207"/>
          <ac:spMkLst>
            <pc:docMk/>
            <pc:sldMk cId="3426626017" sldId="271"/>
            <ac:spMk id="26" creationId="{8E955F6C-83A3-C265-90BF-AF9C8DFB8AFA}"/>
          </ac:spMkLst>
        </pc:spChg>
        <pc:spChg chg="mod">
          <ac:chgData name="totoka 3710" userId="fbb77386e644ec64" providerId="LiveId" clId="{98308435-7D73-4795-B818-A5B2164A6CD2}" dt="2026-01-08T08:04:03.195" v="5856" actId="113"/>
          <ac:spMkLst>
            <pc:docMk/>
            <pc:sldMk cId="3426626017" sldId="271"/>
            <ac:spMk id="27" creationId="{93DEBC69-6CA5-2575-C768-618FC079D61A}"/>
          </ac:spMkLst>
        </pc:spChg>
        <pc:spChg chg="mod">
          <ac:chgData name="totoka 3710" userId="fbb77386e644ec64" providerId="LiveId" clId="{98308435-7D73-4795-B818-A5B2164A6CD2}" dt="2026-01-08T08:03:50.661" v="5855" actId="207"/>
          <ac:spMkLst>
            <pc:docMk/>
            <pc:sldMk cId="3426626017" sldId="271"/>
            <ac:spMk id="28" creationId="{5A3C2091-01C2-1D02-8D5B-8EAD87B1540B}"/>
          </ac:spMkLst>
        </pc:spChg>
        <pc:spChg chg="mod">
          <ac:chgData name="totoka 3710" userId="fbb77386e644ec64" providerId="LiveId" clId="{98308435-7D73-4795-B818-A5B2164A6CD2}" dt="2026-01-08T08:04:03.195" v="5856" actId="113"/>
          <ac:spMkLst>
            <pc:docMk/>
            <pc:sldMk cId="3426626017" sldId="271"/>
            <ac:spMk id="29" creationId="{C06F7EE1-E9E2-E774-245F-1A074BE70B84}"/>
          </ac:spMkLst>
        </pc:spChg>
        <pc:spChg chg="mod">
          <ac:chgData name="totoka 3710" userId="fbb77386e644ec64" providerId="LiveId" clId="{98308435-7D73-4795-B818-A5B2164A6CD2}" dt="2026-01-08T08:03:50.661" v="5855" actId="207"/>
          <ac:spMkLst>
            <pc:docMk/>
            <pc:sldMk cId="3426626017" sldId="271"/>
            <ac:spMk id="30" creationId="{CDEA71EC-5D06-D1BC-7689-5D39AA46E18C}"/>
          </ac:spMkLst>
        </pc:spChg>
        <pc:picChg chg="add del mod">
          <ac:chgData name="totoka 3710" userId="fbb77386e644ec64" providerId="LiveId" clId="{98308435-7D73-4795-B818-A5B2164A6CD2}" dt="2026-01-08T08:57:33.022" v="7686" actId="1076"/>
          <ac:picMkLst>
            <pc:docMk/>
            <pc:sldMk cId="3426626017" sldId="271"/>
            <ac:picMk id="7" creationId="{96404D25-3C8B-ED58-1504-DA2AA8E2247E}"/>
          </ac:picMkLst>
        </pc:picChg>
      </pc:sldChg>
      <pc:sldChg chg="addSp delSp modSp add mod modTransition">
        <pc:chgData name="totoka 3710" userId="fbb77386e644ec64" providerId="LiveId" clId="{98308435-7D73-4795-B818-A5B2164A6CD2}" dt="2026-01-08T09:49:06.860" v="8674"/>
        <pc:sldMkLst>
          <pc:docMk/>
          <pc:sldMk cId="1821701995" sldId="272"/>
        </pc:sldMkLst>
        <pc:spChg chg="del">
          <ac:chgData name="totoka 3710" userId="fbb77386e644ec64" providerId="LiveId" clId="{98308435-7D73-4795-B818-A5B2164A6CD2}" dt="2026-01-08T08:07:33.570" v="6073" actId="478"/>
          <ac:spMkLst>
            <pc:docMk/>
            <pc:sldMk cId="1821701995" sldId="272"/>
            <ac:spMk id="2" creationId="{B6FBD68F-FC2C-1D85-3497-3620773BB300}"/>
          </ac:spMkLst>
        </pc:spChg>
        <pc:spChg chg="del">
          <ac:chgData name="totoka 3710" userId="fbb77386e644ec64" providerId="LiveId" clId="{98308435-7D73-4795-B818-A5B2164A6CD2}" dt="2026-01-08T08:07:24.947" v="6072" actId="478"/>
          <ac:spMkLst>
            <pc:docMk/>
            <pc:sldMk cId="1821701995" sldId="272"/>
            <ac:spMk id="3" creationId="{53AF82B2-7727-EE58-A24B-DCC76C3FCEB5}"/>
          </ac:spMkLst>
        </pc:spChg>
        <pc:spChg chg="mod">
          <ac:chgData name="totoka 3710" userId="fbb77386e644ec64" providerId="LiveId" clId="{98308435-7D73-4795-B818-A5B2164A6CD2}" dt="2026-01-08T08:07:18.939" v="6071" actId="1038"/>
          <ac:spMkLst>
            <pc:docMk/>
            <pc:sldMk cId="1821701995" sldId="272"/>
            <ac:spMk id="4" creationId="{C3B5AB42-7F2A-A992-EDB3-06C1CA9F9316}"/>
          </ac:spMkLst>
        </pc:spChg>
        <pc:spChg chg="del">
          <ac:chgData name="totoka 3710" userId="fbb77386e644ec64" providerId="LiveId" clId="{98308435-7D73-4795-B818-A5B2164A6CD2}" dt="2026-01-08T08:07:24.947" v="6072" actId="478"/>
          <ac:spMkLst>
            <pc:docMk/>
            <pc:sldMk cId="1821701995" sldId="272"/>
            <ac:spMk id="5" creationId="{87B5008D-4CE4-330A-8637-4462A1EDBE0B}"/>
          </ac:spMkLst>
        </pc:spChg>
        <pc:spChg chg="del">
          <ac:chgData name="totoka 3710" userId="fbb77386e644ec64" providerId="LiveId" clId="{98308435-7D73-4795-B818-A5B2164A6CD2}" dt="2026-01-08T08:07:24.947" v="6072" actId="478"/>
          <ac:spMkLst>
            <pc:docMk/>
            <pc:sldMk cId="1821701995" sldId="272"/>
            <ac:spMk id="6" creationId="{14B08D6E-6AD6-1A43-2629-18468992A944}"/>
          </ac:spMkLst>
        </pc:spChg>
        <pc:spChg chg="add mod">
          <ac:chgData name="totoka 3710" userId="fbb77386e644ec64" providerId="LiveId" clId="{98308435-7D73-4795-B818-A5B2164A6CD2}" dt="2026-01-08T08:07:34.270" v="6074"/>
          <ac:spMkLst>
            <pc:docMk/>
            <pc:sldMk cId="1821701995" sldId="272"/>
            <ac:spMk id="8" creationId="{F2184FDA-3071-8B7F-D86C-629B1E3B253B}"/>
          </ac:spMkLst>
        </pc:spChg>
        <pc:spChg chg="del">
          <ac:chgData name="totoka 3710" userId="fbb77386e644ec64" providerId="LiveId" clId="{98308435-7D73-4795-B818-A5B2164A6CD2}" dt="2026-01-08T08:07:33.570" v="6073" actId="478"/>
          <ac:spMkLst>
            <pc:docMk/>
            <pc:sldMk cId="1821701995" sldId="272"/>
            <ac:spMk id="9" creationId="{D8F48EEF-0DB7-3F70-DF36-508F9A4E3415}"/>
          </ac:spMkLst>
        </pc:spChg>
        <pc:spChg chg="add mod">
          <ac:chgData name="totoka 3710" userId="fbb77386e644ec64" providerId="LiveId" clId="{98308435-7D73-4795-B818-A5B2164A6CD2}" dt="2026-01-08T08:07:34.270" v="6074"/>
          <ac:spMkLst>
            <pc:docMk/>
            <pc:sldMk cId="1821701995" sldId="272"/>
            <ac:spMk id="10" creationId="{14F5F3CE-3C28-3280-D671-A23488CEDF2C}"/>
          </ac:spMkLst>
        </pc:spChg>
        <pc:spChg chg="add mod">
          <ac:chgData name="totoka 3710" userId="fbb77386e644ec64" providerId="LiveId" clId="{98308435-7D73-4795-B818-A5B2164A6CD2}" dt="2026-01-08T08:07:34.270" v="6074"/>
          <ac:spMkLst>
            <pc:docMk/>
            <pc:sldMk cId="1821701995" sldId="272"/>
            <ac:spMk id="11" creationId="{4E123469-4152-B955-42A4-EBAC12753F5B}"/>
          </ac:spMkLst>
        </pc:spChg>
        <pc:spChg chg="add mod">
          <ac:chgData name="totoka 3710" userId="fbb77386e644ec64" providerId="LiveId" clId="{98308435-7D73-4795-B818-A5B2164A6CD2}" dt="2026-01-08T08:07:34.270" v="6074"/>
          <ac:spMkLst>
            <pc:docMk/>
            <pc:sldMk cId="1821701995" sldId="272"/>
            <ac:spMk id="12" creationId="{67B096C9-1158-2781-E925-17DFDA0E5F70}"/>
          </ac:spMkLst>
        </pc:spChg>
        <pc:spChg chg="add mod">
          <ac:chgData name="totoka 3710" userId="fbb77386e644ec64" providerId="LiveId" clId="{98308435-7D73-4795-B818-A5B2164A6CD2}" dt="2026-01-08T08:07:34.270" v="6074"/>
          <ac:spMkLst>
            <pc:docMk/>
            <pc:sldMk cId="1821701995" sldId="272"/>
            <ac:spMk id="13" creationId="{3029D49C-41A1-D069-88D1-0CC6B9F4B77F}"/>
          </ac:spMkLst>
        </pc:spChg>
        <pc:spChg chg="mod">
          <ac:chgData name="totoka 3710" userId="fbb77386e644ec64" providerId="LiveId" clId="{98308435-7D73-4795-B818-A5B2164A6CD2}" dt="2026-01-08T08:07:18.939" v="6071" actId="1038"/>
          <ac:spMkLst>
            <pc:docMk/>
            <pc:sldMk cId="1821701995" sldId="272"/>
            <ac:spMk id="23" creationId="{A604FDA2-CC3B-EB87-5371-A48C6E6F0DD6}"/>
          </ac:spMkLst>
        </pc:spChg>
        <pc:spChg chg="mod">
          <ac:chgData name="totoka 3710" userId="fbb77386e644ec64" providerId="LiveId" clId="{98308435-7D73-4795-B818-A5B2164A6CD2}" dt="2026-01-08T08:07:18.939" v="6071" actId="1038"/>
          <ac:spMkLst>
            <pc:docMk/>
            <pc:sldMk cId="1821701995" sldId="272"/>
            <ac:spMk id="24" creationId="{3F908EFC-682F-D676-8FE9-6E648C22FD93}"/>
          </ac:spMkLst>
        </pc:spChg>
        <pc:spChg chg="mod">
          <ac:chgData name="totoka 3710" userId="fbb77386e644ec64" providerId="LiveId" clId="{98308435-7D73-4795-B818-A5B2164A6CD2}" dt="2026-01-08T08:07:18.939" v="6071" actId="1038"/>
          <ac:spMkLst>
            <pc:docMk/>
            <pc:sldMk cId="1821701995" sldId="272"/>
            <ac:spMk id="25" creationId="{3C53ADB0-72D7-26D7-FE04-7B0CA0431F23}"/>
          </ac:spMkLst>
        </pc:spChg>
        <pc:spChg chg="mod">
          <ac:chgData name="totoka 3710" userId="fbb77386e644ec64" providerId="LiveId" clId="{98308435-7D73-4795-B818-A5B2164A6CD2}" dt="2026-01-08T08:07:18.939" v="6071" actId="1038"/>
          <ac:spMkLst>
            <pc:docMk/>
            <pc:sldMk cId="1821701995" sldId="272"/>
            <ac:spMk id="26" creationId="{A30848BE-BB1A-52CD-F6CB-A8070B366776}"/>
          </ac:spMkLst>
        </pc:spChg>
        <pc:spChg chg="mod">
          <ac:chgData name="totoka 3710" userId="fbb77386e644ec64" providerId="LiveId" clId="{98308435-7D73-4795-B818-A5B2164A6CD2}" dt="2026-01-08T08:07:18.939" v="6071" actId="1038"/>
          <ac:spMkLst>
            <pc:docMk/>
            <pc:sldMk cId="1821701995" sldId="272"/>
            <ac:spMk id="27" creationId="{0469D04C-C37A-53DD-C6B5-92ABE70D2D39}"/>
          </ac:spMkLst>
        </pc:spChg>
        <pc:spChg chg="mod">
          <ac:chgData name="totoka 3710" userId="fbb77386e644ec64" providerId="LiveId" clId="{98308435-7D73-4795-B818-A5B2164A6CD2}" dt="2026-01-08T08:07:18.939" v="6071" actId="1038"/>
          <ac:spMkLst>
            <pc:docMk/>
            <pc:sldMk cId="1821701995" sldId="272"/>
            <ac:spMk id="28" creationId="{C28ACDA4-B7A8-1387-D1BA-909FEC719680}"/>
          </ac:spMkLst>
        </pc:spChg>
        <pc:spChg chg="mod">
          <ac:chgData name="totoka 3710" userId="fbb77386e644ec64" providerId="LiveId" clId="{98308435-7D73-4795-B818-A5B2164A6CD2}" dt="2026-01-08T08:07:18.939" v="6071" actId="1038"/>
          <ac:spMkLst>
            <pc:docMk/>
            <pc:sldMk cId="1821701995" sldId="272"/>
            <ac:spMk id="29" creationId="{2D340487-B5AC-01DD-F983-0DA0261CC580}"/>
          </ac:spMkLst>
        </pc:spChg>
        <pc:spChg chg="mod">
          <ac:chgData name="totoka 3710" userId="fbb77386e644ec64" providerId="LiveId" clId="{98308435-7D73-4795-B818-A5B2164A6CD2}" dt="2026-01-08T08:07:18.939" v="6071" actId="1038"/>
          <ac:spMkLst>
            <pc:docMk/>
            <pc:sldMk cId="1821701995" sldId="272"/>
            <ac:spMk id="30" creationId="{5FFB65C4-5FAF-541B-406F-F2C9704F5334}"/>
          </ac:spMkLst>
        </pc:spChg>
        <pc:picChg chg="mod">
          <ac:chgData name="totoka 3710" userId="fbb77386e644ec64" providerId="LiveId" clId="{98308435-7D73-4795-B818-A5B2164A6CD2}" dt="2026-01-08T08:07:18.939" v="6071" actId="1038"/>
          <ac:picMkLst>
            <pc:docMk/>
            <pc:sldMk cId="1821701995" sldId="272"/>
            <ac:picMk id="7" creationId="{B6EB779C-15A1-010F-3462-B8C866E7A00D}"/>
          </ac:picMkLst>
        </pc:picChg>
      </pc:sldChg>
      <pc:sldChg chg="addSp delSp modSp add mod modTransition">
        <pc:chgData name="totoka 3710" userId="fbb77386e644ec64" providerId="LiveId" clId="{98308435-7D73-4795-B818-A5B2164A6CD2}" dt="2026-01-08T09:48:58.101" v="8672"/>
        <pc:sldMkLst>
          <pc:docMk/>
          <pc:sldMk cId="308644859" sldId="273"/>
        </pc:sldMkLst>
        <pc:picChg chg="add mod">
          <ac:chgData name="totoka 3710" userId="fbb77386e644ec64" providerId="LiveId" clId="{98308435-7D73-4795-B818-A5B2164A6CD2}" dt="2026-01-08T08:08:30.187" v="6078"/>
          <ac:picMkLst>
            <pc:docMk/>
            <pc:sldMk cId="308644859" sldId="273"/>
            <ac:picMk id="3" creationId="{C4858725-90AD-7119-3FC2-2EABB9FC1905}"/>
          </ac:picMkLst>
        </pc:picChg>
        <pc:picChg chg="del mod">
          <ac:chgData name="totoka 3710" userId="fbb77386e644ec64" providerId="LiveId" clId="{98308435-7D73-4795-B818-A5B2164A6CD2}" dt="2026-01-08T08:08:25.408" v="6077" actId="478"/>
          <ac:picMkLst>
            <pc:docMk/>
            <pc:sldMk cId="308644859" sldId="273"/>
            <ac:picMk id="7" creationId="{4120F758-E98D-5F1F-99D1-9FB771EA2FA6}"/>
          </ac:picMkLst>
        </pc:picChg>
      </pc:sldChg>
      <pc:sldChg chg="modSp add mod ord modTransition">
        <pc:chgData name="totoka 3710" userId="fbb77386e644ec64" providerId="LiveId" clId="{98308435-7D73-4795-B818-A5B2164A6CD2}" dt="2026-01-08T09:57:11.765" v="8701"/>
        <pc:sldMkLst>
          <pc:docMk/>
          <pc:sldMk cId="1477642383" sldId="274"/>
        </pc:sldMkLst>
        <pc:spChg chg="mod">
          <ac:chgData name="totoka 3710" userId="fbb77386e644ec64" providerId="LiveId" clId="{98308435-7D73-4795-B818-A5B2164A6CD2}" dt="2026-01-08T08:09:40.266" v="6116" actId="1036"/>
          <ac:spMkLst>
            <pc:docMk/>
            <pc:sldMk cId="1477642383" sldId="274"/>
            <ac:spMk id="9" creationId="{11112B1E-E05A-0D88-B734-DCC67163DEC8}"/>
          </ac:spMkLst>
        </pc:spChg>
      </pc:sldChg>
      <pc:sldChg chg="modSp add mod modTransition">
        <pc:chgData name="totoka 3710" userId="fbb77386e644ec64" providerId="LiveId" clId="{98308435-7D73-4795-B818-A5B2164A6CD2}" dt="2026-01-08T09:57:15.529" v="8702"/>
        <pc:sldMkLst>
          <pc:docMk/>
          <pc:sldMk cId="1062832424" sldId="275"/>
        </pc:sldMkLst>
        <pc:spChg chg="mod">
          <ac:chgData name="totoka 3710" userId="fbb77386e644ec64" providerId="LiveId" clId="{98308435-7D73-4795-B818-A5B2164A6CD2}" dt="2026-01-08T08:11:15.623" v="6199" actId="1036"/>
          <ac:spMkLst>
            <pc:docMk/>
            <pc:sldMk cId="1062832424" sldId="275"/>
            <ac:spMk id="2" creationId="{5BC82DFF-39AC-5EC6-E085-AC044C5A4EA9}"/>
          </ac:spMkLst>
        </pc:spChg>
        <pc:spChg chg="mod">
          <ac:chgData name="totoka 3710" userId="fbb77386e644ec64" providerId="LiveId" clId="{98308435-7D73-4795-B818-A5B2164A6CD2}" dt="2026-01-08T08:11:09.501" v="6179" actId="1036"/>
          <ac:spMkLst>
            <pc:docMk/>
            <pc:sldMk cId="1062832424" sldId="275"/>
            <ac:spMk id="3" creationId="{EF142B56-ABAF-4FFD-1777-A61C8F16F865}"/>
          </ac:spMkLst>
        </pc:spChg>
        <pc:spChg chg="mod">
          <ac:chgData name="totoka 3710" userId="fbb77386e644ec64" providerId="LiveId" clId="{98308435-7D73-4795-B818-A5B2164A6CD2}" dt="2026-01-08T08:11:30.292" v="6239" actId="1036"/>
          <ac:spMkLst>
            <pc:docMk/>
            <pc:sldMk cId="1062832424" sldId="275"/>
            <ac:spMk id="5" creationId="{AA15E6C5-22B5-18D1-E40C-EC79AB473AC1}"/>
          </ac:spMkLst>
        </pc:spChg>
        <pc:spChg chg="mod">
          <ac:chgData name="totoka 3710" userId="fbb77386e644ec64" providerId="LiveId" clId="{98308435-7D73-4795-B818-A5B2164A6CD2}" dt="2026-01-08T08:11:21.346" v="6215" actId="1036"/>
          <ac:spMkLst>
            <pc:docMk/>
            <pc:sldMk cId="1062832424" sldId="275"/>
            <ac:spMk id="7" creationId="{A32C66D1-DDC4-FA2E-D83D-A75D10F683D7}"/>
          </ac:spMkLst>
        </pc:spChg>
        <pc:spChg chg="mod">
          <ac:chgData name="totoka 3710" userId="fbb77386e644ec64" providerId="LiveId" clId="{98308435-7D73-4795-B818-A5B2164A6CD2}" dt="2026-01-08T08:11:00.106" v="6136" actId="14100"/>
          <ac:spMkLst>
            <pc:docMk/>
            <pc:sldMk cId="1062832424" sldId="275"/>
            <ac:spMk id="9" creationId="{3F3E73EB-388F-9FE4-0C79-F1D7FB86B0B1}"/>
          </ac:spMkLst>
        </pc:spChg>
      </pc:sldChg>
      <pc:sldChg chg="modSp add mod modTransition">
        <pc:chgData name="totoka 3710" userId="fbb77386e644ec64" providerId="LiveId" clId="{98308435-7D73-4795-B818-A5B2164A6CD2}" dt="2026-01-08T09:50:55.260" v="8677"/>
        <pc:sldMkLst>
          <pc:docMk/>
          <pc:sldMk cId="4079319656" sldId="276"/>
        </pc:sldMkLst>
        <pc:spChg chg="mod">
          <ac:chgData name="totoka 3710" userId="fbb77386e644ec64" providerId="LiveId" clId="{98308435-7D73-4795-B818-A5B2164A6CD2}" dt="2026-01-08T08:12:26.909" v="6272" actId="1035"/>
          <ac:spMkLst>
            <pc:docMk/>
            <pc:sldMk cId="4079319656" sldId="276"/>
            <ac:spMk id="2" creationId="{2EE91794-2864-0CBD-E1E2-6C9269BD2DD3}"/>
          </ac:spMkLst>
        </pc:spChg>
        <pc:spChg chg="mod">
          <ac:chgData name="totoka 3710" userId="fbb77386e644ec64" providerId="LiveId" clId="{98308435-7D73-4795-B818-A5B2164A6CD2}" dt="2026-01-08T08:12:11.437" v="6243" actId="1076"/>
          <ac:spMkLst>
            <pc:docMk/>
            <pc:sldMk cId="4079319656" sldId="276"/>
            <ac:spMk id="3" creationId="{DD8C3EFF-2D5C-20FA-D37A-327A49BEA2A2}"/>
          </ac:spMkLst>
        </pc:spChg>
        <pc:spChg chg="mod">
          <ac:chgData name="totoka 3710" userId="fbb77386e644ec64" providerId="LiveId" clId="{98308435-7D73-4795-B818-A5B2164A6CD2}" dt="2026-01-08T08:12:34.760" v="6323" actId="1036"/>
          <ac:spMkLst>
            <pc:docMk/>
            <pc:sldMk cId="4079319656" sldId="276"/>
            <ac:spMk id="5" creationId="{D8B7D498-F775-BE9F-B1B2-9446475B2A34}"/>
          </ac:spMkLst>
        </pc:spChg>
        <pc:spChg chg="mod">
          <ac:chgData name="totoka 3710" userId="fbb77386e644ec64" providerId="LiveId" clId="{98308435-7D73-4795-B818-A5B2164A6CD2}" dt="2026-01-08T08:12:34.760" v="6323" actId="1036"/>
          <ac:spMkLst>
            <pc:docMk/>
            <pc:sldMk cId="4079319656" sldId="276"/>
            <ac:spMk id="7" creationId="{9542051A-2AA0-C642-72CD-4AC23336EDD9}"/>
          </ac:spMkLst>
        </pc:spChg>
        <pc:spChg chg="mod">
          <ac:chgData name="totoka 3710" userId="fbb77386e644ec64" providerId="LiveId" clId="{98308435-7D73-4795-B818-A5B2164A6CD2}" dt="2026-01-08T08:12:20.369" v="6245" actId="1076"/>
          <ac:spMkLst>
            <pc:docMk/>
            <pc:sldMk cId="4079319656" sldId="276"/>
            <ac:spMk id="9" creationId="{6642F45B-762A-6185-8A47-C20E4F0335C4}"/>
          </ac:spMkLst>
        </pc:spChg>
      </pc:sldChg>
      <pc:sldChg chg="addSp delSp modSp add mod modTransition addAnim delAnim modAnim">
        <pc:chgData name="totoka 3710" userId="fbb77386e644ec64" providerId="LiveId" clId="{98308435-7D73-4795-B818-A5B2164A6CD2}" dt="2026-01-08T09:48:58.101" v="8672"/>
        <pc:sldMkLst>
          <pc:docMk/>
          <pc:sldMk cId="4178972389" sldId="277"/>
        </pc:sldMkLst>
        <pc:spChg chg="del">
          <ac:chgData name="totoka 3710" userId="fbb77386e644ec64" providerId="LiveId" clId="{98308435-7D73-4795-B818-A5B2164A6CD2}" dt="2026-01-08T08:12:43.052" v="6325" actId="478"/>
          <ac:spMkLst>
            <pc:docMk/>
            <pc:sldMk cId="4178972389" sldId="277"/>
            <ac:spMk id="2" creationId="{B2DF5A09-40A6-F2A1-86DB-ACCA2867519B}"/>
          </ac:spMkLst>
        </pc:spChg>
        <pc:spChg chg="del">
          <ac:chgData name="totoka 3710" userId="fbb77386e644ec64" providerId="LiveId" clId="{98308435-7D73-4795-B818-A5B2164A6CD2}" dt="2026-01-08T08:12:44.375" v="6326" actId="478"/>
          <ac:spMkLst>
            <pc:docMk/>
            <pc:sldMk cId="4178972389" sldId="277"/>
            <ac:spMk id="5" creationId="{BC710464-0CB6-C361-190D-5085ABE74BA6}"/>
          </ac:spMkLst>
        </pc:spChg>
        <pc:spChg chg="add del mod ord">
          <ac:chgData name="totoka 3710" userId="fbb77386e644ec64" providerId="LiveId" clId="{98308435-7D73-4795-B818-A5B2164A6CD2}" dt="2026-01-08T09:14:57.825" v="7692"/>
          <ac:spMkLst>
            <pc:docMk/>
            <pc:sldMk cId="4178972389" sldId="277"/>
            <ac:spMk id="6" creationId="{882FF158-8FCF-BFB1-61C4-3FDC31BF2DE6}"/>
          </ac:spMkLst>
        </pc:spChg>
        <pc:spChg chg="del">
          <ac:chgData name="totoka 3710" userId="fbb77386e644ec64" providerId="LiveId" clId="{98308435-7D73-4795-B818-A5B2164A6CD2}" dt="2026-01-08T08:12:45.277" v="6327" actId="478"/>
          <ac:spMkLst>
            <pc:docMk/>
            <pc:sldMk cId="4178972389" sldId="277"/>
            <ac:spMk id="7" creationId="{5FEC7208-4D2E-C36A-3BB9-E0E0F44B4794}"/>
          </ac:spMkLst>
        </pc:spChg>
        <pc:spChg chg="add del mod">
          <ac:chgData name="totoka 3710" userId="fbb77386e644ec64" providerId="LiveId" clId="{98308435-7D73-4795-B818-A5B2164A6CD2}" dt="2026-01-08T09:14:00.723" v="7690" actId="478"/>
          <ac:spMkLst>
            <pc:docMk/>
            <pc:sldMk cId="4178972389" sldId="277"/>
            <ac:spMk id="8" creationId="{B9152F70-0AEF-1AB6-5FE9-90C3649E229E}"/>
          </ac:spMkLst>
        </pc:spChg>
        <pc:spChg chg="add del mod">
          <ac:chgData name="totoka 3710" userId="fbb77386e644ec64" providerId="LiveId" clId="{98308435-7D73-4795-B818-A5B2164A6CD2}" dt="2026-01-08T08:55:48.850" v="7680" actId="478"/>
          <ac:spMkLst>
            <pc:docMk/>
            <pc:sldMk cId="4178972389" sldId="277"/>
            <ac:spMk id="10" creationId="{09B0583D-5788-237B-750B-6BC877A5F5A6}"/>
          </ac:spMkLst>
        </pc:spChg>
        <pc:spChg chg="add del mod">
          <ac:chgData name="totoka 3710" userId="fbb77386e644ec64" providerId="LiveId" clId="{98308435-7D73-4795-B818-A5B2164A6CD2}" dt="2026-01-08T08:55:50.608" v="7681" actId="478"/>
          <ac:spMkLst>
            <pc:docMk/>
            <pc:sldMk cId="4178972389" sldId="277"/>
            <ac:spMk id="11" creationId="{D59CFA03-DEC9-85E9-B127-A80A07E05E44}"/>
          </ac:spMkLst>
        </pc:spChg>
        <pc:spChg chg="add del mod">
          <ac:chgData name="totoka 3710" userId="fbb77386e644ec64" providerId="LiveId" clId="{98308435-7D73-4795-B818-A5B2164A6CD2}" dt="2026-01-08T08:55:52.268" v="7682" actId="478"/>
          <ac:spMkLst>
            <pc:docMk/>
            <pc:sldMk cId="4178972389" sldId="277"/>
            <ac:spMk id="12" creationId="{CCBE495F-FA7E-75A6-39B8-B4ADF0378B7E}"/>
          </ac:spMkLst>
        </pc:spChg>
        <pc:spChg chg="add del">
          <ac:chgData name="totoka 3710" userId="fbb77386e644ec64" providerId="LiveId" clId="{98308435-7D73-4795-B818-A5B2164A6CD2}" dt="2026-01-08T09:15:05.607" v="7694" actId="22"/>
          <ac:spMkLst>
            <pc:docMk/>
            <pc:sldMk cId="4178972389" sldId="277"/>
            <ac:spMk id="16" creationId="{21FEBD11-F4C1-D23E-4BB5-CBE530F9C252}"/>
          </ac:spMkLst>
        </pc:spChg>
        <pc:spChg chg="add mod">
          <ac:chgData name="totoka 3710" userId="fbb77386e644ec64" providerId="LiveId" clId="{98308435-7D73-4795-B818-A5B2164A6CD2}" dt="2026-01-08T09:31:26.544" v="8491" actId="20577"/>
          <ac:spMkLst>
            <pc:docMk/>
            <pc:sldMk cId="4178972389" sldId="277"/>
            <ac:spMk id="18" creationId="{EBB145EF-4A34-75A2-9D4D-90A973E94184}"/>
          </ac:spMkLst>
        </pc:spChg>
        <pc:graphicFrameChg chg="add del mod">
          <ac:chgData name="totoka 3710" userId="fbb77386e644ec64" providerId="LiveId" clId="{98308435-7D73-4795-B818-A5B2164A6CD2}" dt="2026-01-08T08:52:43.841" v="7679" actId="478"/>
          <ac:graphicFrameMkLst>
            <pc:docMk/>
            <pc:sldMk cId="4178972389" sldId="277"/>
            <ac:graphicFrameMk id="4" creationId="{E3517713-E9DB-6144-0EB5-9E5F4D58DFFE}"/>
          </ac:graphicFrameMkLst>
        </pc:graphicFrameChg>
        <pc:graphicFrameChg chg="add mod">
          <ac:chgData name="totoka 3710" userId="fbb77386e644ec64" providerId="LiveId" clId="{98308435-7D73-4795-B818-A5B2164A6CD2}" dt="2026-01-08T08:51:04.301" v="7657"/>
          <ac:graphicFrameMkLst>
            <pc:docMk/>
            <pc:sldMk cId="4178972389" sldId="277"/>
            <ac:graphicFrameMk id="13" creationId="{D07DD919-C027-4B5E-F6BE-4BBF38D5F517}"/>
          </ac:graphicFrameMkLst>
        </pc:graphicFrameChg>
        <pc:graphicFrameChg chg="add mod">
          <ac:chgData name="totoka 3710" userId="fbb77386e644ec64" providerId="LiveId" clId="{98308435-7D73-4795-B818-A5B2164A6CD2}" dt="2026-01-08T09:24:57.601" v="7880" actId="1076"/>
          <ac:graphicFrameMkLst>
            <pc:docMk/>
            <pc:sldMk cId="4178972389" sldId="277"/>
            <ac:graphicFrameMk id="14" creationId="{A9A0BF22-1E6A-D4B3-DBC7-0754277B9C7C}"/>
          </ac:graphicFrameMkLst>
        </pc:graphicFrameChg>
        <pc:cxnChg chg="add mod">
          <ac:chgData name="totoka 3710" userId="fbb77386e644ec64" providerId="LiveId" clId="{98308435-7D73-4795-B818-A5B2164A6CD2}" dt="2026-01-08T09:22:46.427" v="7865" actId="1076"/>
          <ac:cxnSpMkLst>
            <pc:docMk/>
            <pc:sldMk cId="4178972389" sldId="277"/>
            <ac:cxnSpMk id="20" creationId="{9E6F4B94-78EC-1D26-9B51-3909FB98F070}"/>
          </ac:cxnSpMkLst>
        </pc:cxnChg>
        <pc:cxnChg chg="add mod">
          <ac:chgData name="totoka 3710" userId="fbb77386e644ec64" providerId="LiveId" clId="{98308435-7D73-4795-B818-A5B2164A6CD2}" dt="2026-01-08T09:23:04.635" v="7868" actId="14100"/>
          <ac:cxnSpMkLst>
            <pc:docMk/>
            <pc:sldMk cId="4178972389" sldId="277"/>
            <ac:cxnSpMk id="21" creationId="{AF94B0AC-696A-2018-7609-BEC268BC2476}"/>
          </ac:cxnSpMkLst>
        </pc:cxnChg>
      </pc:sldChg>
      <pc:sldChg chg="addSp delSp modSp add del mod addAnim delAnim modAnim">
        <pc:chgData name="totoka 3710" userId="fbb77386e644ec64" providerId="LiveId" clId="{98308435-7D73-4795-B818-A5B2164A6CD2}" dt="2026-01-08T09:41:15.158" v="8637" actId="47"/>
        <pc:sldMkLst>
          <pc:docMk/>
          <pc:sldMk cId="2004289496" sldId="278"/>
        </pc:sldMkLst>
        <pc:spChg chg="mod">
          <ac:chgData name="totoka 3710" userId="fbb77386e644ec64" providerId="LiveId" clId="{98308435-7D73-4795-B818-A5B2164A6CD2}" dt="2026-01-08T09:39:08.867" v="8630" actId="20577"/>
          <ac:spMkLst>
            <pc:docMk/>
            <pc:sldMk cId="2004289496" sldId="278"/>
            <ac:spMk id="6" creationId="{2AEFE34D-019A-A117-BF71-54ED0F993203}"/>
          </ac:spMkLst>
        </pc:spChg>
        <pc:spChg chg="add mod">
          <ac:chgData name="totoka 3710" userId="fbb77386e644ec64" providerId="LiveId" clId="{98308435-7D73-4795-B818-A5B2164A6CD2}" dt="2026-01-08T09:33:49.047" v="8503" actId="1076"/>
          <ac:spMkLst>
            <pc:docMk/>
            <pc:sldMk cId="2004289496" sldId="278"/>
            <ac:spMk id="11" creationId="{578B71CE-8935-089B-0F97-2A0B16C559CE}"/>
          </ac:spMkLst>
        </pc:spChg>
        <pc:spChg chg="add mod">
          <ac:chgData name="totoka 3710" userId="fbb77386e644ec64" providerId="LiveId" clId="{98308435-7D73-4795-B818-A5B2164A6CD2}" dt="2026-01-08T09:34:11.725" v="8506" actId="1076"/>
          <ac:spMkLst>
            <pc:docMk/>
            <pc:sldMk cId="2004289496" sldId="278"/>
            <ac:spMk id="13" creationId="{D0435B4D-AEEB-65F3-3FFE-F1B7CC3EFFF6}"/>
          </ac:spMkLst>
        </pc:spChg>
        <pc:spChg chg="add del mod">
          <ac:chgData name="totoka 3710" userId="fbb77386e644ec64" providerId="LiveId" clId="{98308435-7D73-4795-B818-A5B2164A6CD2}" dt="2026-01-08T09:35:08.997" v="8522" actId="11529"/>
          <ac:spMkLst>
            <pc:docMk/>
            <pc:sldMk cId="2004289496" sldId="278"/>
            <ac:spMk id="15" creationId="{4F529345-C2C6-973D-FFBE-7ECF6E63A071}"/>
          </ac:spMkLst>
        </pc:spChg>
        <pc:spChg chg="add del mod">
          <ac:chgData name="totoka 3710" userId="fbb77386e644ec64" providerId="LiveId" clId="{98308435-7D73-4795-B818-A5B2164A6CD2}" dt="2026-01-08T09:37:48.628" v="8570" actId="478"/>
          <ac:spMkLst>
            <pc:docMk/>
            <pc:sldMk cId="2004289496" sldId="278"/>
            <ac:spMk id="16" creationId="{51073B51-A0ED-FE6A-DA6A-694DBB0DA38F}"/>
          </ac:spMkLst>
        </pc:spChg>
        <pc:spChg chg="add del mod">
          <ac:chgData name="totoka 3710" userId="fbb77386e644ec64" providerId="LiveId" clId="{98308435-7D73-4795-B818-A5B2164A6CD2}" dt="2026-01-08T09:37:47.693" v="8569" actId="478"/>
          <ac:spMkLst>
            <pc:docMk/>
            <pc:sldMk cId="2004289496" sldId="278"/>
            <ac:spMk id="17" creationId="{5B463251-05CD-1DBC-D9EC-623965F55B6E}"/>
          </ac:spMkLst>
        </pc:spChg>
        <pc:spChg chg="mod">
          <ac:chgData name="totoka 3710" userId="fbb77386e644ec64" providerId="LiveId" clId="{98308435-7D73-4795-B818-A5B2164A6CD2}" dt="2026-01-08T09:34:00.586" v="8504" actId="21"/>
          <ac:spMkLst>
            <pc:docMk/>
            <pc:sldMk cId="2004289496" sldId="278"/>
            <ac:spMk id="18" creationId="{FB0BC19E-2C07-3D08-9188-1B13B8C26DFF}"/>
          </ac:spMkLst>
        </pc:spChg>
        <pc:spChg chg="add mod">
          <ac:chgData name="totoka 3710" userId="fbb77386e644ec64" providerId="LiveId" clId="{98308435-7D73-4795-B818-A5B2164A6CD2}" dt="2026-01-08T09:38:44.478" v="8625" actId="14100"/>
          <ac:spMkLst>
            <pc:docMk/>
            <pc:sldMk cId="2004289496" sldId="278"/>
            <ac:spMk id="19" creationId="{E96C4817-B77B-C287-D348-00A5F90A5114}"/>
          </ac:spMkLst>
        </pc:spChg>
        <pc:spChg chg="add mod">
          <ac:chgData name="totoka 3710" userId="fbb77386e644ec64" providerId="LiveId" clId="{98308435-7D73-4795-B818-A5B2164A6CD2}" dt="2026-01-08T09:38:48.369" v="8626" actId="1076"/>
          <ac:spMkLst>
            <pc:docMk/>
            <pc:sldMk cId="2004289496" sldId="278"/>
            <ac:spMk id="20" creationId="{DB8FAB8D-B802-8124-C3C4-4EBEA0323740}"/>
          </ac:spMkLst>
        </pc:spChg>
        <pc:grpChg chg="add del mod">
          <ac:chgData name="totoka 3710" userId="fbb77386e644ec64" providerId="LiveId" clId="{98308435-7D73-4795-B818-A5B2164A6CD2}" dt="2026-01-08T09:39:38.659" v="8632" actId="478"/>
          <ac:grpSpMkLst>
            <pc:docMk/>
            <pc:sldMk cId="2004289496" sldId="278"/>
            <ac:grpSpMk id="21" creationId="{C3297BDC-E09D-043D-A803-EC47A5F80FF4}"/>
          </ac:grpSpMkLst>
        </pc:grpChg>
        <pc:graphicFrameChg chg="mod">
          <ac:chgData name="totoka 3710" userId="fbb77386e644ec64" providerId="LiveId" clId="{98308435-7D73-4795-B818-A5B2164A6CD2}" dt="2026-01-08T09:36:55.300" v="8563" actId="1076"/>
          <ac:graphicFrameMkLst>
            <pc:docMk/>
            <pc:sldMk cId="2004289496" sldId="278"/>
            <ac:graphicFrameMk id="14" creationId="{FB537B4B-A1A9-B487-C6CE-AEB48F5C2045}"/>
          </ac:graphicFrameMkLst>
        </pc:graphicFrameChg>
        <pc:picChg chg="add del mod">
          <ac:chgData name="totoka 3710" userId="fbb77386e644ec64" providerId="LiveId" clId="{98308435-7D73-4795-B818-A5B2164A6CD2}" dt="2026-01-08T09:27:29.252" v="8137" actId="22"/>
          <ac:picMkLst>
            <pc:docMk/>
            <pc:sldMk cId="2004289496" sldId="278"/>
            <ac:picMk id="4" creationId="{7B38ADB3-CA31-2385-9191-960D62BB14A7}"/>
          </ac:picMkLst>
        </pc:picChg>
        <pc:picChg chg="add del mod">
          <ac:chgData name="totoka 3710" userId="fbb77386e644ec64" providerId="LiveId" clId="{98308435-7D73-4795-B818-A5B2164A6CD2}" dt="2026-01-08T09:27:54.642" v="8140" actId="478"/>
          <ac:picMkLst>
            <pc:docMk/>
            <pc:sldMk cId="2004289496" sldId="278"/>
            <ac:picMk id="5" creationId="{82E66768-C612-B667-A504-DE2AEE3CA17C}"/>
          </ac:picMkLst>
        </pc:picChg>
        <pc:cxnChg chg="add mod">
          <ac:chgData name="totoka 3710" userId="fbb77386e644ec64" providerId="LiveId" clId="{98308435-7D73-4795-B818-A5B2164A6CD2}" dt="2026-01-08T09:28:11.577" v="8143" actId="14100"/>
          <ac:cxnSpMkLst>
            <pc:docMk/>
            <pc:sldMk cId="2004289496" sldId="278"/>
            <ac:cxnSpMk id="7" creationId="{C979F45E-237A-CD7D-C3A8-862618417E85}"/>
          </ac:cxnSpMkLst>
        </pc:cxnChg>
      </pc:sldChg>
      <pc:sldChg chg="addSp modSp add mod modTransition addAnim delAnim modAnim">
        <pc:chgData name="totoka 3710" userId="fbb77386e644ec64" providerId="LiveId" clId="{98308435-7D73-4795-B818-A5B2164A6CD2}" dt="2026-01-08T09:58:11.625" v="8704"/>
        <pc:sldMkLst>
          <pc:docMk/>
          <pc:sldMk cId="2072017934" sldId="279"/>
        </pc:sldMkLst>
        <pc:cxnChg chg="add mod">
          <ac:chgData name="totoka 3710" userId="fbb77386e644ec64" providerId="LiveId" clId="{98308435-7D73-4795-B818-A5B2164A6CD2}" dt="2026-01-08T09:45:49.593" v="8653" actId="14100"/>
          <ac:cxnSpMkLst>
            <pc:docMk/>
            <pc:sldMk cId="2072017934" sldId="279"/>
            <ac:cxnSpMk id="2" creationId="{BE0550DC-C528-BA39-2C3A-9C7FC222707F}"/>
          </ac:cxnSpMkLst>
        </pc:cxnChg>
        <pc:cxnChg chg="mod">
          <ac:chgData name="totoka 3710" userId="fbb77386e644ec64" providerId="LiveId" clId="{98308435-7D73-4795-B818-A5B2164A6CD2}" dt="2026-01-08T09:54:54.416" v="8688" actId="1035"/>
          <ac:cxnSpMkLst>
            <pc:docMk/>
            <pc:sldMk cId="2072017934" sldId="279"/>
            <ac:cxnSpMk id="7" creationId="{3BEA8E35-61D6-9DEE-BB7F-CEFBFB7D2317}"/>
          </ac:cxnSpMkLst>
        </pc:cxnChg>
      </pc:sldChg>
      <pc:sldChg chg="addSp delSp modSp add mod modTransition delAnim modAnim">
        <pc:chgData name="totoka 3710" userId="fbb77386e644ec64" providerId="LiveId" clId="{98308435-7D73-4795-B818-A5B2164A6CD2}" dt="2026-01-08T09:57:53.006" v="8703"/>
        <pc:sldMkLst>
          <pc:docMk/>
          <pc:sldMk cId="2061342876" sldId="280"/>
        </pc:sldMkLst>
        <pc:spChg chg="add mod">
          <ac:chgData name="totoka 3710" userId="fbb77386e644ec64" providerId="LiveId" clId="{98308435-7D73-4795-B818-A5B2164A6CD2}" dt="2026-01-08T09:55:24.548" v="8689"/>
          <ac:spMkLst>
            <pc:docMk/>
            <pc:sldMk cId="2061342876" sldId="280"/>
            <ac:spMk id="4" creationId="{01E013ED-CC2B-E0FF-B3B0-982AEE2A81E2}"/>
          </ac:spMkLst>
        </pc:spChg>
        <pc:spChg chg="add mod">
          <ac:chgData name="totoka 3710" userId="fbb77386e644ec64" providerId="LiveId" clId="{98308435-7D73-4795-B818-A5B2164A6CD2}" dt="2026-01-08T09:55:24.548" v="8689"/>
          <ac:spMkLst>
            <pc:docMk/>
            <pc:sldMk cId="2061342876" sldId="280"/>
            <ac:spMk id="5" creationId="{FA27FE4F-0293-EAD2-269F-D44BF9D5827C}"/>
          </ac:spMkLst>
        </pc:spChg>
        <pc:spChg chg="add mod">
          <ac:chgData name="totoka 3710" userId="fbb77386e644ec64" providerId="LiveId" clId="{98308435-7D73-4795-B818-A5B2164A6CD2}" dt="2026-01-08T09:55:24.548" v="8689"/>
          <ac:spMkLst>
            <pc:docMk/>
            <pc:sldMk cId="2061342876" sldId="280"/>
            <ac:spMk id="8" creationId="{1861AFA4-6A04-04C9-B67D-056711566A19}"/>
          </ac:spMkLst>
        </pc:spChg>
        <pc:spChg chg="mod">
          <ac:chgData name="totoka 3710" userId="fbb77386e644ec64" providerId="LiveId" clId="{98308435-7D73-4795-B818-A5B2164A6CD2}" dt="2026-01-08T09:47:01.702" v="8659" actId="1076"/>
          <ac:spMkLst>
            <pc:docMk/>
            <pc:sldMk cId="2061342876" sldId="280"/>
            <ac:spMk id="11" creationId="{08551E4A-1659-D16F-8859-6132AA877FF2}"/>
          </ac:spMkLst>
        </pc:spChg>
        <pc:spChg chg="del">
          <ac:chgData name="totoka 3710" userId="fbb77386e644ec64" providerId="LiveId" clId="{98308435-7D73-4795-B818-A5B2164A6CD2}" dt="2026-01-08T09:46:54.616" v="8658" actId="478"/>
          <ac:spMkLst>
            <pc:docMk/>
            <pc:sldMk cId="2061342876" sldId="280"/>
            <ac:spMk id="13" creationId="{B33A9EF0-CA99-3F3C-3928-E8EFB9ADABC7}"/>
          </ac:spMkLst>
        </pc:spChg>
        <pc:picChg chg="add">
          <ac:chgData name="totoka 3710" userId="fbb77386e644ec64" providerId="LiveId" clId="{98308435-7D73-4795-B818-A5B2164A6CD2}" dt="2026-01-08T09:55:38.096" v="8694"/>
          <ac:picMkLst>
            <pc:docMk/>
            <pc:sldMk cId="2061342876" sldId="280"/>
            <ac:picMk id="10" creationId="{90CC4787-ED21-1209-55BF-D2F15CAB4D37}"/>
          </ac:picMkLst>
        </pc:picChg>
        <pc:cxnChg chg="mod">
          <ac:chgData name="totoka 3710" userId="fbb77386e644ec64" providerId="LiveId" clId="{98308435-7D73-4795-B818-A5B2164A6CD2}" dt="2026-01-08T09:47:13.961" v="8661" actId="1076"/>
          <ac:cxnSpMkLst>
            <pc:docMk/>
            <pc:sldMk cId="2061342876" sldId="280"/>
            <ac:cxnSpMk id="2" creationId="{5F3FE602-E482-D64E-AAA7-7ABFADE86BF5}"/>
          </ac:cxnSpMkLst>
        </pc:cxnChg>
        <pc:cxnChg chg="del">
          <ac:chgData name="totoka 3710" userId="fbb77386e644ec64" providerId="LiveId" clId="{98308435-7D73-4795-B818-A5B2164A6CD2}" dt="2026-01-08T09:47:09.645" v="8660" actId="478"/>
          <ac:cxnSpMkLst>
            <pc:docMk/>
            <pc:sldMk cId="2061342876" sldId="280"/>
            <ac:cxnSpMk id="7" creationId="{DA40880B-B0FC-3331-F963-1D5003FA0583}"/>
          </ac:cxnSpMkLst>
        </pc:cxnChg>
      </pc:sldChg>
      <pc:sldChg chg="add">
        <pc:chgData name="totoka 3710" userId="fbb77386e644ec64" providerId="LiveId" clId="{98308435-7D73-4795-B818-A5B2164A6CD2}" dt="2026-01-08T09:55:47.846" v="8697"/>
        <pc:sldMkLst>
          <pc:docMk/>
          <pc:sldMk cId="262053083" sldId="281"/>
        </pc:sldMkLst>
      </pc:sldChg>
      <pc:sldChg chg="add del setBg">
        <pc:chgData name="totoka 3710" userId="fbb77386e644ec64" providerId="LiveId" clId="{98308435-7D73-4795-B818-A5B2164A6CD2}" dt="2026-01-08T09:55:38.042" v="8693"/>
        <pc:sldMkLst>
          <pc:docMk/>
          <pc:sldMk cId="368468314" sldId="281"/>
        </pc:sldMkLst>
      </pc:sldChg>
      <pc:sldChg chg="add del setBg">
        <pc:chgData name="totoka 3710" userId="fbb77386e644ec64" providerId="LiveId" clId="{98308435-7D73-4795-B818-A5B2164A6CD2}" dt="2026-01-08T09:55:47.833" v="8696"/>
        <pc:sldMkLst>
          <pc:docMk/>
          <pc:sldMk cId="1667939779" sldId="281"/>
        </pc:sldMkLst>
      </pc:sldChg>
      <pc:sldChg chg="add del setBg">
        <pc:chgData name="totoka 3710" userId="fbb77386e644ec64" providerId="LiveId" clId="{98308435-7D73-4795-B818-A5B2164A6CD2}" dt="2026-01-08T09:55:34.149" v="8691"/>
        <pc:sldMkLst>
          <pc:docMk/>
          <pc:sldMk cId="2601905591" sldId="281"/>
        </pc:sldMkLst>
      </pc:sldChg>
      <pc:sldChg chg="add">
        <pc:chgData name="totoka 3710" userId="fbb77386e644ec64" providerId="LiveId" clId="{98308435-7D73-4795-B818-A5B2164A6CD2}" dt="2026-01-08T09:56:41.345" v="8700"/>
        <pc:sldMkLst>
          <pc:docMk/>
          <pc:sldMk cId="1780589395" sldId="282"/>
        </pc:sldMkLst>
      </pc:sldChg>
      <pc:sldChg chg="add del setBg">
        <pc:chgData name="totoka 3710" userId="fbb77386e644ec64" providerId="LiveId" clId="{98308435-7D73-4795-B818-A5B2164A6CD2}" dt="2026-01-08T09:56:41.332" v="8699"/>
        <pc:sldMkLst>
          <pc:docMk/>
          <pc:sldMk cId="2679614693" sldId="282"/>
        </pc:sldMkLst>
      </pc:sldChg>
      <pc:sldChg chg="modSp add mod">
        <pc:chgData name="totoka 3710" userId="fbb77386e644ec64" providerId="LiveId" clId="{98308435-7D73-4795-B818-A5B2164A6CD2}" dt="2026-01-08T10:00:06.695" v="8749" actId="1035"/>
        <pc:sldMkLst>
          <pc:docMk/>
          <pc:sldMk cId="1266809087" sldId="283"/>
        </pc:sldMkLst>
        <pc:spChg chg="mod">
          <ac:chgData name="totoka 3710" userId="fbb77386e644ec64" providerId="LiveId" clId="{98308435-7D73-4795-B818-A5B2164A6CD2}" dt="2026-01-08T10:00:06.695" v="8749" actId="1035"/>
          <ac:spMkLst>
            <pc:docMk/>
            <pc:sldMk cId="1266809087" sldId="283"/>
            <ac:spMk id="9" creationId="{78635B1C-5525-A3DF-FA10-6901CDDF360A}"/>
          </ac:spMkLst>
        </pc:spChg>
      </pc:sldChg>
      <pc:sldChg chg="add del setBg">
        <pc:chgData name="totoka 3710" userId="fbb77386e644ec64" providerId="LiveId" clId="{98308435-7D73-4795-B818-A5B2164A6CD2}" dt="2026-01-08T09:59:44.001" v="8706"/>
        <pc:sldMkLst>
          <pc:docMk/>
          <pc:sldMk cId="3072408722" sldId="283"/>
        </pc:sldMkLst>
      </pc:sldChg>
      <pc:sldChg chg="modSp add mod">
        <pc:chgData name="totoka 3710" userId="fbb77386e644ec64" providerId="LiveId" clId="{98308435-7D73-4795-B818-A5B2164A6CD2}" dt="2026-01-08T10:00:47.997" v="8762" actId="1076"/>
        <pc:sldMkLst>
          <pc:docMk/>
          <pc:sldMk cId="3937054258" sldId="284"/>
        </pc:sldMkLst>
        <pc:spChg chg="mod">
          <ac:chgData name="totoka 3710" userId="fbb77386e644ec64" providerId="LiveId" clId="{98308435-7D73-4795-B818-A5B2164A6CD2}" dt="2026-01-08T10:00:47.997" v="8762" actId="1076"/>
          <ac:spMkLst>
            <pc:docMk/>
            <pc:sldMk cId="3937054258" sldId="284"/>
            <ac:spMk id="5" creationId="{27839E4B-6381-DDC4-4051-08B5F722A8A1}"/>
          </ac:spMkLst>
        </pc:spChg>
        <pc:spChg chg="mod">
          <ac:chgData name="totoka 3710" userId="fbb77386e644ec64" providerId="LiveId" clId="{98308435-7D73-4795-B818-A5B2164A6CD2}" dt="2026-01-08T10:00:41.749" v="8761" actId="1035"/>
          <ac:spMkLst>
            <pc:docMk/>
            <pc:sldMk cId="3937054258" sldId="284"/>
            <ac:spMk id="9" creationId="{2CFE81B5-D286-3102-A9FD-5BB200284B1D}"/>
          </ac:spMkLst>
        </pc:spChg>
      </pc:sldChg>
      <pc:sldChg chg="addSp delSp modSp add mod">
        <pc:chgData name="totoka 3710" userId="fbb77386e644ec64" providerId="LiveId" clId="{98308435-7D73-4795-B818-A5B2164A6CD2}" dt="2026-01-08T10:09:32.858" v="9276" actId="478"/>
        <pc:sldMkLst>
          <pc:docMk/>
          <pc:sldMk cId="2246058796" sldId="285"/>
        </pc:sldMkLst>
        <pc:spChg chg="mod">
          <ac:chgData name="totoka 3710" userId="fbb77386e644ec64" providerId="LiveId" clId="{98308435-7D73-4795-B818-A5B2164A6CD2}" dt="2026-01-08T10:02:46.302" v="8874" actId="1035"/>
          <ac:spMkLst>
            <pc:docMk/>
            <pc:sldMk cId="2246058796" sldId="285"/>
            <ac:spMk id="2" creationId="{690A7930-819C-D3DF-16A3-4DCAEFCFFEA8}"/>
          </ac:spMkLst>
        </pc:spChg>
        <pc:spChg chg="mod">
          <ac:chgData name="totoka 3710" userId="fbb77386e644ec64" providerId="LiveId" clId="{98308435-7D73-4795-B818-A5B2164A6CD2}" dt="2026-01-08T10:02:46.302" v="8874" actId="1035"/>
          <ac:spMkLst>
            <pc:docMk/>
            <pc:sldMk cId="2246058796" sldId="285"/>
            <ac:spMk id="3" creationId="{560C3001-BF01-3C8E-7A29-C8574E00D463}"/>
          </ac:spMkLst>
        </pc:spChg>
        <pc:spChg chg="add del mod">
          <ac:chgData name="totoka 3710" userId="fbb77386e644ec64" providerId="LiveId" clId="{98308435-7D73-4795-B818-A5B2164A6CD2}" dt="2026-01-08T10:09:32.858" v="9276" actId="478"/>
          <ac:spMkLst>
            <pc:docMk/>
            <pc:sldMk cId="2246058796" sldId="285"/>
            <ac:spMk id="4" creationId="{726ABEF5-687D-D61A-348E-5EEF2EC7BEB6}"/>
          </ac:spMkLst>
        </pc:spChg>
        <pc:spChg chg="mod">
          <ac:chgData name="totoka 3710" userId="fbb77386e644ec64" providerId="LiveId" clId="{98308435-7D73-4795-B818-A5B2164A6CD2}" dt="2026-01-08T10:01:54.653" v="8767" actId="1076"/>
          <ac:spMkLst>
            <pc:docMk/>
            <pc:sldMk cId="2246058796" sldId="285"/>
            <ac:spMk id="5" creationId="{9A410B03-B871-0DC2-77B1-EE63724EA566}"/>
          </ac:spMkLst>
        </pc:spChg>
        <pc:spChg chg="add del mod">
          <ac:chgData name="totoka 3710" userId="fbb77386e644ec64" providerId="LiveId" clId="{98308435-7D73-4795-B818-A5B2164A6CD2}" dt="2026-01-08T10:09:32.858" v="9276" actId="478"/>
          <ac:spMkLst>
            <pc:docMk/>
            <pc:sldMk cId="2246058796" sldId="285"/>
            <ac:spMk id="6" creationId="{E3A7D79C-2A3B-F097-EA85-5A95E60C07CC}"/>
          </ac:spMkLst>
        </pc:spChg>
        <pc:spChg chg="mod">
          <ac:chgData name="totoka 3710" userId="fbb77386e644ec64" providerId="LiveId" clId="{98308435-7D73-4795-B818-A5B2164A6CD2}" dt="2026-01-08T10:02:37.619" v="8816" actId="1036"/>
          <ac:spMkLst>
            <pc:docMk/>
            <pc:sldMk cId="2246058796" sldId="285"/>
            <ac:spMk id="7" creationId="{60D54DA7-79C0-9415-8B22-EA080A903502}"/>
          </ac:spMkLst>
        </pc:spChg>
        <pc:spChg chg="add del mod">
          <ac:chgData name="totoka 3710" userId="fbb77386e644ec64" providerId="LiveId" clId="{98308435-7D73-4795-B818-A5B2164A6CD2}" dt="2026-01-08T10:09:32.858" v="9276" actId="478"/>
          <ac:spMkLst>
            <pc:docMk/>
            <pc:sldMk cId="2246058796" sldId="285"/>
            <ac:spMk id="8" creationId="{27943598-137A-4F56-A1B9-3EF0E6340A76}"/>
          </ac:spMkLst>
        </pc:spChg>
        <pc:spChg chg="mod">
          <ac:chgData name="totoka 3710" userId="fbb77386e644ec64" providerId="LiveId" clId="{98308435-7D73-4795-B818-A5B2164A6CD2}" dt="2026-01-08T10:02:17.262" v="8771" actId="14100"/>
          <ac:spMkLst>
            <pc:docMk/>
            <pc:sldMk cId="2246058796" sldId="285"/>
            <ac:spMk id="9" creationId="{A6A9F4A1-CD49-3424-13D2-2175E18DBCF1}"/>
          </ac:spMkLst>
        </pc:spChg>
        <pc:spChg chg="add del mod">
          <ac:chgData name="totoka 3710" userId="fbb77386e644ec64" providerId="LiveId" clId="{98308435-7D73-4795-B818-A5B2164A6CD2}" dt="2026-01-08T10:09:32.858" v="9276" actId="478"/>
          <ac:spMkLst>
            <pc:docMk/>
            <pc:sldMk cId="2246058796" sldId="285"/>
            <ac:spMk id="10" creationId="{55AB9478-DE01-1D44-3E47-93F3EA183327}"/>
          </ac:spMkLst>
        </pc:spChg>
        <pc:spChg chg="add mod">
          <ac:chgData name="totoka 3710" userId="fbb77386e644ec64" providerId="LiveId" clId="{98308435-7D73-4795-B818-A5B2164A6CD2}" dt="2026-01-08T10:07:23.705" v="9141"/>
          <ac:spMkLst>
            <pc:docMk/>
            <pc:sldMk cId="2246058796" sldId="285"/>
            <ac:spMk id="11" creationId="{726ABEF5-687D-D61A-348E-5EEF2EC7BEB6}"/>
          </ac:spMkLst>
        </pc:spChg>
        <pc:spChg chg="add del mod">
          <ac:chgData name="totoka 3710" userId="fbb77386e644ec64" providerId="LiveId" clId="{98308435-7D73-4795-B818-A5B2164A6CD2}" dt="2026-01-08T10:09:32.858" v="9276" actId="478"/>
          <ac:spMkLst>
            <pc:docMk/>
            <pc:sldMk cId="2246058796" sldId="285"/>
            <ac:spMk id="12" creationId="{D5AA6196-8309-3DA8-0182-D351411B0594}"/>
          </ac:spMkLst>
        </pc:spChg>
        <pc:spChg chg="add del mod">
          <ac:chgData name="totoka 3710" userId="fbb77386e644ec64" providerId="LiveId" clId="{98308435-7D73-4795-B818-A5B2164A6CD2}" dt="2026-01-08T10:09:32.858" v="9276" actId="478"/>
          <ac:spMkLst>
            <pc:docMk/>
            <pc:sldMk cId="2246058796" sldId="285"/>
            <ac:spMk id="13" creationId="{17FBE95F-7E73-8308-9D0D-A21D4F45AE9F}"/>
          </ac:spMkLst>
        </pc:spChg>
      </pc:sldChg>
      <pc:sldChg chg="addSp delSp modSp add mod modTransition">
        <pc:chgData name="totoka 3710" userId="fbb77386e644ec64" providerId="LiveId" clId="{98308435-7D73-4795-B818-A5B2164A6CD2}" dt="2026-01-08T10:55:15.460" v="10840"/>
        <pc:sldMkLst>
          <pc:docMk/>
          <pc:sldMk cId="253839519" sldId="286"/>
        </pc:sldMkLst>
        <pc:spChg chg="del">
          <ac:chgData name="totoka 3710" userId="fbb77386e644ec64" providerId="LiveId" clId="{98308435-7D73-4795-B818-A5B2164A6CD2}" dt="2026-01-08T10:09:38.343" v="9277" actId="478"/>
          <ac:spMkLst>
            <pc:docMk/>
            <pc:sldMk cId="253839519" sldId="286"/>
            <ac:spMk id="2" creationId="{7132C8E6-9243-C65A-7F03-E0828C235E47}"/>
          </ac:spMkLst>
        </pc:spChg>
        <pc:spChg chg="del">
          <ac:chgData name="totoka 3710" userId="fbb77386e644ec64" providerId="LiveId" clId="{98308435-7D73-4795-B818-A5B2164A6CD2}" dt="2026-01-08T10:09:38.343" v="9277" actId="478"/>
          <ac:spMkLst>
            <pc:docMk/>
            <pc:sldMk cId="253839519" sldId="286"/>
            <ac:spMk id="3" creationId="{CF9428B0-B382-00CA-4B58-33D097F94DD0}"/>
          </ac:spMkLst>
        </pc:spChg>
        <pc:spChg chg="del mod">
          <ac:chgData name="totoka 3710" userId="fbb77386e644ec64" providerId="LiveId" clId="{98308435-7D73-4795-B818-A5B2164A6CD2}" dt="2026-01-08T10:31:01.037" v="9709" actId="478"/>
          <ac:spMkLst>
            <pc:docMk/>
            <pc:sldMk cId="253839519" sldId="286"/>
            <ac:spMk id="4" creationId="{E370DEF5-E0F3-E6F2-FED6-5C0E4CB50D88}"/>
          </ac:spMkLst>
        </pc:spChg>
        <pc:spChg chg="mod">
          <ac:chgData name="totoka 3710" userId="fbb77386e644ec64" providerId="LiveId" clId="{98308435-7D73-4795-B818-A5B2164A6CD2}" dt="2026-01-08T10:21:48.362" v="9414" actId="207"/>
          <ac:spMkLst>
            <pc:docMk/>
            <pc:sldMk cId="253839519" sldId="286"/>
            <ac:spMk id="6" creationId="{AC7DB9B0-A733-16EB-CE8B-97AD131CD491}"/>
          </ac:spMkLst>
        </pc:spChg>
        <pc:spChg chg="del">
          <ac:chgData name="totoka 3710" userId="fbb77386e644ec64" providerId="LiveId" clId="{98308435-7D73-4795-B818-A5B2164A6CD2}" dt="2026-01-08T10:09:40.683" v="9278" actId="478"/>
          <ac:spMkLst>
            <pc:docMk/>
            <pc:sldMk cId="253839519" sldId="286"/>
            <ac:spMk id="7" creationId="{C8228D1E-3997-4A35-389A-92C1CB99D419}"/>
          </ac:spMkLst>
        </pc:spChg>
        <pc:spChg chg="mod">
          <ac:chgData name="totoka 3710" userId="fbb77386e644ec64" providerId="LiveId" clId="{98308435-7D73-4795-B818-A5B2164A6CD2}" dt="2026-01-08T10:21:48.362" v="9414" actId="207"/>
          <ac:spMkLst>
            <pc:docMk/>
            <pc:sldMk cId="253839519" sldId="286"/>
            <ac:spMk id="8" creationId="{25E71977-1DAD-7D1A-7426-69C9B77140B0}"/>
          </ac:spMkLst>
        </pc:spChg>
        <pc:spChg chg="mod">
          <ac:chgData name="totoka 3710" userId="fbb77386e644ec64" providerId="LiveId" clId="{98308435-7D73-4795-B818-A5B2164A6CD2}" dt="2026-01-08T10:21:48.362" v="9414" actId="207"/>
          <ac:spMkLst>
            <pc:docMk/>
            <pc:sldMk cId="253839519" sldId="286"/>
            <ac:spMk id="10" creationId="{895C2369-D6BE-2518-E41A-47936436FA93}"/>
          </ac:spMkLst>
        </pc:spChg>
        <pc:spChg chg="add mod">
          <ac:chgData name="totoka 3710" userId="fbb77386e644ec64" providerId="LiveId" clId="{98308435-7D73-4795-B818-A5B2164A6CD2}" dt="2026-01-08T10:23:37.525" v="9514" actId="20577"/>
          <ac:spMkLst>
            <pc:docMk/>
            <pc:sldMk cId="253839519" sldId="286"/>
            <ac:spMk id="11" creationId="{4433DE42-E24D-385F-29FA-4364EF325A59}"/>
          </ac:spMkLst>
        </pc:spChg>
        <pc:spChg chg="mod">
          <ac:chgData name="totoka 3710" userId="fbb77386e644ec64" providerId="LiveId" clId="{98308435-7D73-4795-B818-A5B2164A6CD2}" dt="2026-01-08T10:21:48.362" v="9414" actId="207"/>
          <ac:spMkLst>
            <pc:docMk/>
            <pc:sldMk cId="253839519" sldId="286"/>
            <ac:spMk id="12" creationId="{E16D7EAD-CC1E-6737-7413-BA435A9CEC3E}"/>
          </ac:spMkLst>
        </pc:spChg>
        <pc:spChg chg="mod">
          <ac:chgData name="totoka 3710" userId="fbb77386e644ec64" providerId="LiveId" clId="{98308435-7D73-4795-B818-A5B2164A6CD2}" dt="2026-01-08T10:21:48.362" v="9414" actId="207"/>
          <ac:spMkLst>
            <pc:docMk/>
            <pc:sldMk cId="253839519" sldId="286"/>
            <ac:spMk id="13" creationId="{91ED73F0-3595-D90F-6A33-5484EFD94C68}"/>
          </ac:spMkLst>
        </pc:spChg>
        <pc:spChg chg="add mod">
          <ac:chgData name="totoka 3710" userId="fbb77386e644ec64" providerId="LiveId" clId="{98308435-7D73-4795-B818-A5B2164A6CD2}" dt="2026-01-08T10:24:15.223" v="9549" actId="20577"/>
          <ac:spMkLst>
            <pc:docMk/>
            <pc:sldMk cId="253839519" sldId="286"/>
            <ac:spMk id="14" creationId="{D78901F7-127F-2B82-E329-077C1647EC14}"/>
          </ac:spMkLst>
        </pc:spChg>
        <pc:spChg chg="add mod">
          <ac:chgData name="totoka 3710" userId="fbb77386e644ec64" providerId="LiveId" clId="{98308435-7D73-4795-B818-A5B2164A6CD2}" dt="2026-01-08T10:24:36.371" v="9609" actId="20577"/>
          <ac:spMkLst>
            <pc:docMk/>
            <pc:sldMk cId="253839519" sldId="286"/>
            <ac:spMk id="15" creationId="{C4FE4ED8-05F1-360D-A2E1-0C3EE21DB95A}"/>
          </ac:spMkLst>
        </pc:spChg>
        <pc:spChg chg="add del mod">
          <ac:chgData name="totoka 3710" userId="fbb77386e644ec64" providerId="LiveId" clId="{98308435-7D73-4795-B818-A5B2164A6CD2}" dt="2026-01-08T10:25:34.700" v="9611" actId="478"/>
          <ac:spMkLst>
            <pc:docMk/>
            <pc:sldMk cId="253839519" sldId="286"/>
            <ac:spMk id="16" creationId="{D106BFE4-E0A9-900E-89DE-835742CD05DA}"/>
          </ac:spMkLst>
        </pc:spChg>
        <pc:spChg chg="add del mod">
          <ac:chgData name="totoka 3710" userId="fbb77386e644ec64" providerId="LiveId" clId="{98308435-7D73-4795-B818-A5B2164A6CD2}" dt="2026-01-08T10:25:35.840" v="9612" actId="478"/>
          <ac:spMkLst>
            <pc:docMk/>
            <pc:sldMk cId="253839519" sldId="286"/>
            <ac:spMk id="17" creationId="{BA5E33E3-A34B-7E56-0983-BAE628D13498}"/>
          </ac:spMkLst>
        </pc:spChg>
        <pc:spChg chg="add mod ord">
          <ac:chgData name="totoka 3710" userId="fbb77386e644ec64" providerId="LiveId" clId="{98308435-7D73-4795-B818-A5B2164A6CD2}" dt="2026-01-08T10:26:06.270" v="9623" actId="14100"/>
          <ac:spMkLst>
            <pc:docMk/>
            <pc:sldMk cId="253839519" sldId="286"/>
            <ac:spMk id="18" creationId="{00BE2E1E-C264-EBBD-C8C3-F71856BED2EF}"/>
          </ac:spMkLst>
        </pc:spChg>
        <pc:spChg chg="add mod ord">
          <ac:chgData name="totoka 3710" userId="fbb77386e644ec64" providerId="LiveId" clId="{98308435-7D73-4795-B818-A5B2164A6CD2}" dt="2026-01-08T10:23:22.503" v="9491" actId="14100"/>
          <ac:spMkLst>
            <pc:docMk/>
            <pc:sldMk cId="253839519" sldId="286"/>
            <ac:spMk id="19" creationId="{D83BCF21-E781-3A35-A0F1-B0DA83129664}"/>
          </ac:spMkLst>
        </pc:spChg>
        <pc:spChg chg="add mod ord">
          <ac:chgData name="totoka 3710" userId="fbb77386e644ec64" providerId="LiveId" clId="{98308435-7D73-4795-B818-A5B2164A6CD2}" dt="2026-01-08T10:31:07.067" v="9723"/>
          <ac:spMkLst>
            <pc:docMk/>
            <pc:sldMk cId="253839519" sldId="286"/>
            <ac:spMk id="20" creationId="{8AAC614B-FE48-2909-E45E-4D6C413CBB71}"/>
          </ac:spMkLst>
        </pc:spChg>
      </pc:sldChg>
      <pc:sldChg chg="add ord">
        <pc:chgData name="totoka 3710" userId="fbb77386e644ec64" providerId="LiveId" clId="{98308435-7D73-4795-B818-A5B2164A6CD2}" dt="2026-01-08T10:27:11.338" v="9626"/>
        <pc:sldMkLst>
          <pc:docMk/>
          <pc:sldMk cId="1595735724" sldId="287"/>
        </pc:sldMkLst>
      </pc:sldChg>
      <pc:sldChg chg="addSp delSp modSp add mod modTransition modAnim">
        <pc:chgData name="totoka 3710" userId="fbb77386e644ec64" providerId="LiveId" clId="{98308435-7D73-4795-B818-A5B2164A6CD2}" dt="2026-01-08T10:56:37.306" v="10851"/>
        <pc:sldMkLst>
          <pc:docMk/>
          <pc:sldMk cId="2967450468" sldId="288"/>
        </pc:sldMkLst>
        <pc:spChg chg="add mod ord">
          <ac:chgData name="totoka 3710" userId="fbb77386e644ec64" providerId="LiveId" clId="{98308435-7D73-4795-B818-A5B2164A6CD2}" dt="2026-01-08T10:31:16.951" v="9738"/>
          <ac:spMkLst>
            <pc:docMk/>
            <pc:sldMk cId="2967450468" sldId="288"/>
            <ac:spMk id="2" creationId="{AC32D8D8-B6A3-15C6-4953-17B0C81D3BAC}"/>
          </ac:spMkLst>
        </pc:spChg>
        <pc:spChg chg="del">
          <ac:chgData name="totoka 3710" userId="fbb77386e644ec64" providerId="LiveId" clId="{98308435-7D73-4795-B818-A5B2164A6CD2}" dt="2026-01-08T10:31:10.789" v="9724" actId="478"/>
          <ac:spMkLst>
            <pc:docMk/>
            <pc:sldMk cId="2967450468" sldId="288"/>
            <ac:spMk id="4" creationId="{A516CCA2-0FED-2E31-711B-3134D1C8DC89}"/>
          </ac:spMkLst>
        </pc:spChg>
        <pc:spChg chg="mod">
          <ac:chgData name="totoka 3710" userId="fbb77386e644ec64" providerId="LiveId" clId="{98308435-7D73-4795-B818-A5B2164A6CD2}" dt="2026-01-08T10:31:30.237" v="9768" actId="1035"/>
          <ac:spMkLst>
            <pc:docMk/>
            <pc:sldMk cId="2967450468" sldId="288"/>
            <ac:spMk id="6" creationId="{D1E068B0-6308-1B3C-5607-3D3227787AD4}"/>
          </ac:spMkLst>
        </pc:spChg>
        <pc:spChg chg="mod">
          <ac:chgData name="totoka 3710" userId="fbb77386e644ec64" providerId="LiveId" clId="{98308435-7D73-4795-B818-A5B2164A6CD2}" dt="2026-01-08T10:31:30.237" v="9768" actId="1035"/>
          <ac:spMkLst>
            <pc:docMk/>
            <pc:sldMk cId="2967450468" sldId="288"/>
            <ac:spMk id="8" creationId="{D98C036D-F0E7-1A95-D68D-A36E2DF53976}"/>
          </ac:spMkLst>
        </pc:spChg>
        <pc:spChg chg="mod">
          <ac:chgData name="totoka 3710" userId="fbb77386e644ec64" providerId="LiveId" clId="{98308435-7D73-4795-B818-A5B2164A6CD2}" dt="2026-01-08T10:31:30.237" v="9768" actId="1035"/>
          <ac:spMkLst>
            <pc:docMk/>
            <pc:sldMk cId="2967450468" sldId="288"/>
            <ac:spMk id="10" creationId="{0DC1D20A-3D15-A56E-CA31-57D48A8BB22C}"/>
          </ac:spMkLst>
        </pc:spChg>
        <pc:spChg chg="mod">
          <ac:chgData name="totoka 3710" userId="fbb77386e644ec64" providerId="LiveId" clId="{98308435-7D73-4795-B818-A5B2164A6CD2}" dt="2026-01-08T10:31:36.146" v="9781" actId="1036"/>
          <ac:spMkLst>
            <pc:docMk/>
            <pc:sldMk cId="2967450468" sldId="288"/>
            <ac:spMk id="11" creationId="{689F9BBA-C19F-EA6B-A5C3-6FEDCACE9B45}"/>
          </ac:spMkLst>
        </pc:spChg>
        <pc:spChg chg="mod">
          <ac:chgData name="totoka 3710" userId="fbb77386e644ec64" providerId="LiveId" clId="{98308435-7D73-4795-B818-A5B2164A6CD2}" dt="2026-01-08T10:31:30.237" v="9768" actId="1035"/>
          <ac:spMkLst>
            <pc:docMk/>
            <pc:sldMk cId="2967450468" sldId="288"/>
            <ac:spMk id="12" creationId="{723DFD37-A715-E15B-8AFF-A15466CB609E}"/>
          </ac:spMkLst>
        </pc:spChg>
        <pc:spChg chg="mod">
          <ac:chgData name="totoka 3710" userId="fbb77386e644ec64" providerId="LiveId" clId="{98308435-7D73-4795-B818-A5B2164A6CD2}" dt="2026-01-08T10:31:30.237" v="9768" actId="1035"/>
          <ac:spMkLst>
            <pc:docMk/>
            <pc:sldMk cId="2967450468" sldId="288"/>
            <ac:spMk id="13" creationId="{07DDD11B-683A-F6A0-BF17-EB835958C942}"/>
          </ac:spMkLst>
        </pc:spChg>
        <pc:spChg chg="mod">
          <ac:chgData name="totoka 3710" userId="fbb77386e644ec64" providerId="LiveId" clId="{98308435-7D73-4795-B818-A5B2164A6CD2}" dt="2026-01-08T10:31:36.146" v="9781" actId="1036"/>
          <ac:spMkLst>
            <pc:docMk/>
            <pc:sldMk cId="2967450468" sldId="288"/>
            <ac:spMk id="14" creationId="{78E7AFF9-DF19-B7AE-01B6-B27718AEDB70}"/>
          </ac:spMkLst>
        </pc:spChg>
        <pc:spChg chg="mod">
          <ac:chgData name="totoka 3710" userId="fbb77386e644ec64" providerId="LiveId" clId="{98308435-7D73-4795-B818-A5B2164A6CD2}" dt="2026-01-08T10:31:36.146" v="9781" actId="1036"/>
          <ac:spMkLst>
            <pc:docMk/>
            <pc:sldMk cId="2967450468" sldId="288"/>
            <ac:spMk id="15" creationId="{340E603B-D8E3-D291-810E-A269CBF79E47}"/>
          </ac:spMkLst>
        </pc:spChg>
        <pc:spChg chg="mod">
          <ac:chgData name="totoka 3710" userId="fbb77386e644ec64" providerId="LiveId" clId="{98308435-7D73-4795-B818-A5B2164A6CD2}" dt="2026-01-08T10:31:36.146" v="9781" actId="1036"/>
          <ac:spMkLst>
            <pc:docMk/>
            <pc:sldMk cId="2967450468" sldId="288"/>
            <ac:spMk id="18" creationId="{585AA45B-52C3-6BF5-81FE-D472BEE8ABF5}"/>
          </ac:spMkLst>
        </pc:spChg>
        <pc:spChg chg="mod">
          <ac:chgData name="totoka 3710" userId="fbb77386e644ec64" providerId="LiveId" clId="{98308435-7D73-4795-B818-A5B2164A6CD2}" dt="2026-01-08T10:31:30.237" v="9768" actId="1035"/>
          <ac:spMkLst>
            <pc:docMk/>
            <pc:sldMk cId="2967450468" sldId="288"/>
            <ac:spMk id="19" creationId="{F6910C92-92F7-6E54-2119-70A95ED533B6}"/>
          </ac:spMkLst>
        </pc:spChg>
        <pc:cxnChg chg="add mod">
          <ac:chgData name="totoka 3710" userId="fbb77386e644ec64" providerId="LiveId" clId="{98308435-7D73-4795-B818-A5B2164A6CD2}" dt="2026-01-08T10:56:14.581" v="10849" actId="693"/>
          <ac:cxnSpMkLst>
            <pc:docMk/>
            <pc:sldMk cId="2967450468" sldId="288"/>
            <ac:cxnSpMk id="7" creationId="{2A45E718-2D45-B4B0-92D6-2BDBCFC5C212}"/>
          </ac:cxnSpMkLst>
        </pc:cxnChg>
      </pc:sldChg>
      <pc:sldChg chg="addSp delSp modSp add mod modTransition">
        <pc:chgData name="totoka 3710" userId="fbb77386e644ec64" providerId="LiveId" clId="{98308435-7D73-4795-B818-A5B2164A6CD2}" dt="2026-01-08T10:55:24.076" v="10844"/>
        <pc:sldMkLst>
          <pc:docMk/>
          <pc:sldMk cId="1364350793" sldId="289"/>
        </pc:sldMkLst>
        <pc:spChg chg="add mod">
          <ac:chgData name="totoka 3710" userId="fbb77386e644ec64" providerId="LiveId" clId="{98308435-7D73-4795-B818-A5B2164A6CD2}" dt="2026-01-08T10:33:19.337" v="9789"/>
          <ac:spMkLst>
            <pc:docMk/>
            <pc:sldMk cId="1364350793" sldId="289"/>
            <ac:spMk id="3" creationId="{4292230C-F3D1-CE59-2636-16CFB0464C65}"/>
          </ac:spMkLst>
        </pc:spChg>
        <pc:spChg chg="add mod">
          <ac:chgData name="totoka 3710" userId="fbb77386e644ec64" providerId="LiveId" clId="{98308435-7D73-4795-B818-A5B2164A6CD2}" dt="2026-01-08T10:33:19.337" v="9789"/>
          <ac:spMkLst>
            <pc:docMk/>
            <pc:sldMk cId="1364350793" sldId="289"/>
            <ac:spMk id="4" creationId="{B62D8495-7AA3-A07B-681F-CEF59290B1AA}"/>
          </ac:spMkLst>
        </pc:spChg>
        <pc:spChg chg="mod">
          <ac:chgData name="totoka 3710" userId="fbb77386e644ec64" providerId="LiveId" clId="{98308435-7D73-4795-B818-A5B2164A6CD2}" dt="2026-01-08T10:31:54.052" v="9785" actId="207"/>
          <ac:spMkLst>
            <pc:docMk/>
            <pc:sldMk cId="1364350793" sldId="289"/>
            <ac:spMk id="6" creationId="{F1CA3894-0B18-D7CA-B7EF-DCEFE48B8CA4}"/>
          </ac:spMkLst>
        </pc:spChg>
        <pc:spChg chg="add mod">
          <ac:chgData name="totoka 3710" userId="fbb77386e644ec64" providerId="LiveId" clId="{98308435-7D73-4795-B818-A5B2164A6CD2}" dt="2026-01-08T10:33:19.337" v="9789"/>
          <ac:spMkLst>
            <pc:docMk/>
            <pc:sldMk cId="1364350793" sldId="289"/>
            <ac:spMk id="7" creationId="{17E28445-9DD5-F441-8C3A-9DADE21349A3}"/>
          </ac:spMkLst>
        </pc:spChg>
        <pc:spChg chg="mod">
          <ac:chgData name="totoka 3710" userId="fbb77386e644ec64" providerId="LiveId" clId="{98308435-7D73-4795-B818-A5B2164A6CD2}" dt="2026-01-08T10:31:54.052" v="9785" actId="207"/>
          <ac:spMkLst>
            <pc:docMk/>
            <pc:sldMk cId="1364350793" sldId="289"/>
            <ac:spMk id="8" creationId="{479DC30A-F3A5-A285-44D1-9E074DCB6F4E}"/>
          </ac:spMkLst>
        </pc:spChg>
        <pc:spChg chg="mod">
          <ac:chgData name="totoka 3710" userId="fbb77386e644ec64" providerId="LiveId" clId="{98308435-7D73-4795-B818-A5B2164A6CD2}" dt="2026-01-08T10:31:54.052" v="9785" actId="207"/>
          <ac:spMkLst>
            <pc:docMk/>
            <pc:sldMk cId="1364350793" sldId="289"/>
            <ac:spMk id="10" creationId="{73F31C98-116E-420B-7895-F0BE9AF2A559}"/>
          </ac:spMkLst>
        </pc:spChg>
        <pc:spChg chg="mod">
          <ac:chgData name="totoka 3710" userId="fbb77386e644ec64" providerId="LiveId" clId="{98308435-7D73-4795-B818-A5B2164A6CD2}" dt="2026-01-08T10:32:04.769" v="9787" actId="207"/>
          <ac:spMkLst>
            <pc:docMk/>
            <pc:sldMk cId="1364350793" sldId="289"/>
            <ac:spMk id="11" creationId="{719B921A-BC7D-3177-1D88-2C6BCAF6AF24}"/>
          </ac:spMkLst>
        </pc:spChg>
        <pc:spChg chg="mod">
          <ac:chgData name="totoka 3710" userId="fbb77386e644ec64" providerId="LiveId" clId="{98308435-7D73-4795-B818-A5B2164A6CD2}" dt="2026-01-08T10:31:54.052" v="9785" actId="207"/>
          <ac:spMkLst>
            <pc:docMk/>
            <pc:sldMk cId="1364350793" sldId="289"/>
            <ac:spMk id="12" creationId="{9071C2E9-2B7A-5E08-6D52-8DC004018D01}"/>
          </ac:spMkLst>
        </pc:spChg>
        <pc:spChg chg="mod">
          <ac:chgData name="totoka 3710" userId="fbb77386e644ec64" providerId="LiveId" clId="{98308435-7D73-4795-B818-A5B2164A6CD2}" dt="2026-01-08T10:31:54.052" v="9785" actId="207"/>
          <ac:spMkLst>
            <pc:docMk/>
            <pc:sldMk cId="1364350793" sldId="289"/>
            <ac:spMk id="13" creationId="{E61AE0AE-3FB0-FAC8-5F06-080936182439}"/>
          </ac:spMkLst>
        </pc:spChg>
        <pc:spChg chg="mod">
          <ac:chgData name="totoka 3710" userId="fbb77386e644ec64" providerId="LiveId" clId="{98308435-7D73-4795-B818-A5B2164A6CD2}" dt="2026-01-08T10:32:04.769" v="9787" actId="207"/>
          <ac:spMkLst>
            <pc:docMk/>
            <pc:sldMk cId="1364350793" sldId="289"/>
            <ac:spMk id="14" creationId="{23275469-2AFF-8CCE-BD2C-8E936337ACC5}"/>
          </ac:spMkLst>
        </pc:spChg>
        <pc:spChg chg="mod">
          <ac:chgData name="totoka 3710" userId="fbb77386e644ec64" providerId="LiveId" clId="{98308435-7D73-4795-B818-A5B2164A6CD2}" dt="2026-01-08T10:32:04.769" v="9787" actId="207"/>
          <ac:spMkLst>
            <pc:docMk/>
            <pc:sldMk cId="1364350793" sldId="289"/>
            <ac:spMk id="15" creationId="{2B01CE02-14CF-2B6A-2258-042511169E48}"/>
          </ac:spMkLst>
        </pc:spChg>
        <pc:spChg chg="del mod">
          <ac:chgData name="totoka 3710" userId="fbb77386e644ec64" providerId="LiveId" clId="{98308435-7D73-4795-B818-A5B2164A6CD2}" dt="2026-01-08T10:32:07.191" v="9788" actId="478"/>
          <ac:spMkLst>
            <pc:docMk/>
            <pc:sldMk cId="1364350793" sldId="289"/>
            <ac:spMk id="18" creationId="{18685791-E4F6-EBA2-1998-9F0DDD6603AC}"/>
          </ac:spMkLst>
        </pc:spChg>
        <pc:spChg chg="add del mod">
          <ac:chgData name="totoka 3710" userId="fbb77386e644ec64" providerId="LiveId" clId="{98308435-7D73-4795-B818-A5B2164A6CD2}" dt="2026-01-08T10:31:59.064" v="9786" actId="478"/>
          <ac:spMkLst>
            <pc:docMk/>
            <pc:sldMk cId="1364350793" sldId="289"/>
            <ac:spMk id="19" creationId="{AE785D14-E744-F629-09B9-8A47F3E1EF2D}"/>
          </ac:spMkLst>
        </pc:spChg>
      </pc:sldChg>
      <pc:sldChg chg="add">
        <pc:chgData name="totoka 3710" userId="fbb77386e644ec64" providerId="LiveId" clId="{98308435-7D73-4795-B818-A5B2164A6CD2}" dt="2026-01-08T10:33:27.590" v="9792"/>
        <pc:sldMkLst>
          <pc:docMk/>
          <pc:sldMk cId="779476428" sldId="290"/>
        </pc:sldMkLst>
      </pc:sldChg>
      <pc:sldChg chg="add del setBg">
        <pc:chgData name="totoka 3710" userId="fbb77386e644ec64" providerId="LiveId" clId="{98308435-7D73-4795-B818-A5B2164A6CD2}" dt="2026-01-08T10:33:27.562" v="9791"/>
        <pc:sldMkLst>
          <pc:docMk/>
          <pc:sldMk cId="1391685169" sldId="290"/>
        </pc:sldMkLst>
      </pc:sldChg>
      <pc:sldChg chg="modSp add mod">
        <pc:chgData name="totoka 3710" userId="fbb77386e644ec64" providerId="LiveId" clId="{98308435-7D73-4795-B818-A5B2164A6CD2}" dt="2026-01-08T10:35:15.596" v="9921" actId="1036"/>
        <pc:sldMkLst>
          <pc:docMk/>
          <pc:sldMk cId="110681910" sldId="291"/>
        </pc:sldMkLst>
        <pc:spChg chg="mod">
          <ac:chgData name="totoka 3710" userId="fbb77386e644ec64" providerId="LiveId" clId="{98308435-7D73-4795-B818-A5B2164A6CD2}" dt="2026-01-08T10:35:15.596" v="9921" actId="1036"/>
          <ac:spMkLst>
            <pc:docMk/>
            <pc:sldMk cId="110681910" sldId="291"/>
            <ac:spMk id="9" creationId="{59E36791-6252-288E-D639-D07AFBC49BE3}"/>
          </ac:spMkLst>
        </pc:spChg>
      </pc:sldChg>
      <pc:sldChg chg="modSp add del mod">
        <pc:chgData name="totoka 3710" userId="fbb77386e644ec64" providerId="LiveId" clId="{98308435-7D73-4795-B818-A5B2164A6CD2}" dt="2026-01-08T10:35:01.897" v="9875" actId="47"/>
        <pc:sldMkLst>
          <pc:docMk/>
          <pc:sldMk cId="1937663531" sldId="291"/>
        </pc:sldMkLst>
        <pc:spChg chg="mod">
          <ac:chgData name="totoka 3710" userId="fbb77386e644ec64" providerId="LiveId" clId="{98308435-7D73-4795-B818-A5B2164A6CD2}" dt="2026-01-08T10:34:45.529" v="9874" actId="1037"/>
          <ac:spMkLst>
            <pc:docMk/>
            <pc:sldMk cId="1937663531" sldId="291"/>
            <ac:spMk id="5" creationId="{5D330482-5AA7-E2A9-8895-77C21F74F5EE}"/>
          </ac:spMkLst>
        </pc:spChg>
        <pc:spChg chg="mod">
          <ac:chgData name="totoka 3710" userId="fbb77386e644ec64" providerId="LiveId" clId="{98308435-7D73-4795-B818-A5B2164A6CD2}" dt="2026-01-08T10:34:30.337" v="9795" actId="14100"/>
          <ac:spMkLst>
            <pc:docMk/>
            <pc:sldMk cId="1937663531" sldId="291"/>
            <ac:spMk id="9" creationId="{0EB6D354-A457-DE9A-3497-6FE6DFE03AE8}"/>
          </ac:spMkLst>
        </pc:spChg>
      </pc:sldChg>
      <pc:sldChg chg="add del setBg">
        <pc:chgData name="totoka 3710" userId="fbb77386e644ec64" providerId="LiveId" clId="{98308435-7D73-4795-B818-A5B2164A6CD2}" dt="2026-01-08T10:35:04.813" v="9877"/>
        <pc:sldMkLst>
          <pc:docMk/>
          <pc:sldMk cId="3177752006" sldId="291"/>
        </pc:sldMkLst>
      </pc:sldChg>
      <pc:sldChg chg="modSp add mod">
        <pc:chgData name="totoka 3710" userId="fbb77386e644ec64" providerId="LiveId" clId="{98308435-7D73-4795-B818-A5B2164A6CD2}" dt="2026-01-08T10:35:56.412" v="9981" actId="1037"/>
        <pc:sldMkLst>
          <pc:docMk/>
          <pc:sldMk cId="2599803901" sldId="292"/>
        </pc:sldMkLst>
        <pc:spChg chg="mod">
          <ac:chgData name="totoka 3710" userId="fbb77386e644ec64" providerId="LiveId" clId="{98308435-7D73-4795-B818-A5B2164A6CD2}" dt="2026-01-08T10:35:56.412" v="9981" actId="1037"/>
          <ac:spMkLst>
            <pc:docMk/>
            <pc:sldMk cId="2599803901" sldId="292"/>
            <ac:spMk id="7" creationId="{17EABD08-2E0B-9397-316E-2831605CC3ED}"/>
          </ac:spMkLst>
        </pc:spChg>
        <pc:spChg chg="mod">
          <ac:chgData name="totoka 3710" userId="fbb77386e644ec64" providerId="LiveId" clId="{98308435-7D73-4795-B818-A5B2164A6CD2}" dt="2026-01-08T10:35:46.814" v="9926" actId="14100"/>
          <ac:spMkLst>
            <pc:docMk/>
            <pc:sldMk cId="2599803901" sldId="292"/>
            <ac:spMk id="9" creationId="{5FD55FE3-B95B-971D-733C-936E648CE1DF}"/>
          </ac:spMkLst>
        </pc:spChg>
      </pc:sldChg>
      <pc:sldChg chg="addSp delSp modSp add mod">
        <pc:chgData name="totoka 3710" userId="fbb77386e644ec64" providerId="LiveId" clId="{98308435-7D73-4795-B818-A5B2164A6CD2}" dt="2026-01-08T10:41:37.614" v="10066" actId="478"/>
        <pc:sldMkLst>
          <pc:docMk/>
          <pc:sldMk cId="425246188" sldId="293"/>
        </pc:sldMkLst>
        <pc:spChg chg="mod">
          <ac:chgData name="totoka 3710" userId="fbb77386e644ec64" providerId="LiveId" clId="{98308435-7D73-4795-B818-A5B2164A6CD2}" dt="2026-01-08T10:36:37.223" v="10052" actId="1035"/>
          <ac:spMkLst>
            <pc:docMk/>
            <pc:sldMk cId="425246188" sldId="293"/>
            <ac:spMk id="2" creationId="{202A2FBC-72B3-254F-CC67-055A8C02DC92}"/>
          </ac:spMkLst>
        </pc:spChg>
        <pc:spChg chg="mod">
          <ac:chgData name="totoka 3710" userId="fbb77386e644ec64" providerId="LiveId" clId="{98308435-7D73-4795-B818-A5B2164A6CD2}" dt="2026-01-08T10:36:37.223" v="10052" actId="1035"/>
          <ac:spMkLst>
            <pc:docMk/>
            <pc:sldMk cId="425246188" sldId="293"/>
            <ac:spMk id="3" creationId="{382C5C71-BA60-03D0-0A28-6C8AB98F22B4}"/>
          </ac:spMkLst>
        </pc:spChg>
        <pc:spChg chg="add del mod">
          <ac:chgData name="totoka 3710" userId="fbb77386e644ec64" providerId="LiveId" clId="{98308435-7D73-4795-B818-A5B2164A6CD2}" dt="2026-01-08T10:41:35.014" v="10064" actId="478"/>
          <ac:spMkLst>
            <pc:docMk/>
            <pc:sldMk cId="425246188" sldId="293"/>
            <ac:spMk id="4" creationId="{67A52BB0-3285-CBBE-858E-B2C898A1A02A}"/>
          </ac:spMkLst>
        </pc:spChg>
        <pc:spChg chg="mod">
          <ac:chgData name="totoka 3710" userId="fbb77386e644ec64" providerId="LiveId" clId="{98308435-7D73-4795-B818-A5B2164A6CD2}" dt="2026-01-08T10:36:37.223" v="10052" actId="1035"/>
          <ac:spMkLst>
            <pc:docMk/>
            <pc:sldMk cId="425246188" sldId="293"/>
            <ac:spMk id="5" creationId="{D1077D79-88CF-AA3F-3374-981E6800AD4A}"/>
          </ac:spMkLst>
        </pc:spChg>
        <pc:spChg chg="mod">
          <ac:chgData name="totoka 3710" userId="fbb77386e644ec64" providerId="LiveId" clId="{98308435-7D73-4795-B818-A5B2164A6CD2}" dt="2026-01-08T10:37:10.240" v="10055" actId="1076"/>
          <ac:spMkLst>
            <pc:docMk/>
            <pc:sldMk cId="425246188" sldId="293"/>
            <ac:spMk id="7" creationId="{56B41CB4-62D1-6D7F-50F7-2ABAADECC86D}"/>
          </ac:spMkLst>
        </pc:spChg>
        <pc:spChg chg="mod">
          <ac:chgData name="totoka 3710" userId="fbb77386e644ec64" providerId="LiveId" clId="{98308435-7D73-4795-B818-A5B2164A6CD2}" dt="2026-01-08T10:37:22.368" v="10058" actId="14100"/>
          <ac:spMkLst>
            <pc:docMk/>
            <pc:sldMk cId="425246188" sldId="293"/>
            <ac:spMk id="9" creationId="{341E947B-EF8A-33D1-6F73-FAB3B2F6AEA9}"/>
          </ac:spMkLst>
        </pc:spChg>
        <pc:graphicFrameChg chg="add del mod">
          <ac:chgData name="totoka 3710" userId="fbb77386e644ec64" providerId="LiveId" clId="{98308435-7D73-4795-B818-A5B2164A6CD2}" dt="2026-01-08T10:41:37.614" v="10066" actId="478"/>
          <ac:graphicFrameMkLst>
            <pc:docMk/>
            <pc:sldMk cId="425246188" sldId="293"/>
            <ac:graphicFrameMk id="6" creationId="{3698A9A8-CA56-101B-07FE-864C1F23492E}"/>
          </ac:graphicFrameMkLst>
        </pc:graphicFrameChg>
      </pc:sldChg>
      <pc:sldChg chg="delSp modSp add mod modTransition">
        <pc:chgData name="totoka 3710" userId="fbb77386e644ec64" providerId="LiveId" clId="{98308435-7D73-4795-B818-A5B2164A6CD2}" dt="2026-01-08T11:02:38.649" v="10857" actId="255"/>
        <pc:sldMkLst>
          <pc:docMk/>
          <pc:sldMk cId="3576701040" sldId="294"/>
        </pc:sldMkLst>
        <pc:spChg chg="del">
          <ac:chgData name="totoka 3710" userId="fbb77386e644ec64" providerId="LiveId" clId="{98308435-7D73-4795-B818-A5B2164A6CD2}" dt="2026-01-08T10:41:43.686" v="10067" actId="478"/>
          <ac:spMkLst>
            <pc:docMk/>
            <pc:sldMk cId="3576701040" sldId="294"/>
            <ac:spMk id="2" creationId="{3BBBBB06-0871-88CE-2694-2FF7994CA964}"/>
          </ac:spMkLst>
        </pc:spChg>
        <pc:spChg chg="del">
          <ac:chgData name="totoka 3710" userId="fbb77386e644ec64" providerId="LiveId" clId="{98308435-7D73-4795-B818-A5B2164A6CD2}" dt="2026-01-08T10:41:43.686" v="10067" actId="478"/>
          <ac:spMkLst>
            <pc:docMk/>
            <pc:sldMk cId="3576701040" sldId="294"/>
            <ac:spMk id="3" creationId="{2B9601E9-4814-EAA6-7A40-5FDEED31ED3B}"/>
          </ac:spMkLst>
        </pc:spChg>
        <pc:spChg chg="del">
          <ac:chgData name="totoka 3710" userId="fbb77386e644ec64" providerId="LiveId" clId="{98308435-7D73-4795-B818-A5B2164A6CD2}" dt="2026-01-08T10:41:43.686" v="10067" actId="478"/>
          <ac:spMkLst>
            <pc:docMk/>
            <pc:sldMk cId="3576701040" sldId="294"/>
            <ac:spMk id="5" creationId="{B2A963F0-C700-E6FE-2787-7D6C8FB2831B}"/>
          </ac:spMkLst>
        </pc:spChg>
        <pc:graphicFrameChg chg="mod">
          <ac:chgData name="totoka 3710" userId="fbb77386e644ec64" providerId="LiveId" clId="{98308435-7D73-4795-B818-A5B2164A6CD2}" dt="2026-01-08T11:02:38.649" v="10857" actId="255"/>
          <ac:graphicFrameMkLst>
            <pc:docMk/>
            <pc:sldMk cId="3576701040" sldId="294"/>
            <ac:graphicFrameMk id="6" creationId="{9D8CF0D1-1783-C861-8565-7FF34712D4E6}"/>
          </ac:graphicFrameMkLst>
        </pc:graphicFrameChg>
      </pc:sldChg>
      <pc:sldChg chg="addSp delSp modSp add mod modTransition">
        <pc:chgData name="totoka 3710" userId="fbb77386e644ec64" providerId="LiveId" clId="{98308435-7D73-4795-B818-A5B2164A6CD2}" dt="2026-01-08T11:03:04.081" v="10861"/>
        <pc:sldMkLst>
          <pc:docMk/>
          <pc:sldMk cId="3386793398" sldId="295"/>
        </pc:sldMkLst>
        <pc:spChg chg="add mod">
          <ac:chgData name="totoka 3710" userId="fbb77386e644ec64" providerId="LiveId" clId="{98308435-7D73-4795-B818-A5B2164A6CD2}" dt="2026-01-08T10:43:28.212" v="10120" actId="1037"/>
          <ac:spMkLst>
            <pc:docMk/>
            <pc:sldMk cId="3386793398" sldId="295"/>
            <ac:spMk id="2" creationId="{AF13D16D-B1EE-F9FE-D78D-8BC84E903ACB}"/>
          </ac:spMkLst>
        </pc:spChg>
        <pc:spChg chg="add mod">
          <ac:chgData name="totoka 3710" userId="fbb77386e644ec64" providerId="LiveId" clId="{98308435-7D73-4795-B818-A5B2164A6CD2}" dt="2026-01-08T10:47:20.149" v="10310"/>
          <ac:spMkLst>
            <pc:docMk/>
            <pc:sldMk cId="3386793398" sldId="295"/>
            <ac:spMk id="11" creationId="{94DB43EE-4969-A7BD-EAB0-FD843527EA8B}"/>
          </ac:spMkLst>
        </pc:spChg>
        <pc:spChg chg="add mod">
          <ac:chgData name="totoka 3710" userId="fbb77386e644ec64" providerId="LiveId" clId="{98308435-7D73-4795-B818-A5B2164A6CD2}" dt="2026-01-08T10:47:20.149" v="10310"/>
          <ac:spMkLst>
            <pc:docMk/>
            <pc:sldMk cId="3386793398" sldId="295"/>
            <ac:spMk id="12" creationId="{5C3B18D3-2064-84E9-8919-35FB827C5096}"/>
          </ac:spMkLst>
        </pc:spChg>
        <pc:spChg chg="add mod">
          <ac:chgData name="totoka 3710" userId="fbb77386e644ec64" providerId="LiveId" clId="{98308435-7D73-4795-B818-A5B2164A6CD2}" dt="2026-01-08T10:47:20.149" v="10310"/>
          <ac:spMkLst>
            <pc:docMk/>
            <pc:sldMk cId="3386793398" sldId="295"/>
            <ac:spMk id="13" creationId="{E92ADD8D-0BCE-5C97-79EA-37782621761A}"/>
          </ac:spMkLst>
        </pc:spChg>
        <pc:graphicFrameChg chg="del mod">
          <ac:chgData name="totoka 3710" userId="fbb77386e644ec64" providerId="LiveId" clId="{98308435-7D73-4795-B818-A5B2164A6CD2}" dt="2026-01-08T11:02:57.861" v="10859" actId="478"/>
          <ac:graphicFrameMkLst>
            <pc:docMk/>
            <pc:sldMk cId="3386793398" sldId="295"/>
            <ac:graphicFrameMk id="6" creationId="{BEA771E3-3358-2B8D-52B8-6E59F3B432BF}"/>
          </ac:graphicFrameMkLst>
        </pc:graphicFrameChg>
        <pc:graphicFrameChg chg="add mod">
          <ac:chgData name="totoka 3710" userId="fbb77386e644ec64" providerId="LiveId" clId="{98308435-7D73-4795-B818-A5B2164A6CD2}" dt="2026-01-08T11:03:04.081" v="10861"/>
          <ac:graphicFrameMkLst>
            <pc:docMk/>
            <pc:sldMk cId="3386793398" sldId="295"/>
            <ac:graphicFrameMk id="14" creationId="{E248657C-0367-0683-0713-26776721934D}"/>
          </ac:graphicFrameMkLst>
        </pc:graphicFrameChg>
        <pc:cxnChg chg="add mod">
          <ac:chgData name="totoka 3710" userId="fbb77386e644ec64" providerId="LiveId" clId="{98308435-7D73-4795-B818-A5B2164A6CD2}" dt="2026-01-08T10:45:50.443" v="10306" actId="14100"/>
          <ac:cxnSpMkLst>
            <pc:docMk/>
            <pc:sldMk cId="3386793398" sldId="295"/>
            <ac:cxnSpMk id="5" creationId="{4E0CD605-0359-E3F1-190A-FBBA4B47F1C2}"/>
          </ac:cxnSpMkLst>
        </pc:cxnChg>
      </pc:sldChg>
      <pc:sldChg chg="add ord">
        <pc:chgData name="totoka 3710" userId="fbb77386e644ec64" providerId="LiveId" clId="{98308435-7D73-4795-B818-A5B2164A6CD2}" dt="2026-01-08T10:47:07.751" v="10309"/>
        <pc:sldMkLst>
          <pc:docMk/>
          <pc:sldMk cId="1509274665" sldId="296"/>
        </pc:sldMkLst>
      </pc:sldChg>
      <pc:sldChg chg="modSp add del mod">
        <pc:chgData name="totoka 3710" userId="fbb77386e644ec64" providerId="LiveId" clId="{98308435-7D73-4795-B818-A5B2164A6CD2}" dt="2026-01-08T10:48:43.039" v="10348" actId="47"/>
        <pc:sldMkLst>
          <pc:docMk/>
          <pc:sldMk cId="1581118153" sldId="297"/>
        </pc:sldMkLst>
        <pc:spChg chg="mod">
          <ac:chgData name="totoka 3710" userId="fbb77386e644ec64" providerId="LiveId" clId="{98308435-7D73-4795-B818-A5B2164A6CD2}" dt="2026-01-08T10:47:52.452" v="10343" actId="1037"/>
          <ac:spMkLst>
            <pc:docMk/>
            <pc:sldMk cId="1581118153" sldId="297"/>
            <ac:spMk id="7" creationId="{98377EF6-9E87-C688-7F65-A209605A2AC5}"/>
          </ac:spMkLst>
        </pc:spChg>
        <pc:spChg chg="mod">
          <ac:chgData name="totoka 3710" userId="fbb77386e644ec64" providerId="LiveId" clId="{98308435-7D73-4795-B818-A5B2164A6CD2}" dt="2026-01-08T10:48:16.305" v="10344" actId="14100"/>
          <ac:spMkLst>
            <pc:docMk/>
            <pc:sldMk cId="1581118153" sldId="297"/>
            <ac:spMk id="9" creationId="{C5B83124-4A21-4FB2-6DF6-6294B81F3DBF}"/>
          </ac:spMkLst>
        </pc:spChg>
      </pc:sldChg>
      <pc:sldChg chg="add">
        <pc:chgData name="totoka 3710" userId="fbb77386e644ec64" providerId="LiveId" clId="{98308435-7D73-4795-B818-A5B2164A6CD2}" dt="2026-01-08T10:48:39.569" v="10347"/>
        <pc:sldMkLst>
          <pc:docMk/>
          <pc:sldMk cId="1280362364" sldId="298"/>
        </pc:sldMkLst>
      </pc:sldChg>
      <pc:sldChg chg="add del setBg">
        <pc:chgData name="totoka 3710" userId="fbb77386e644ec64" providerId="LiveId" clId="{98308435-7D73-4795-B818-A5B2164A6CD2}" dt="2026-01-08T10:48:39.545" v="10346"/>
        <pc:sldMkLst>
          <pc:docMk/>
          <pc:sldMk cId="1341432972" sldId="298"/>
        </pc:sldMkLst>
      </pc:sldChg>
      <pc:sldChg chg="addSp modSp add mod">
        <pc:chgData name="totoka 3710" userId="fbb77386e644ec64" providerId="LiveId" clId="{98308435-7D73-4795-B818-A5B2164A6CD2}" dt="2026-01-08T10:51:46.526" v="10837" actId="1038"/>
        <pc:sldMkLst>
          <pc:docMk/>
          <pc:sldMk cId="851530975" sldId="299"/>
        </pc:sldMkLst>
        <pc:spChg chg="add mod">
          <ac:chgData name="totoka 3710" userId="fbb77386e644ec64" providerId="LiveId" clId="{98308435-7D73-4795-B818-A5B2164A6CD2}" dt="2026-01-08T10:51:46.526" v="10837" actId="1038"/>
          <ac:spMkLst>
            <pc:docMk/>
            <pc:sldMk cId="851530975" sldId="299"/>
            <ac:spMk id="4" creationId="{9695F3AA-FEE4-7106-DD40-28117AD769CD}"/>
          </ac:spMkLst>
        </pc:spChg>
        <pc:spChg chg="mod">
          <ac:chgData name="totoka 3710" userId="fbb77386e644ec64" providerId="LiveId" clId="{98308435-7D73-4795-B818-A5B2164A6CD2}" dt="2026-01-08T10:48:54.846" v="10419" actId="1036"/>
          <ac:spMkLst>
            <pc:docMk/>
            <pc:sldMk cId="851530975" sldId="299"/>
            <ac:spMk id="9" creationId="{92596692-D60E-4FEB-3688-C92AF8D0DBAA}"/>
          </ac:spMkLst>
        </pc:spChg>
      </pc:sldChg>
      <pc:sldChg chg="addSp modSp add mod modTransition">
        <pc:chgData name="totoka 3710" userId="fbb77386e644ec64" providerId="LiveId" clId="{98308435-7D73-4795-B818-A5B2164A6CD2}" dt="2026-01-08T11:04:10.084" v="10862"/>
        <pc:sldMkLst>
          <pc:docMk/>
          <pc:sldMk cId="1188647981" sldId="300"/>
        </pc:sldMkLst>
        <pc:spChg chg="mod">
          <ac:chgData name="totoka 3710" userId="fbb77386e644ec64" providerId="LiveId" clId="{98308435-7D73-4795-B818-A5B2164A6CD2}" dt="2026-01-08T10:50:25.457" v="10633" actId="1038"/>
          <ac:spMkLst>
            <pc:docMk/>
            <pc:sldMk cId="1188647981" sldId="300"/>
            <ac:spMk id="2" creationId="{180016D5-7B94-A319-8F60-249C48D684A9}"/>
          </ac:spMkLst>
        </pc:spChg>
        <pc:spChg chg="mod">
          <ac:chgData name="totoka 3710" userId="fbb77386e644ec64" providerId="LiveId" clId="{98308435-7D73-4795-B818-A5B2164A6CD2}" dt="2026-01-08T10:50:25.457" v="10633" actId="1038"/>
          <ac:spMkLst>
            <pc:docMk/>
            <pc:sldMk cId="1188647981" sldId="300"/>
            <ac:spMk id="3" creationId="{642E85F4-98F1-649C-885C-25D8376C8B85}"/>
          </ac:spMkLst>
        </pc:spChg>
        <pc:spChg chg="add mod">
          <ac:chgData name="totoka 3710" userId="fbb77386e644ec64" providerId="LiveId" clId="{98308435-7D73-4795-B818-A5B2164A6CD2}" dt="2026-01-08T10:51:26.549" v="10718" actId="1036"/>
          <ac:spMkLst>
            <pc:docMk/>
            <pc:sldMk cId="1188647981" sldId="300"/>
            <ac:spMk id="4" creationId="{FFCAE5FC-9178-E471-A73F-D72ADD5BD739}"/>
          </ac:spMkLst>
        </pc:spChg>
        <pc:spChg chg="mod">
          <ac:chgData name="totoka 3710" userId="fbb77386e644ec64" providerId="LiveId" clId="{98308435-7D73-4795-B818-A5B2164A6CD2}" dt="2026-01-08T10:50:25.457" v="10633" actId="1038"/>
          <ac:spMkLst>
            <pc:docMk/>
            <pc:sldMk cId="1188647981" sldId="300"/>
            <ac:spMk id="5" creationId="{87D50118-EC01-75E0-4D4B-6A7B9E246189}"/>
          </ac:spMkLst>
        </pc:spChg>
        <pc:spChg chg="mod">
          <ac:chgData name="totoka 3710" userId="fbb77386e644ec64" providerId="LiveId" clId="{98308435-7D73-4795-B818-A5B2164A6CD2}" dt="2026-01-08T10:50:25.457" v="10633" actId="1038"/>
          <ac:spMkLst>
            <pc:docMk/>
            <pc:sldMk cId="1188647981" sldId="300"/>
            <ac:spMk id="7" creationId="{EF2DE057-BD24-64E6-0692-A23D5629C11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okat\Downloads\FEH_00100409_26010817243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okat\Downloads\FEH_00100409_260108172432.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理解度</a:t>
            </a:r>
            <a:endParaRPr lang="en-US" altLang="ja-JP"/>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lineChart>
        <c:grouping val="standard"/>
        <c:varyColors val="0"/>
        <c:ser>
          <c:idx val="0"/>
          <c:order val="0"/>
          <c:spPr>
            <a:ln w="28575" cap="rnd">
              <a:solidFill>
                <a:schemeClr val="accent1"/>
              </a:solidFill>
              <a:round/>
            </a:ln>
            <a:effectLst/>
          </c:spPr>
          <c:marker>
            <c:symbol val="none"/>
          </c:marker>
          <c:val>
            <c:numRef>
              <c:f>Sheet1!$B$1:$B$10</c:f>
              <c:numCache>
                <c:formatCode>General</c:formatCode>
                <c:ptCount val="10"/>
                <c:pt idx="0">
                  <c:v>95</c:v>
                </c:pt>
                <c:pt idx="1">
                  <c:v>90</c:v>
                </c:pt>
                <c:pt idx="2">
                  <c:v>83</c:v>
                </c:pt>
                <c:pt idx="3">
                  <c:v>78</c:v>
                </c:pt>
                <c:pt idx="4">
                  <c:v>71</c:v>
                </c:pt>
                <c:pt idx="5">
                  <c:v>63</c:v>
                </c:pt>
                <c:pt idx="6">
                  <c:v>55</c:v>
                </c:pt>
                <c:pt idx="7">
                  <c:v>45</c:v>
                </c:pt>
                <c:pt idx="8">
                  <c:v>32</c:v>
                </c:pt>
                <c:pt idx="9">
                  <c:v>0</c:v>
                </c:pt>
              </c:numCache>
            </c:numRef>
          </c:val>
          <c:smooth val="0"/>
          <c:extLst>
            <c:ext xmlns:c16="http://schemas.microsoft.com/office/drawing/2014/chart" uri="{C3380CC4-5D6E-409C-BE32-E72D297353CC}">
              <c16:uniqueId val="{00000000-4185-42D2-B8D5-F6928A29CBE8}"/>
            </c:ext>
          </c:extLst>
        </c:ser>
        <c:dLbls>
          <c:showLegendKey val="0"/>
          <c:showVal val="0"/>
          <c:showCatName val="0"/>
          <c:showSerName val="0"/>
          <c:showPercent val="0"/>
          <c:showBubbleSize val="0"/>
        </c:dLbls>
        <c:smooth val="0"/>
        <c:axId val="561425216"/>
        <c:axId val="561425696"/>
      </c:lineChart>
      <c:catAx>
        <c:axId val="56142521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25696"/>
        <c:crosses val="autoZero"/>
        <c:auto val="1"/>
        <c:lblAlgn val="ctr"/>
        <c:lblOffset val="100"/>
        <c:noMultiLvlLbl val="0"/>
      </c:catAx>
      <c:valAx>
        <c:axId val="561425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25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理解度</a:t>
            </a:r>
            <a:endParaRPr lang="en-US" altLang="ja-JP"/>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lineChart>
        <c:grouping val="standard"/>
        <c:varyColors val="0"/>
        <c:ser>
          <c:idx val="0"/>
          <c:order val="0"/>
          <c:spPr>
            <a:ln w="28575" cap="rnd">
              <a:solidFill>
                <a:schemeClr val="accent1"/>
              </a:solidFill>
              <a:round/>
            </a:ln>
            <a:effectLst/>
          </c:spPr>
          <c:marker>
            <c:symbol val="none"/>
          </c:marker>
          <c:val>
            <c:numRef>
              <c:f>Sheet1!$B$1:$B$10</c:f>
              <c:numCache>
                <c:formatCode>General</c:formatCode>
                <c:ptCount val="10"/>
                <c:pt idx="0">
                  <c:v>95</c:v>
                </c:pt>
                <c:pt idx="1">
                  <c:v>90</c:v>
                </c:pt>
                <c:pt idx="2">
                  <c:v>83</c:v>
                </c:pt>
                <c:pt idx="3">
                  <c:v>78</c:v>
                </c:pt>
                <c:pt idx="4">
                  <c:v>71</c:v>
                </c:pt>
                <c:pt idx="5">
                  <c:v>63</c:v>
                </c:pt>
                <c:pt idx="6">
                  <c:v>55</c:v>
                </c:pt>
                <c:pt idx="7">
                  <c:v>45</c:v>
                </c:pt>
                <c:pt idx="8">
                  <c:v>32</c:v>
                </c:pt>
                <c:pt idx="9">
                  <c:v>0</c:v>
                </c:pt>
              </c:numCache>
            </c:numRef>
          </c:val>
          <c:smooth val="0"/>
          <c:extLst>
            <c:ext xmlns:c16="http://schemas.microsoft.com/office/drawing/2014/chart" uri="{C3380CC4-5D6E-409C-BE32-E72D297353CC}">
              <c16:uniqueId val="{00000000-4185-42D2-B8D5-F6928A29CBE8}"/>
            </c:ext>
          </c:extLst>
        </c:ser>
        <c:dLbls>
          <c:showLegendKey val="0"/>
          <c:showVal val="0"/>
          <c:showCatName val="0"/>
          <c:showSerName val="0"/>
          <c:showPercent val="0"/>
          <c:showBubbleSize val="0"/>
        </c:dLbls>
        <c:smooth val="0"/>
        <c:axId val="561425216"/>
        <c:axId val="561425696"/>
      </c:lineChart>
      <c:catAx>
        <c:axId val="56142521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25696"/>
        <c:crosses val="autoZero"/>
        <c:auto val="1"/>
        <c:lblAlgn val="ctr"/>
        <c:lblOffset val="100"/>
        <c:noMultiLvlLbl val="0"/>
      </c:catAx>
      <c:valAx>
        <c:axId val="561425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25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理解度</a:t>
            </a:r>
            <a:endParaRPr lang="en-US" altLang="ja-JP"/>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lineChart>
        <c:grouping val="standard"/>
        <c:varyColors val="0"/>
        <c:ser>
          <c:idx val="0"/>
          <c:order val="0"/>
          <c:spPr>
            <a:ln w="28575" cap="rnd">
              <a:solidFill>
                <a:schemeClr val="accent1"/>
              </a:solidFill>
              <a:round/>
            </a:ln>
            <a:effectLst/>
          </c:spPr>
          <c:marker>
            <c:symbol val="none"/>
          </c:marker>
          <c:val>
            <c:numRef>
              <c:f>Sheet1!$B$1:$B$10</c:f>
              <c:numCache>
                <c:formatCode>General</c:formatCode>
                <c:ptCount val="10"/>
                <c:pt idx="0">
                  <c:v>95</c:v>
                </c:pt>
                <c:pt idx="1">
                  <c:v>90</c:v>
                </c:pt>
                <c:pt idx="2">
                  <c:v>83</c:v>
                </c:pt>
                <c:pt idx="3">
                  <c:v>78</c:v>
                </c:pt>
                <c:pt idx="4">
                  <c:v>71</c:v>
                </c:pt>
                <c:pt idx="5">
                  <c:v>63</c:v>
                </c:pt>
                <c:pt idx="6">
                  <c:v>55</c:v>
                </c:pt>
                <c:pt idx="7">
                  <c:v>45</c:v>
                </c:pt>
                <c:pt idx="8">
                  <c:v>32</c:v>
                </c:pt>
                <c:pt idx="9">
                  <c:v>0</c:v>
                </c:pt>
              </c:numCache>
            </c:numRef>
          </c:val>
          <c:smooth val="0"/>
          <c:extLst>
            <c:ext xmlns:c16="http://schemas.microsoft.com/office/drawing/2014/chart" uri="{C3380CC4-5D6E-409C-BE32-E72D297353CC}">
              <c16:uniqueId val="{00000000-4185-42D2-B8D5-F6928A29CBE8}"/>
            </c:ext>
          </c:extLst>
        </c:ser>
        <c:dLbls>
          <c:showLegendKey val="0"/>
          <c:showVal val="0"/>
          <c:showCatName val="0"/>
          <c:showSerName val="0"/>
          <c:showPercent val="0"/>
          <c:showBubbleSize val="0"/>
        </c:dLbls>
        <c:smooth val="0"/>
        <c:axId val="561425216"/>
        <c:axId val="561425696"/>
      </c:lineChart>
      <c:catAx>
        <c:axId val="56142521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25696"/>
        <c:crosses val="autoZero"/>
        <c:auto val="1"/>
        <c:lblAlgn val="ctr"/>
        <c:lblOffset val="100"/>
        <c:noMultiLvlLbl val="0"/>
      </c:catAx>
      <c:valAx>
        <c:axId val="561425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25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ja-JP" altLang="en-US" sz="2400"/>
              <a:t>国内総生産</a:t>
            </a:r>
            <a:endParaRPr lang="en-US" altLang="ja-JP" sz="2400"/>
          </a:p>
        </c:rich>
      </c:tx>
      <c:layout>
        <c:manualLayout>
          <c:xMode val="edge"/>
          <c:yMode val="edge"/>
          <c:x val="0.45385549483910137"/>
          <c:y val="1.444979284837654E-2"/>
        </c:manualLayout>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lineChart>
        <c:grouping val="standard"/>
        <c:varyColors val="0"/>
        <c:ser>
          <c:idx val="0"/>
          <c:order val="0"/>
          <c:tx>
            <c:strRef>
              <c:f>'1'!$AE$9</c:f>
              <c:strCache>
                <c:ptCount val="1"/>
                <c:pt idx="0">
                  <c:v>国内総生産(支出側)</c:v>
                </c:pt>
              </c:strCache>
            </c:strRef>
          </c:tx>
          <c:spPr>
            <a:ln w="28575" cap="rnd">
              <a:solidFill>
                <a:schemeClr val="accent1"/>
              </a:solidFill>
              <a:round/>
            </a:ln>
            <a:effectLst/>
          </c:spPr>
          <c:marker>
            <c:symbol val="none"/>
          </c:marker>
          <c:cat>
            <c:strRef>
              <c:f>'1'!$AD$10:$AD$136</c:f>
              <c:strCache>
                <c:ptCount val="127"/>
                <c:pt idx="0">
                  <c:v>1994年1～3月期</c:v>
                </c:pt>
                <c:pt idx="1">
                  <c:v>1994年4～6月期</c:v>
                </c:pt>
                <c:pt idx="2">
                  <c:v>1994年7～9月期</c:v>
                </c:pt>
                <c:pt idx="3">
                  <c:v>1994年10～12月期</c:v>
                </c:pt>
                <c:pt idx="4">
                  <c:v>1995年1～3月期</c:v>
                </c:pt>
                <c:pt idx="5">
                  <c:v>1995年4～6月期</c:v>
                </c:pt>
                <c:pt idx="6">
                  <c:v>1995年7～9月期</c:v>
                </c:pt>
                <c:pt idx="7">
                  <c:v>1995年10～12月期</c:v>
                </c:pt>
                <c:pt idx="8">
                  <c:v>1996年1～3月期</c:v>
                </c:pt>
                <c:pt idx="9">
                  <c:v>1996年4～6月期</c:v>
                </c:pt>
                <c:pt idx="10">
                  <c:v>1996年7～9月期</c:v>
                </c:pt>
                <c:pt idx="11">
                  <c:v>1996年10～12月期</c:v>
                </c:pt>
                <c:pt idx="12">
                  <c:v>1997年1～3月期</c:v>
                </c:pt>
                <c:pt idx="13">
                  <c:v>1997年4～6月期</c:v>
                </c:pt>
                <c:pt idx="14">
                  <c:v>1997年7～9月期</c:v>
                </c:pt>
                <c:pt idx="15">
                  <c:v>1997年10～12月期</c:v>
                </c:pt>
                <c:pt idx="16">
                  <c:v>1998年1～3月期</c:v>
                </c:pt>
                <c:pt idx="17">
                  <c:v>1998年4～6月期</c:v>
                </c:pt>
                <c:pt idx="18">
                  <c:v>1998年7～9月期</c:v>
                </c:pt>
                <c:pt idx="19">
                  <c:v>1998年10～12月期</c:v>
                </c:pt>
                <c:pt idx="20">
                  <c:v>1999年1～3月期</c:v>
                </c:pt>
                <c:pt idx="21">
                  <c:v>1999年4～6月期</c:v>
                </c:pt>
                <c:pt idx="22">
                  <c:v>1999年7～9月期</c:v>
                </c:pt>
                <c:pt idx="23">
                  <c:v>1999年10～12月期</c:v>
                </c:pt>
                <c:pt idx="24">
                  <c:v>2000年1～3月期</c:v>
                </c:pt>
                <c:pt idx="25">
                  <c:v>2000年4～6月期</c:v>
                </c:pt>
                <c:pt idx="26">
                  <c:v>2000年7～9月期</c:v>
                </c:pt>
                <c:pt idx="27">
                  <c:v>2000年10～12月期</c:v>
                </c:pt>
                <c:pt idx="28">
                  <c:v>2001年1～3月期</c:v>
                </c:pt>
                <c:pt idx="29">
                  <c:v>2001年4～6月期</c:v>
                </c:pt>
                <c:pt idx="30">
                  <c:v>2001年7～9月期</c:v>
                </c:pt>
                <c:pt idx="31">
                  <c:v>2001年10～12月期</c:v>
                </c:pt>
                <c:pt idx="32">
                  <c:v>2002年1～3月期</c:v>
                </c:pt>
                <c:pt idx="33">
                  <c:v>2002年4～6月期</c:v>
                </c:pt>
                <c:pt idx="34">
                  <c:v>2002年7～9月期</c:v>
                </c:pt>
                <c:pt idx="35">
                  <c:v>2002年10～12月期</c:v>
                </c:pt>
                <c:pt idx="36">
                  <c:v>2003年1～3月期</c:v>
                </c:pt>
                <c:pt idx="37">
                  <c:v>2003年4～6月期</c:v>
                </c:pt>
                <c:pt idx="38">
                  <c:v>2003年7～9月期</c:v>
                </c:pt>
                <c:pt idx="39">
                  <c:v>2003年10～12月期</c:v>
                </c:pt>
                <c:pt idx="40">
                  <c:v>2004年1～3月期</c:v>
                </c:pt>
                <c:pt idx="41">
                  <c:v>2004年4～6月期</c:v>
                </c:pt>
                <c:pt idx="42">
                  <c:v>2004年7～9月期</c:v>
                </c:pt>
                <c:pt idx="43">
                  <c:v>2004年10～12月期</c:v>
                </c:pt>
                <c:pt idx="44">
                  <c:v>2005年1～3月期</c:v>
                </c:pt>
                <c:pt idx="45">
                  <c:v>2005年4～6月期</c:v>
                </c:pt>
                <c:pt idx="46">
                  <c:v>2005年7～9月期</c:v>
                </c:pt>
                <c:pt idx="47">
                  <c:v>2005年10～12月期</c:v>
                </c:pt>
                <c:pt idx="48">
                  <c:v>2006年1～3月期</c:v>
                </c:pt>
                <c:pt idx="49">
                  <c:v>2006年4～6月期</c:v>
                </c:pt>
                <c:pt idx="50">
                  <c:v>2006年7～9月期</c:v>
                </c:pt>
                <c:pt idx="51">
                  <c:v>2006年10～12月期</c:v>
                </c:pt>
                <c:pt idx="52">
                  <c:v>2007年1～3月期</c:v>
                </c:pt>
                <c:pt idx="53">
                  <c:v>2007年4～6月期</c:v>
                </c:pt>
                <c:pt idx="54">
                  <c:v>2007年7～9月期</c:v>
                </c:pt>
                <c:pt idx="55">
                  <c:v>2007年10～12月期</c:v>
                </c:pt>
                <c:pt idx="56">
                  <c:v>2008年1～3月期</c:v>
                </c:pt>
                <c:pt idx="57">
                  <c:v>2008年4～6月期</c:v>
                </c:pt>
                <c:pt idx="58">
                  <c:v>2008年7～9月期</c:v>
                </c:pt>
                <c:pt idx="59">
                  <c:v>2008年10～12月期</c:v>
                </c:pt>
                <c:pt idx="60">
                  <c:v>2009年1～3月期</c:v>
                </c:pt>
                <c:pt idx="61">
                  <c:v>2009年4～6月期</c:v>
                </c:pt>
                <c:pt idx="62">
                  <c:v>2009年7～9月期</c:v>
                </c:pt>
                <c:pt idx="63">
                  <c:v>2009年10～12月期</c:v>
                </c:pt>
                <c:pt idx="64">
                  <c:v>2010年1～3月期</c:v>
                </c:pt>
                <c:pt idx="65">
                  <c:v>2010年4～6月期</c:v>
                </c:pt>
                <c:pt idx="66">
                  <c:v>2010年7～9月期</c:v>
                </c:pt>
                <c:pt idx="67">
                  <c:v>2010年10～12月期</c:v>
                </c:pt>
                <c:pt idx="68">
                  <c:v>2011年1～3月期</c:v>
                </c:pt>
                <c:pt idx="69">
                  <c:v>2011年4～6月期</c:v>
                </c:pt>
                <c:pt idx="70">
                  <c:v>2011年7～9月期</c:v>
                </c:pt>
                <c:pt idx="71">
                  <c:v>2011年10～12月期</c:v>
                </c:pt>
                <c:pt idx="72">
                  <c:v>2012年1～3月期</c:v>
                </c:pt>
                <c:pt idx="73">
                  <c:v>2012年4～6月期</c:v>
                </c:pt>
                <c:pt idx="74">
                  <c:v>2012年7～9月期</c:v>
                </c:pt>
                <c:pt idx="75">
                  <c:v>2012年10～12月期</c:v>
                </c:pt>
                <c:pt idx="76">
                  <c:v>2013年1～3月期</c:v>
                </c:pt>
                <c:pt idx="77">
                  <c:v>2013年4～6月期</c:v>
                </c:pt>
                <c:pt idx="78">
                  <c:v>2013年7～9月期</c:v>
                </c:pt>
                <c:pt idx="79">
                  <c:v>2013年10～12月期</c:v>
                </c:pt>
                <c:pt idx="80">
                  <c:v>2014年1～3月期</c:v>
                </c:pt>
                <c:pt idx="81">
                  <c:v>2014年4～6月期</c:v>
                </c:pt>
                <c:pt idx="82">
                  <c:v>2014年7～9月期</c:v>
                </c:pt>
                <c:pt idx="83">
                  <c:v>2014年10～12月期</c:v>
                </c:pt>
                <c:pt idx="84">
                  <c:v>2015年1～3月期</c:v>
                </c:pt>
                <c:pt idx="85">
                  <c:v>2015年4～6月期</c:v>
                </c:pt>
                <c:pt idx="86">
                  <c:v>2015年7～9月期</c:v>
                </c:pt>
                <c:pt idx="87">
                  <c:v>2015年10～12月期</c:v>
                </c:pt>
                <c:pt idx="88">
                  <c:v>2016年1～3月期</c:v>
                </c:pt>
                <c:pt idx="89">
                  <c:v>2016年4～6月期</c:v>
                </c:pt>
                <c:pt idx="90">
                  <c:v>2016年7～9月期</c:v>
                </c:pt>
                <c:pt idx="91">
                  <c:v>2016年10～12月期</c:v>
                </c:pt>
                <c:pt idx="92">
                  <c:v>2017年1～3月期</c:v>
                </c:pt>
                <c:pt idx="93">
                  <c:v>2017年4～6月期</c:v>
                </c:pt>
                <c:pt idx="94">
                  <c:v>2017年7～9月期</c:v>
                </c:pt>
                <c:pt idx="95">
                  <c:v>2017年10～12月期</c:v>
                </c:pt>
                <c:pt idx="96">
                  <c:v>2018年1～3月期</c:v>
                </c:pt>
                <c:pt idx="97">
                  <c:v>2018年4～6月期</c:v>
                </c:pt>
                <c:pt idx="98">
                  <c:v>2018年7～9月期</c:v>
                </c:pt>
                <c:pt idx="99">
                  <c:v>2018年10～12月期</c:v>
                </c:pt>
                <c:pt idx="100">
                  <c:v>2019年1～3月期</c:v>
                </c:pt>
                <c:pt idx="101">
                  <c:v>2019年4～6月期</c:v>
                </c:pt>
                <c:pt idx="102">
                  <c:v>2019年7～9月期</c:v>
                </c:pt>
                <c:pt idx="103">
                  <c:v>2019年10～12月期</c:v>
                </c:pt>
                <c:pt idx="104">
                  <c:v>2020年1～3月期</c:v>
                </c:pt>
                <c:pt idx="105">
                  <c:v>2020年4～6月期</c:v>
                </c:pt>
                <c:pt idx="106">
                  <c:v>2020年7～9月期</c:v>
                </c:pt>
                <c:pt idx="107">
                  <c:v>2020年10～12月期</c:v>
                </c:pt>
                <c:pt idx="108">
                  <c:v>2021年1～3月期</c:v>
                </c:pt>
                <c:pt idx="109">
                  <c:v>2021年4～6月期</c:v>
                </c:pt>
                <c:pt idx="110">
                  <c:v>2021年7～9月期</c:v>
                </c:pt>
                <c:pt idx="111">
                  <c:v>2021年10～12月期</c:v>
                </c:pt>
                <c:pt idx="112">
                  <c:v>2022年1～3月期</c:v>
                </c:pt>
                <c:pt idx="113">
                  <c:v>2022年4～6月期</c:v>
                </c:pt>
                <c:pt idx="114">
                  <c:v>2022年7～9月期</c:v>
                </c:pt>
                <c:pt idx="115">
                  <c:v>2022年10～12月期</c:v>
                </c:pt>
                <c:pt idx="116">
                  <c:v>2023年1～3月期</c:v>
                </c:pt>
                <c:pt idx="117">
                  <c:v>2023年4～6月期</c:v>
                </c:pt>
                <c:pt idx="118">
                  <c:v>2023年7～9月期</c:v>
                </c:pt>
                <c:pt idx="119">
                  <c:v>2023年10～12月期</c:v>
                </c:pt>
                <c:pt idx="120">
                  <c:v>2024年1～3月期</c:v>
                </c:pt>
                <c:pt idx="121">
                  <c:v>2024年4～6月期</c:v>
                </c:pt>
                <c:pt idx="122">
                  <c:v>2024年7～9月期</c:v>
                </c:pt>
                <c:pt idx="123">
                  <c:v>2024年10～12月期</c:v>
                </c:pt>
                <c:pt idx="124">
                  <c:v>2025年1～3月期</c:v>
                </c:pt>
                <c:pt idx="125">
                  <c:v>2025年4～6月期</c:v>
                </c:pt>
                <c:pt idx="126">
                  <c:v>2025年7～9月期</c:v>
                </c:pt>
              </c:strCache>
            </c:strRef>
          </c:cat>
          <c:val>
            <c:numRef>
              <c:f>'1'!$AE$10:$AE$136</c:f>
              <c:numCache>
                <c:formatCode>#,##0.00</c:formatCode>
                <c:ptCount val="127"/>
                <c:pt idx="0">
                  <c:v>126277.3</c:v>
                </c:pt>
                <c:pt idx="1">
                  <c:v>127222.3</c:v>
                </c:pt>
                <c:pt idx="2">
                  <c:v>128136.2</c:v>
                </c:pt>
                <c:pt idx="3">
                  <c:v>140039.20000000001</c:v>
                </c:pt>
                <c:pt idx="4">
                  <c:v>126642.5</c:v>
                </c:pt>
                <c:pt idx="5">
                  <c:v>129334.3</c:v>
                </c:pt>
                <c:pt idx="6">
                  <c:v>130789.4</c:v>
                </c:pt>
                <c:pt idx="7" formatCode="#,##0">
                  <c:v>143697</c:v>
                </c:pt>
                <c:pt idx="8">
                  <c:v>130885.6</c:v>
                </c:pt>
                <c:pt idx="9">
                  <c:v>133793.5</c:v>
                </c:pt>
                <c:pt idx="10" formatCode="#,##0">
                  <c:v>134009</c:v>
                </c:pt>
                <c:pt idx="11">
                  <c:v>147539.79999999999</c:v>
                </c:pt>
                <c:pt idx="12">
                  <c:v>134016.70000000001</c:v>
                </c:pt>
                <c:pt idx="13">
                  <c:v>136080.29999999999</c:v>
                </c:pt>
                <c:pt idx="14">
                  <c:v>135995.70000000001</c:v>
                </c:pt>
                <c:pt idx="15">
                  <c:v>148019.20000000001</c:v>
                </c:pt>
                <c:pt idx="16">
                  <c:v>132165.5</c:v>
                </c:pt>
                <c:pt idx="17" formatCode="#,##0">
                  <c:v>133314</c:v>
                </c:pt>
                <c:pt idx="18">
                  <c:v>132407.79999999999</c:v>
                </c:pt>
                <c:pt idx="19">
                  <c:v>145416.79999999999</c:v>
                </c:pt>
                <c:pt idx="20">
                  <c:v>129818.2</c:v>
                </c:pt>
                <c:pt idx="21">
                  <c:v>131692.6</c:v>
                </c:pt>
                <c:pt idx="22">
                  <c:v>130907.5</c:v>
                </c:pt>
                <c:pt idx="23">
                  <c:v>141688.70000000001</c:v>
                </c:pt>
                <c:pt idx="24">
                  <c:v>132573.5</c:v>
                </c:pt>
                <c:pt idx="25">
                  <c:v>133854.6</c:v>
                </c:pt>
                <c:pt idx="26">
                  <c:v>132862.79999999999</c:v>
                </c:pt>
                <c:pt idx="27">
                  <c:v>144103.9</c:v>
                </c:pt>
                <c:pt idx="28">
                  <c:v>135023.20000000001</c:v>
                </c:pt>
                <c:pt idx="29">
                  <c:v>133524.5</c:v>
                </c:pt>
                <c:pt idx="30">
                  <c:v>130820.5</c:v>
                </c:pt>
                <c:pt idx="31">
                  <c:v>140073.4</c:v>
                </c:pt>
                <c:pt idx="32">
                  <c:v>130980.3</c:v>
                </c:pt>
                <c:pt idx="33">
                  <c:v>131306.6</c:v>
                </c:pt>
                <c:pt idx="34">
                  <c:v>130210.3</c:v>
                </c:pt>
                <c:pt idx="35">
                  <c:v>139893.6</c:v>
                </c:pt>
                <c:pt idx="36">
                  <c:v>129136.8</c:v>
                </c:pt>
                <c:pt idx="37">
                  <c:v>131291.20000000001</c:v>
                </c:pt>
                <c:pt idx="38">
                  <c:v>129917.7</c:v>
                </c:pt>
                <c:pt idx="39">
                  <c:v>139866.1</c:v>
                </c:pt>
                <c:pt idx="40">
                  <c:v>131336.1</c:v>
                </c:pt>
                <c:pt idx="41">
                  <c:v>131832.29999999999</c:v>
                </c:pt>
                <c:pt idx="42">
                  <c:v>131156.6</c:v>
                </c:pt>
                <c:pt idx="43">
                  <c:v>140309.1</c:v>
                </c:pt>
                <c:pt idx="44">
                  <c:v>131305.20000000001</c:v>
                </c:pt>
                <c:pt idx="45">
                  <c:v>132522.9</c:v>
                </c:pt>
                <c:pt idx="46">
                  <c:v>131813.70000000001</c:v>
                </c:pt>
                <c:pt idx="47">
                  <c:v>141743.5</c:v>
                </c:pt>
                <c:pt idx="48">
                  <c:v>132792.4</c:v>
                </c:pt>
                <c:pt idx="49">
                  <c:v>132758.5</c:v>
                </c:pt>
                <c:pt idx="50">
                  <c:v>131558.39999999999</c:v>
                </c:pt>
                <c:pt idx="51">
                  <c:v>143456.70000000001</c:v>
                </c:pt>
                <c:pt idx="52">
                  <c:v>135042.1</c:v>
                </c:pt>
                <c:pt idx="53">
                  <c:v>134618.9</c:v>
                </c:pt>
                <c:pt idx="54">
                  <c:v>132391.6</c:v>
                </c:pt>
                <c:pt idx="55">
                  <c:v>142518.39999999999</c:v>
                </c:pt>
                <c:pt idx="56">
                  <c:v>134287.1</c:v>
                </c:pt>
                <c:pt idx="57" formatCode="#,##0">
                  <c:v>132307</c:v>
                </c:pt>
                <c:pt idx="58">
                  <c:v>129432.5</c:v>
                </c:pt>
                <c:pt idx="59">
                  <c:v>137328.9</c:v>
                </c:pt>
                <c:pt idx="60">
                  <c:v>123403.4</c:v>
                </c:pt>
                <c:pt idx="61">
                  <c:v>123545.60000000001</c:v>
                </c:pt>
                <c:pt idx="62">
                  <c:v>121129.1</c:v>
                </c:pt>
                <c:pt idx="63">
                  <c:v>131283.6</c:v>
                </c:pt>
                <c:pt idx="64">
                  <c:v>124883.7</c:v>
                </c:pt>
                <c:pt idx="65">
                  <c:v>125529.7</c:v>
                </c:pt>
                <c:pt idx="66">
                  <c:v>126336.1</c:v>
                </c:pt>
                <c:pt idx="67" formatCode="#,##0">
                  <c:v>133390</c:v>
                </c:pt>
                <c:pt idx="68">
                  <c:v>123923.5</c:v>
                </c:pt>
                <c:pt idx="69">
                  <c:v>121844.7</c:v>
                </c:pt>
                <c:pt idx="70">
                  <c:v>123628.4</c:v>
                </c:pt>
                <c:pt idx="71">
                  <c:v>131745.4</c:v>
                </c:pt>
                <c:pt idx="72">
                  <c:v>126986.1</c:v>
                </c:pt>
                <c:pt idx="73">
                  <c:v>124452.7</c:v>
                </c:pt>
                <c:pt idx="74">
                  <c:v>123009.4</c:v>
                </c:pt>
                <c:pt idx="75">
                  <c:v>130928.8</c:v>
                </c:pt>
                <c:pt idx="76">
                  <c:v>126147.4</c:v>
                </c:pt>
                <c:pt idx="77">
                  <c:v>126462.1</c:v>
                </c:pt>
                <c:pt idx="78">
                  <c:v>126850.4</c:v>
                </c:pt>
                <c:pt idx="79">
                  <c:v>135093.4</c:v>
                </c:pt>
                <c:pt idx="80">
                  <c:v>130748.3</c:v>
                </c:pt>
                <c:pt idx="81">
                  <c:v>129810.7</c:v>
                </c:pt>
                <c:pt idx="82">
                  <c:v>129007.6</c:v>
                </c:pt>
                <c:pt idx="83">
                  <c:v>138649.1</c:v>
                </c:pt>
                <c:pt idx="84">
                  <c:v>136278.79999999999</c:v>
                </c:pt>
                <c:pt idx="85">
                  <c:v>135067.6</c:v>
                </c:pt>
                <c:pt idx="86">
                  <c:v>134446.79999999999</c:v>
                </c:pt>
                <c:pt idx="87">
                  <c:v>143073.4</c:v>
                </c:pt>
                <c:pt idx="88" formatCode="#,##0">
                  <c:v>139357</c:v>
                </c:pt>
                <c:pt idx="89">
                  <c:v>136575.5</c:v>
                </c:pt>
                <c:pt idx="90">
                  <c:v>135354.1</c:v>
                </c:pt>
                <c:pt idx="91" formatCode="#,##0">
                  <c:v>144684</c:v>
                </c:pt>
                <c:pt idx="92">
                  <c:v>139659.79999999999</c:v>
                </c:pt>
                <c:pt idx="93">
                  <c:v>138181.29999999999</c:v>
                </c:pt>
                <c:pt idx="94">
                  <c:v>138866.79999999999</c:v>
                </c:pt>
                <c:pt idx="95">
                  <c:v>148411.1</c:v>
                </c:pt>
                <c:pt idx="96">
                  <c:v>142208.9</c:v>
                </c:pt>
                <c:pt idx="97">
                  <c:v>140452.1</c:v>
                </c:pt>
                <c:pt idx="98" formatCode="#,##0">
                  <c:v>138349</c:v>
                </c:pt>
                <c:pt idx="99">
                  <c:v>148143.4</c:v>
                </c:pt>
                <c:pt idx="100">
                  <c:v>142999.79999999999</c:v>
                </c:pt>
                <c:pt idx="101">
                  <c:v>141313.60000000001</c:v>
                </c:pt>
                <c:pt idx="102">
                  <c:v>140248.1</c:v>
                </c:pt>
                <c:pt idx="103">
                  <c:v>147276.5</c:v>
                </c:pt>
                <c:pt idx="104">
                  <c:v>141780.70000000001</c:v>
                </c:pt>
                <c:pt idx="105">
                  <c:v>130175.3</c:v>
                </c:pt>
                <c:pt idx="106">
                  <c:v>135033.5</c:v>
                </c:pt>
                <c:pt idx="107">
                  <c:v>147084.79999999999</c:v>
                </c:pt>
                <c:pt idx="108">
                  <c:v>142048.70000000001</c:v>
                </c:pt>
                <c:pt idx="109">
                  <c:v>140970.70000000001</c:v>
                </c:pt>
                <c:pt idx="110">
                  <c:v>139641.60000000001</c:v>
                </c:pt>
                <c:pt idx="111">
                  <c:v>150907.79999999999</c:v>
                </c:pt>
                <c:pt idx="112">
                  <c:v>145033.9</c:v>
                </c:pt>
                <c:pt idx="113" formatCode="#,##0">
                  <c:v>143711</c:v>
                </c:pt>
                <c:pt idx="114">
                  <c:v>141719.4</c:v>
                </c:pt>
                <c:pt idx="115">
                  <c:v>154436.29999999999</c:v>
                </c:pt>
                <c:pt idx="116">
                  <c:v>151784.6</c:v>
                </c:pt>
                <c:pt idx="117">
                  <c:v>151771.6</c:v>
                </c:pt>
                <c:pt idx="118">
                  <c:v>150454.6</c:v>
                </c:pt>
                <c:pt idx="119">
                  <c:v>162022.1</c:v>
                </c:pt>
                <c:pt idx="120" formatCode="#,##0">
                  <c:v>155142</c:v>
                </c:pt>
                <c:pt idx="121">
                  <c:v>155368.70000000001</c:v>
                </c:pt>
                <c:pt idx="122">
                  <c:v>155702.1</c:v>
                </c:pt>
                <c:pt idx="123">
                  <c:v>168013.2</c:v>
                </c:pt>
                <c:pt idx="124">
                  <c:v>163330.79999999999</c:v>
                </c:pt>
                <c:pt idx="125">
                  <c:v>163645.29999999999</c:v>
                </c:pt>
                <c:pt idx="126">
                  <c:v>162045.6</c:v>
                </c:pt>
              </c:numCache>
            </c:numRef>
          </c:val>
          <c:smooth val="0"/>
          <c:extLst>
            <c:ext xmlns:c16="http://schemas.microsoft.com/office/drawing/2014/chart" uri="{C3380CC4-5D6E-409C-BE32-E72D297353CC}">
              <c16:uniqueId val="{00000000-9304-4977-98F8-E5DE09193E38}"/>
            </c:ext>
          </c:extLst>
        </c:ser>
        <c:dLbls>
          <c:showLegendKey val="0"/>
          <c:showVal val="0"/>
          <c:showCatName val="0"/>
          <c:showSerName val="0"/>
          <c:showPercent val="0"/>
          <c:showBubbleSize val="0"/>
        </c:dLbls>
        <c:smooth val="0"/>
        <c:axId val="561411776"/>
        <c:axId val="561401696"/>
      </c:lineChart>
      <c:catAx>
        <c:axId val="561411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01696"/>
        <c:crosses val="autoZero"/>
        <c:auto val="1"/>
        <c:lblAlgn val="ctr"/>
        <c:lblOffset val="100"/>
        <c:noMultiLvlLbl val="0"/>
      </c:catAx>
      <c:valAx>
        <c:axId val="56140169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11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ja-JP" altLang="en-US" sz="2400"/>
              <a:t>国内総生産</a:t>
            </a:r>
            <a:endParaRPr lang="en-US" altLang="ja-JP" sz="2400"/>
          </a:p>
        </c:rich>
      </c:tx>
      <c:layout>
        <c:manualLayout>
          <c:xMode val="edge"/>
          <c:yMode val="edge"/>
          <c:x val="0.45385549483910137"/>
          <c:y val="1.444979284837654E-2"/>
        </c:manualLayout>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lineChart>
        <c:grouping val="standard"/>
        <c:varyColors val="0"/>
        <c:ser>
          <c:idx val="0"/>
          <c:order val="0"/>
          <c:tx>
            <c:strRef>
              <c:f>'1'!$AE$9</c:f>
              <c:strCache>
                <c:ptCount val="1"/>
                <c:pt idx="0">
                  <c:v>国内総生産(支出側)</c:v>
                </c:pt>
              </c:strCache>
            </c:strRef>
          </c:tx>
          <c:spPr>
            <a:ln w="28575" cap="rnd">
              <a:solidFill>
                <a:schemeClr val="accent1"/>
              </a:solidFill>
              <a:round/>
            </a:ln>
            <a:effectLst/>
          </c:spPr>
          <c:marker>
            <c:symbol val="none"/>
          </c:marker>
          <c:cat>
            <c:strRef>
              <c:f>'1'!$AD$10:$AD$136</c:f>
              <c:strCache>
                <c:ptCount val="127"/>
                <c:pt idx="0">
                  <c:v>1994年1～3月期</c:v>
                </c:pt>
                <c:pt idx="1">
                  <c:v>1994年4～6月期</c:v>
                </c:pt>
                <c:pt idx="2">
                  <c:v>1994年7～9月期</c:v>
                </c:pt>
                <c:pt idx="3">
                  <c:v>1994年10～12月期</c:v>
                </c:pt>
                <c:pt idx="4">
                  <c:v>1995年1～3月期</c:v>
                </c:pt>
                <c:pt idx="5">
                  <c:v>1995年4～6月期</c:v>
                </c:pt>
                <c:pt idx="6">
                  <c:v>1995年7～9月期</c:v>
                </c:pt>
                <c:pt idx="7">
                  <c:v>1995年10～12月期</c:v>
                </c:pt>
                <c:pt idx="8">
                  <c:v>1996年1～3月期</c:v>
                </c:pt>
                <c:pt idx="9">
                  <c:v>1996年4～6月期</c:v>
                </c:pt>
                <c:pt idx="10">
                  <c:v>1996年7～9月期</c:v>
                </c:pt>
                <c:pt idx="11">
                  <c:v>1996年10～12月期</c:v>
                </c:pt>
                <c:pt idx="12">
                  <c:v>1997年1～3月期</c:v>
                </c:pt>
                <c:pt idx="13">
                  <c:v>1997年4～6月期</c:v>
                </c:pt>
                <c:pt idx="14">
                  <c:v>1997年7～9月期</c:v>
                </c:pt>
                <c:pt idx="15">
                  <c:v>1997年10～12月期</c:v>
                </c:pt>
                <c:pt idx="16">
                  <c:v>1998年1～3月期</c:v>
                </c:pt>
                <c:pt idx="17">
                  <c:v>1998年4～6月期</c:v>
                </c:pt>
                <c:pt idx="18">
                  <c:v>1998年7～9月期</c:v>
                </c:pt>
                <c:pt idx="19">
                  <c:v>1998年10～12月期</c:v>
                </c:pt>
                <c:pt idx="20">
                  <c:v>1999年1～3月期</c:v>
                </c:pt>
                <c:pt idx="21">
                  <c:v>1999年4～6月期</c:v>
                </c:pt>
                <c:pt idx="22">
                  <c:v>1999年7～9月期</c:v>
                </c:pt>
                <c:pt idx="23">
                  <c:v>1999年10～12月期</c:v>
                </c:pt>
                <c:pt idx="24">
                  <c:v>2000年1～3月期</c:v>
                </c:pt>
                <c:pt idx="25">
                  <c:v>2000年4～6月期</c:v>
                </c:pt>
                <c:pt idx="26">
                  <c:v>2000年7～9月期</c:v>
                </c:pt>
                <c:pt idx="27">
                  <c:v>2000年10～12月期</c:v>
                </c:pt>
                <c:pt idx="28">
                  <c:v>2001年1～3月期</c:v>
                </c:pt>
                <c:pt idx="29">
                  <c:v>2001年4～6月期</c:v>
                </c:pt>
                <c:pt idx="30">
                  <c:v>2001年7～9月期</c:v>
                </c:pt>
                <c:pt idx="31">
                  <c:v>2001年10～12月期</c:v>
                </c:pt>
                <c:pt idx="32">
                  <c:v>2002年1～3月期</c:v>
                </c:pt>
                <c:pt idx="33">
                  <c:v>2002年4～6月期</c:v>
                </c:pt>
                <c:pt idx="34">
                  <c:v>2002年7～9月期</c:v>
                </c:pt>
                <c:pt idx="35">
                  <c:v>2002年10～12月期</c:v>
                </c:pt>
                <c:pt idx="36">
                  <c:v>2003年1～3月期</c:v>
                </c:pt>
                <c:pt idx="37">
                  <c:v>2003年4～6月期</c:v>
                </c:pt>
                <c:pt idx="38">
                  <c:v>2003年7～9月期</c:v>
                </c:pt>
                <c:pt idx="39">
                  <c:v>2003年10～12月期</c:v>
                </c:pt>
                <c:pt idx="40">
                  <c:v>2004年1～3月期</c:v>
                </c:pt>
                <c:pt idx="41">
                  <c:v>2004年4～6月期</c:v>
                </c:pt>
                <c:pt idx="42">
                  <c:v>2004年7～9月期</c:v>
                </c:pt>
                <c:pt idx="43">
                  <c:v>2004年10～12月期</c:v>
                </c:pt>
                <c:pt idx="44">
                  <c:v>2005年1～3月期</c:v>
                </c:pt>
                <c:pt idx="45">
                  <c:v>2005年4～6月期</c:v>
                </c:pt>
                <c:pt idx="46">
                  <c:v>2005年7～9月期</c:v>
                </c:pt>
                <c:pt idx="47">
                  <c:v>2005年10～12月期</c:v>
                </c:pt>
                <c:pt idx="48">
                  <c:v>2006年1～3月期</c:v>
                </c:pt>
                <c:pt idx="49">
                  <c:v>2006年4～6月期</c:v>
                </c:pt>
                <c:pt idx="50">
                  <c:v>2006年7～9月期</c:v>
                </c:pt>
                <c:pt idx="51">
                  <c:v>2006年10～12月期</c:v>
                </c:pt>
                <c:pt idx="52">
                  <c:v>2007年1～3月期</c:v>
                </c:pt>
                <c:pt idx="53">
                  <c:v>2007年4～6月期</c:v>
                </c:pt>
                <c:pt idx="54">
                  <c:v>2007年7～9月期</c:v>
                </c:pt>
                <c:pt idx="55">
                  <c:v>2007年10～12月期</c:v>
                </c:pt>
                <c:pt idx="56">
                  <c:v>2008年1～3月期</c:v>
                </c:pt>
                <c:pt idx="57">
                  <c:v>2008年4～6月期</c:v>
                </c:pt>
                <c:pt idx="58">
                  <c:v>2008年7～9月期</c:v>
                </c:pt>
                <c:pt idx="59">
                  <c:v>2008年10～12月期</c:v>
                </c:pt>
                <c:pt idx="60">
                  <c:v>2009年1～3月期</c:v>
                </c:pt>
                <c:pt idx="61">
                  <c:v>2009年4～6月期</c:v>
                </c:pt>
                <c:pt idx="62">
                  <c:v>2009年7～9月期</c:v>
                </c:pt>
                <c:pt idx="63">
                  <c:v>2009年10～12月期</c:v>
                </c:pt>
                <c:pt idx="64">
                  <c:v>2010年1～3月期</c:v>
                </c:pt>
                <c:pt idx="65">
                  <c:v>2010年4～6月期</c:v>
                </c:pt>
                <c:pt idx="66">
                  <c:v>2010年7～9月期</c:v>
                </c:pt>
                <c:pt idx="67">
                  <c:v>2010年10～12月期</c:v>
                </c:pt>
                <c:pt idx="68">
                  <c:v>2011年1～3月期</c:v>
                </c:pt>
                <c:pt idx="69">
                  <c:v>2011年4～6月期</c:v>
                </c:pt>
                <c:pt idx="70">
                  <c:v>2011年7～9月期</c:v>
                </c:pt>
                <c:pt idx="71">
                  <c:v>2011年10～12月期</c:v>
                </c:pt>
                <c:pt idx="72">
                  <c:v>2012年1～3月期</c:v>
                </c:pt>
                <c:pt idx="73">
                  <c:v>2012年4～6月期</c:v>
                </c:pt>
                <c:pt idx="74">
                  <c:v>2012年7～9月期</c:v>
                </c:pt>
                <c:pt idx="75">
                  <c:v>2012年10～12月期</c:v>
                </c:pt>
                <c:pt idx="76">
                  <c:v>2013年1～3月期</c:v>
                </c:pt>
                <c:pt idx="77">
                  <c:v>2013年4～6月期</c:v>
                </c:pt>
                <c:pt idx="78">
                  <c:v>2013年7～9月期</c:v>
                </c:pt>
                <c:pt idx="79">
                  <c:v>2013年10～12月期</c:v>
                </c:pt>
                <c:pt idx="80">
                  <c:v>2014年1～3月期</c:v>
                </c:pt>
                <c:pt idx="81">
                  <c:v>2014年4～6月期</c:v>
                </c:pt>
                <c:pt idx="82">
                  <c:v>2014年7～9月期</c:v>
                </c:pt>
                <c:pt idx="83">
                  <c:v>2014年10～12月期</c:v>
                </c:pt>
                <c:pt idx="84">
                  <c:v>2015年1～3月期</c:v>
                </c:pt>
                <c:pt idx="85">
                  <c:v>2015年4～6月期</c:v>
                </c:pt>
                <c:pt idx="86">
                  <c:v>2015年7～9月期</c:v>
                </c:pt>
                <c:pt idx="87">
                  <c:v>2015年10～12月期</c:v>
                </c:pt>
                <c:pt idx="88">
                  <c:v>2016年1～3月期</c:v>
                </c:pt>
                <c:pt idx="89">
                  <c:v>2016年4～6月期</c:v>
                </c:pt>
                <c:pt idx="90">
                  <c:v>2016年7～9月期</c:v>
                </c:pt>
                <c:pt idx="91">
                  <c:v>2016年10～12月期</c:v>
                </c:pt>
                <c:pt idx="92">
                  <c:v>2017年1～3月期</c:v>
                </c:pt>
                <c:pt idx="93">
                  <c:v>2017年4～6月期</c:v>
                </c:pt>
                <c:pt idx="94">
                  <c:v>2017年7～9月期</c:v>
                </c:pt>
                <c:pt idx="95">
                  <c:v>2017年10～12月期</c:v>
                </c:pt>
                <c:pt idx="96">
                  <c:v>2018年1～3月期</c:v>
                </c:pt>
                <c:pt idx="97">
                  <c:v>2018年4～6月期</c:v>
                </c:pt>
                <c:pt idx="98">
                  <c:v>2018年7～9月期</c:v>
                </c:pt>
                <c:pt idx="99">
                  <c:v>2018年10～12月期</c:v>
                </c:pt>
                <c:pt idx="100">
                  <c:v>2019年1～3月期</c:v>
                </c:pt>
                <c:pt idx="101">
                  <c:v>2019年4～6月期</c:v>
                </c:pt>
                <c:pt idx="102">
                  <c:v>2019年7～9月期</c:v>
                </c:pt>
                <c:pt idx="103">
                  <c:v>2019年10～12月期</c:v>
                </c:pt>
                <c:pt idx="104">
                  <c:v>2020年1～3月期</c:v>
                </c:pt>
                <c:pt idx="105">
                  <c:v>2020年4～6月期</c:v>
                </c:pt>
                <c:pt idx="106">
                  <c:v>2020年7～9月期</c:v>
                </c:pt>
                <c:pt idx="107">
                  <c:v>2020年10～12月期</c:v>
                </c:pt>
                <c:pt idx="108">
                  <c:v>2021年1～3月期</c:v>
                </c:pt>
                <c:pt idx="109">
                  <c:v>2021年4～6月期</c:v>
                </c:pt>
                <c:pt idx="110">
                  <c:v>2021年7～9月期</c:v>
                </c:pt>
                <c:pt idx="111">
                  <c:v>2021年10～12月期</c:v>
                </c:pt>
                <c:pt idx="112">
                  <c:v>2022年1～3月期</c:v>
                </c:pt>
                <c:pt idx="113">
                  <c:v>2022年4～6月期</c:v>
                </c:pt>
                <c:pt idx="114">
                  <c:v>2022年7～9月期</c:v>
                </c:pt>
                <c:pt idx="115">
                  <c:v>2022年10～12月期</c:v>
                </c:pt>
                <c:pt idx="116">
                  <c:v>2023年1～3月期</c:v>
                </c:pt>
                <c:pt idx="117">
                  <c:v>2023年4～6月期</c:v>
                </c:pt>
                <c:pt idx="118">
                  <c:v>2023年7～9月期</c:v>
                </c:pt>
                <c:pt idx="119">
                  <c:v>2023年10～12月期</c:v>
                </c:pt>
                <c:pt idx="120">
                  <c:v>2024年1～3月期</c:v>
                </c:pt>
                <c:pt idx="121">
                  <c:v>2024年4～6月期</c:v>
                </c:pt>
                <c:pt idx="122">
                  <c:v>2024年7～9月期</c:v>
                </c:pt>
                <c:pt idx="123">
                  <c:v>2024年10～12月期</c:v>
                </c:pt>
                <c:pt idx="124">
                  <c:v>2025年1～3月期</c:v>
                </c:pt>
                <c:pt idx="125">
                  <c:v>2025年4～6月期</c:v>
                </c:pt>
                <c:pt idx="126">
                  <c:v>2025年7～9月期</c:v>
                </c:pt>
              </c:strCache>
            </c:strRef>
          </c:cat>
          <c:val>
            <c:numRef>
              <c:f>'1'!$AE$10:$AE$136</c:f>
              <c:numCache>
                <c:formatCode>#,##0.00</c:formatCode>
                <c:ptCount val="127"/>
                <c:pt idx="0">
                  <c:v>126277.3</c:v>
                </c:pt>
                <c:pt idx="1">
                  <c:v>127222.3</c:v>
                </c:pt>
                <c:pt idx="2">
                  <c:v>128136.2</c:v>
                </c:pt>
                <c:pt idx="3">
                  <c:v>140039.20000000001</c:v>
                </c:pt>
                <c:pt idx="4">
                  <c:v>126642.5</c:v>
                </c:pt>
                <c:pt idx="5">
                  <c:v>129334.3</c:v>
                </c:pt>
                <c:pt idx="6">
                  <c:v>130789.4</c:v>
                </c:pt>
                <c:pt idx="7" formatCode="#,##0">
                  <c:v>143697</c:v>
                </c:pt>
                <c:pt idx="8">
                  <c:v>130885.6</c:v>
                </c:pt>
                <c:pt idx="9">
                  <c:v>133793.5</c:v>
                </c:pt>
                <c:pt idx="10" formatCode="#,##0">
                  <c:v>134009</c:v>
                </c:pt>
                <c:pt idx="11">
                  <c:v>147539.79999999999</c:v>
                </c:pt>
                <c:pt idx="12">
                  <c:v>134016.70000000001</c:v>
                </c:pt>
                <c:pt idx="13">
                  <c:v>136080.29999999999</c:v>
                </c:pt>
                <c:pt idx="14">
                  <c:v>135995.70000000001</c:v>
                </c:pt>
                <c:pt idx="15">
                  <c:v>148019.20000000001</c:v>
                </c:pt>
                <c:pt idx="16">
                  <c:v>132165.5</c:v>
                </c:pt>
                <c:pt idx="17" formatCode="#,##0">
                  <c:v>133314</c:v>
                </c:pt>
                <c:pt idx="18">
                  <c:v>132407.79999999999</c:v>
                </c:pt>
                <c:pt idx="19">
                  <c:v>145416.79999999999</c:v>
                </c:pt>
                <c:pt idx="20">
                  <c:v>129818.2</c:v>
                </c:pt>
                <c:pt idx="21">
                  <c:v>131692.6</c:v>
                </c:pt>
                <c:pt idx="22">
                  <c:v>130907.5</c:v>
                </c:pt>
                <c:pt idx="23">
                  <c:v>141688.70000000001</c:v>
                </c:pt>
                <c:pt idx="24">
                  <c:v>132573.5</c:v>
                </c:pt>
                <c:pt idx="25">
                  <c:v>133854.6</c:v>
                </c:pt>
                <c:pt idx="26">
                  <c:v>132862.79999999999</c:v>
                </c:pt>
                <c:pt idx="27">
                  <c:v>144103.9</c:v>
                </c:pt>
                <c:pt idx="28">
                  <c:v>135023.20000000001</c:v>
                </c:pt>
                <c:pt idx="29">
                  <c:v>133524.5</c:v>
                </c:pt>
                <c:pt idx="30">
                  <c:v>130820.5</c:v>
                </c:pt>
                <c:pt idx="31">
                  <c:v>140073.4</c:v>
                </c:pt>
                <c:pt idx="32">
                  <c:v>130980.3</c:v>
                </c:pt>
                <c:pt idx="33">
                  <c:v>131306.6</c:v>
                </c:pt>
                <c:pt idx="34">
                  <c:v>130210.3</c:v>
                </c:pt>
                <c:pt idx="35">
                  <c:v>139893.6</c:v>
                </c:pt>
                <c:pt idx="36">
                  <c:v>129136.8</c:v>
                </c:pt>
                <c:pt idx="37">
                  <c:v>131291.20000000001</c:v>
                </c:pt>
                <c:pt idx="38">
                  <c:v>129917.7</c:v>
                </c:pt>
                <c:pt idx="39">
                  <c:v>139866.1</c:v>
                </c:pt>
                <c:pt idx="40">
                  <c:v>131336.1</c:v>
                </c:pt>
                <c:pt idx="41">
                  <c:v>131832.29999999999</c:v>
                </c:pt>
                <c:pt idx="42">
                  <c:v>131156.6</c:v>
                </c:pt>
                <c:pt idx="43">
                  <c:v>140309.1</c:v>
                </c:pt>
                <c:pt idx="44">
                  <c:v>131305.20000000001</c:v>
                </c:pt>
                <c:pt idx="45">
                  <c:v>132522.9</c:v>
                </c:pt>
                <c:pt idx="46">
                  <c:v>131813.70000000001</c:v>
                </c:pt>
                <c:pt idx="47">
                  <c:v>141743.5</c:v>
                </c:pt>
                <c:pt idx="48">
                  <c:v>132792.4</c:v>
                </c:pt>
                <c:pt idx="49">
                  <c:v>132758.5</c:v>
                </c:pt>
                <c:pt idx="50">
                  <c:v>131558.39999999999</c:v>
                </c:pt>
                <c:pt idx="51">
                  <c:v>143456.70000000001</c:v>
                </c:pt>
                <c:pt idx="52">
                  <c:v>135042.1</c:v>
                </c:pt>
                <c:pt idx="53">
                  <c:v>134618.9</c:v>
                </c:pt>
                <c:pt idx="54">
                  <c:v>132391.6</c:v>
                </c:pt>
                <c:pt idx="55">
                  <c:v>142518.39999999999</c:v>
                </c:pt>
                <c:pt idx="56">
                  <c:v>134287.1</c:v>
                </c:pt>
                <c:pt idx="57" formatCode="#,##0">
                  <c:v>132307</c:v>
                </c:pt>
                <c:pt idx="58">
                  <c:v>129432.5</c:v>
                </c:pt>
                <c:pt idx="59">
                  <c:v>137328.9</c:v>
                </c:pt>
                <c:pt idx="60">
                  <c:v>123403.4</c:v>
                </c:pt>
                <c:pt idx="61">
                  <c:v>123545.60000000001</c:v>
                </c:pt>
                <c:pt idx="62">
                  <c:v>121129.1</c:v>
                </c:pt>
                <c:pt idx="63">
                  <c:v>131283.6</c:v>
                </c:pt>
                <c:pt idx="64">
                  <c:v>124883.7</c:v>
                </c:pt>
                <c:pt idx="65">
                  <c:v>125529.7</c:v>
                </c:pt>
                <c:pt idx="66">
                  <c:v>126336.1</c:v>
                </c:pt>
                <c:pt idx="67" formatCode="#,##0">
                  <c:v>133390</c:v>
                </c:pt>
                <c:pt idx="68">
                  <c:v>123923.5</c:v>
                </c:pt>
                <c:pt idx="69">
                  <c:v>121844.7</c:v>
                </c:pt>
                <c:pt idx="70">
                  <c:v>123628.4</c:v>
                </c:pt>
                <c:pt idx="71">
                  <c:v>131745.4</c:v>
                </c:pt>
                <c:pt idx="72">
                  <c:v>126986.1</c:v>
                </c:pt>
                <c:pt idx="73">
                  <c:v>124452.7</c:v>
                </c:pt>
                <c:pt idx="74">
                  <c:v>123009.4</c:v>
                </c:pt>
                <c:pt idx="75">
                  <c:v>130928.8</c:v>
                </c:pt>
                <c:pt idx="76">
                  <c:v>126147.4</c:v>
                </c:pt>
                <c:pt idx="77">
                  <c:v>126462.1</c:v>
                </c:pt>
                <c:pt idx="78">
                  <c:v>126850.4</c:v>
                </c:pt>
                <c:pt idx="79">
                  <c:v>135093.4</c:v>
                </c:pt>
                <c:pt idx="80">
                  <c:v>130748.3</c:v>
                </c:pt>
                <c:pt idx="81">
                  <c:v>129810.7</c:v>
                </c:pt>
                <c:pt idx="82">
                  <c:v>129007.6</c:v>
                </c:pt>
                <c:pt idx="83">
                  <c:v>138649.1</c:v>
                </c:pt>
                <c:pt idx="84">
                  <c:v>136278.79999999999</c:v>
                </c:pt>
                <c:pt idx="85">
                  <c:v>135067.6</c:v>
                </c:pt>
                <c:pt idx="86">
                  <c:v>134446.79999999999</c:v>
                </c:pt>
                <c:pt idx="87">
                  <c:v>143073.4</c:v>
                </c:pt>
                <c:pt idx="88" formatCode="#,##0">
                  <c:v>139357</c:v>
                </c:pt>
                <c:pt idx="89">
                  <c:v>136575.5</c:v>
                </c:pt>
                <c:pt idx="90">
                  <c:v>135354.1</c:v>
                </c:pt>
                <c:pt idx="91" formatCode="#,##0">
                  <c:v>144684</c:v>
                </c:pt>
                <c:pt idx="92">
                  <c:v>139659.79999999999</c:v>
                </c:pt>
                <c:pt idx="93">
                  <c:v>138181.29999999999</c:v>
                </c:pt>
                <c:pt idx="94">
                  <c:v>138866.79999999999</c:v>
                </c:pt>
                <c:pt idx="95">
                  <c:v>148411.1</c:v>
                </c:pt>
                <c:pt idx="96">
                  <c:v>142208.9</c:v>
                </c:pt>
                <c:pt idx="97">
                  <c:v>140452.1</c:v>
                </c:pt>
                <c:pt idx="98" formatCode="#,##0">
                  <c:v>138349</c:v>
                </c:pt>
                <c:pt idx="99">
                  <c:v>148143.4</c:v>
                </c:pt>
                <c:pt idx="100">
                  <c:v>142999.79999999999</c:v>
                </c:pt>
                <c:pt idx="101">
                  <c:v>141313.60000000001</c:v>
                </c:pt>
                <c:pt idx="102">
                  <c:v>140248.1</c:v>
                </c:pt>
                <c:pt idx="103">
                  <c:v>147276.5</c:v>
                </c:pt>
                <c:pt idx="104">
                  <c:v>141780.70000000001</c:v>
                </c:pt>
                <c:pt idx="105">
                  <c:v>130175.3</c:v>
                </c:pt>
                <c:pt idx="106">
                  <c:v>135033.5</c:v>
                </c:pt>
                <c:pt idx="107">
                  <c:v>147084.79999999999</c:v>
                </c:pt>
                <c:pt idx="108">
                  <c:v>142048.70000000001</c:v>
                </c:pt>
                <c:pt idx="109">
                  <c:v>140970.70000000001</c:v>
                </c:pt>
                <c:pt idx="110">
                  <c:v>139641.60000000001</c:v>
                </c:pt>
                <c:pt idx="111">
                  <c:v>150907.79999999999</c:v>
                </c:pt>
                <c:pt idx="112">
                  <c:v>145033.9</c:v>
                </c:pt>
                <c:pt idx="113" formatCode="#,##0">
                  <c:v>143711</c:v>
                </c:pt>
                <c:pt idx="114">
                  <c:v>141719.4</c:v>
                </c:pt>
                <c:pt idx="115">
                  <c:v>154436.29999999999</c:v>
                </c:pt>
                <c:pt idx="116">
                  <c:v>151784.6</c:v>
                </c:pt>
                <c:pt idx="117">
                  <c:v>151771.6</c:v>
                </c:pt>
                <c:pt idx="118">
                  <c:v>150454.6</c:v>
                </c:pt>
                <c:pt idx="119">
                  <c:v>162022.1</c:v>
                </c:pt>
                <c:pt idx="120" formatCode="#,##0">
                  <c:v>155142</c:v>
                </c:pt>
                <c:pt idx="121">
                  <c:v>155368.70000000001</c:v>
                </c:pt>
                <c:pt idx="122">
                  <c:v>155702.1</c:v>
                </c:pt>
                <c:pt idx="123">
                  <c:v>168013.2</c:v>
                </c:pt>
                <c:pt idx="124">
                  <c:v>163330.79999999999</c:v>
                </c:pt>
                <c:pt idx="125">
                  <c:v>163645.29999999999</c:v>
                </c:pt>
                <c:pt idx="126">
                  <c:v>162045.6</c:v>
                </c:pt>
              </c:numCache>
            </c:numRef>
          </c:val>
          <c:smooth val="0"/>
          <c:extLst>
            <c:ext xmlns:c16="http://schemas.microsoft.com/office/drawing/2014/chart" uri="{C3380CC4-5D6E-409C-BE32-E72D297353CC}">
              <c16:uniqueId val="{00000000-4B25-465C-B927-18D7DB158EBB}"/>
            </c:ext>
          </c:extLst>
        </c:ser>
        <c:dLbls>
          <c:showLegendKey val="0"/>
          <c:showVal val="0"/>
          <c:showCatName val="0"/>
          <c:showSerName val="0"/>
          <c:showPercent val="0"/>
          <c:showBubbleSize val="0"/>
        </c:dLbls>
        <c:smooth val="0"/>
        <c:axId val="561411776"/>
        <c:axId val="561401696"/>
      </c:lineChart>
      <c:catAx>
        <c:axId val="561411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01696"/>
        <c:crosses val="autoZero"/>
        <c:auto val="1"/>
        <c:lblAlgn val="ctr"/>
        <c:lblOffset val="100"/>
        <c:noMultiLvlLbl val="0"/>
      </c:catAx>
      <c:valAx>
        <c:axId val="56140169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1411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0B04B8-6E86-4BB1-B0E2-D4ACA486836B}" type="datetimeFigureOut">
              <a:rPr kumimoji="1" lang="ja-JP" altLang="en-US" smtClean="0"/>
              <a:t>2026/1/16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DD0DE3-01EB-413E-94F6-A3F23EFADE4F}" type="slidenum">
              <a:rPr kumimoji="1" lang="ja-JP" altLang="en-US" smtClean="0"/>
              <a:t>‹#›</a:t>
            </a:fld>
            <a:endParaRPr kumimoji="1" lang="ja-JP" altLang="en-US"/>
          </a:p>
        </p:txBody>
      </p:sp>
    </p:spTree>
    <p:extLst>
      <p:ext uri="{BB962C8B-B14F-4D97-AF65-F5344CB8AC3E}">
        <p14:creationId xmlns:p14="http://schemas.microsoft.com/office/powerpoint/2010/main" val="179571570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1DD0DE3-01EB-413E-94F6-A3F23EFADE4F}" type="slidenum">
              <a:rPr kumimoji="1" lang="ja-JP" altLang="en-US" smtClean="0"/>
              <a:t>1</a:t>
            </a:fld>
            <a:endParaRPr kumimoji="1" lang="ja-JP" altLang="en-US"/>
          </a:p>
        </p:txBody>
      </p:sp>
    </p:spTree>
    <p:extLst>
      <p:ext uri="{BB962C8B-B14F-4D97-AF65-F5344CB8AC3E}">
        <p14:creationId xmlns:p14="http://schemas.microsoft.com/office/powerpoint/2010/main" val="1110422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5CFCD-276E-5384-78AC-CC0A4A89C4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2FB9E0-6343-5934-34B8-F5861B20BF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40CE9B-F235-F24A-2FE7-D4A4073486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E23184B-AF39-9006-1395-2F3E07544C4B}"/>
              </a:ext>
            </a:extLst>
          </p:cNvPr>
          <p:cNvSpPr>
            <a:spLocks noGrp="1"/>
          </p:cNvSpPr>
          <p:nvPr>
            <p:ph type="sldNum" sz="quarter" idx="5"/>
          </p:nvPr>
        </p:nvSpPr>
        <p:spPr/>
        <p:txBody>
          <a:bodyPr/>
          <a:lstStyle/>
          <a:p>
            <a:fld id="{11DD0DE3-01EB-413E-94F6-A3F23EFADE4F}" type="slidenum">
              <a:rPr kumimoji="1" lang="ja-JP" altLang="en-US" smtClean="0"/>
              <a:t>2</a:t>
            </a:fld>
            <a:endParaRPr kumimoji="1" lang="ja-JP" altLang="en-US"/>
          </a:p>
        </p:txBody>
      </p:sp>
    </p:spTree>
    <p:extLst>
      <p:ext uri="{BB962C8B-B14F-4D97-AF65-F5344CB8AC3E}">
        <p14:creationId xmlns:p14="http://schemas.microsoft.com/office/powerpoint/2010/main" val="1285028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C8EAE-5CE1-14B5-4DBC-9D69436087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5DA530-0E42-3699-BB63-34E1B03E6B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3ACE28-6C48-2644-8658-BE2FE2C8D69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25CF35-8CF0-E806-3233-2511D8D5AA25}"/>
              </a:ext>
            </a:extLst>
          </p:cNvPr>
          <p:cNvSpPr>
            <a:spLocks noGrp="1"/>
          </p:cNvSpPr>
          <p:nvPr>
            <p:ph type="sldNum" sz="quarter" idx="5"/>
          </p:nvPr>
        </p:nvSpPr>
        <p:spPr/>
        <p:txBody>
          <a:bodyPr/>
          <a:lstStyle/>
          <a:p>
            <a:fld id="{11DD0DE3-01EB-413E-94F6-A3F23EFADE4F}" type="slidenum">
              <a:rPr kumimoji="1" lang="ja-JP" altLang="en-US" smtClean="0"/>
              <a:t>3</a:t>
            </a:fld>
            <a:endParaRPr kumimoji="1" lang="ja-JP" altLang="en-US"/>
          </a:p>
        </p:txBody>
      </p:sp>
    </p:spTree>
    <p:extLst>
      <p:ext uri="{BB962C8B-B14F-4D97-AF65-F5344CB8AC3E}">
        <p14:creationId xmlns:p14="http://schemas.microsoft.com/office/powerpoint/2010/main" val="1866365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D67CF-29E6-4C92-69BA-C3606B6E33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5F0C50-C834-8ECB-7B68-14B8A93E0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7D9D57-DFAD-4947-ED51-2D6858D80E3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2B05F54-59DB-C916-480C-FAFCBBDD3430}"/>
              </a:ext>
            </a:extLst>
          </p:cNvPr>
          <p:cNvSpPr>
            <a:spLocks noGrp="1"/>
          </p:cNvSpPr>
          <p:nvPr>
            <p:ph type="sldNum" sz="quarter" idx="5"/>
          </p:nvPr>
        </p:nvSpPr>
        <p:spPr/>
        <p:txBody>
          <a:bodyPr/>
          <a:lstStyle/>
          <a:p>
            <a:fld id="{11DD0DE3-01EB-413E-94F6-A3F23EFADE4F}" type="slidenum">
              <a:rPr kumimoji="1" lang="ja-JP" altLang="en-US" smtClean="0"/>
              <a:t>4</a:t>
            </a:fld>
            <a:endParaRPr kumimoji="1" lang="ja-JP" altLang="en-US"/>
          </a:p>
        </p:txBody>
      </p:sp>
    </p:spTree>
    <p:extLst>
      <p:ext uri="{BB962C8B-B14F-4D97-AF65-F5344CB8AC3E}">
        <p14:creationId xmlns:p14="http://schemas.microsoft.com/office/powerpoint/2010/main" val="686722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FC8E2-996D-531A-AC7F-FAE4123985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A71FB0-8B5B-7938-04A1-ECD139CD54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7F071C-BFA3-0F31-729C-D635048068C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CD8991A-1EEB-8403-74E3-7E2C8A114017}"/>
              </a:ext>
            </a:extLst>
          </p:cNvPr>
          <p:cNvSpPr>
            <a:spLocks noGrp="1"/>
          </p:cNvSpPr>
          <p:nvPr>
            <p:ph type="sldNum" sz="quarter" idx="5"/>
          </p:nvPr>
        </p:nvSpPr>
        <p:spPr/>
        <p:txBody>
          <a:bodyPr/>
          <a:lstStyle/>
          <a:p>
            <a:fld id="{11DD0DE3-01EB-413E-94F6-A3F23EFADE4F}" type="slidenum">
              <a:rPr kumimoji="1" lang="ja-JP" altLang="en-US" smtClean="0"/>
              <a:t>5</a:t>
            </a:fld>
            <a:endParaRPr kumimoji="1" lang="ja-JP" altLang="en-US"/>
          </a:p>
        </p:txBody>
      </p:sp>
    </p:spTree>
    <p:extLst>
      <p:ext uri="{BB962C8B-B14F-4D97-AF65-F5344CB8AC3E}">
        <p14:creationId xmlns:p14="http://schemas.microsoft.com/office/powerpoint/2010/main" val="2366219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7FC9-CFFE-AF29-1AF8-67188EE102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877111-E470-B357-8D76-373C82CFF9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BDFCAA-8465-30CB-7A75-32FDB030993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F384E8B-057A-A36D-194D-7C1B255E06A1}"/>
              </a:ext>
            </a:extLst>
          </p:cNvPr>
          <p:cNvSpPr>
            <a:spLocks noGrp="1"/>
          </p:cNvSpPr>
          <p:nvPr>
            <p:ph type="sldNum" sz="quarter" idx="5"/>
          </p:nvPr>
        </p:nvSpPr>
        <p:spPr/>
        <p:txBody>
          <a:bodyPr/>
          <a:lstStyle/>
          <a:p>
            <a:fld id="{11DD0DE3-01EB-413E-94F6-A3F23EFADE4F}" type="slidenum">
              <a:rPr kumimoji="1" lang="ja-JP" altLang="en-US" smtClean="0"/>
              <a:t>6</a:t>
            </a:fld>
            <a:endParaRPr kumimoji="1" lang="ja-JP" altLang="en-US"/>
          </a:p>
        </p:txBody>
      </p:sp>
    </p:spTree>
    <p:extLst>
      <p:ext uri="{BB962C8B-B14F-4D97-AF65-F5344CB8AC3E}">
        <p14:creationId xmlns:p14="http://schemas.microsoft.com/office/powerpoint/2010/main" val="2445740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F0EFF-62E0-3258-0456-CBEEEED5B1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11AD2C-D18A-393E-F854-BA5BA19244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B72A03-E16F-7D49-0A03-A0013E64A6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307021-62F8-1964-9D82-F39FB410CB70}"/>
              </a:ext>
            </a:extLst>
          </p:cNvPr>
          <p:cNvSpPr>
            <a:spLocks noGrp="1"/>
          </p:cNvSpPr>
          <p:nvPr>
            <p:ph type="sldNum" sz="quarter" idx="5"/>
          </p:nvPr>
        </p:nvSpPr>
        <p:spPr/>
        <p:txBody>
          <a:bodyPr/>
          <a:lstStyle/>
          <a:p>
            <a:fld id="{11DD0DE3-01EB-413E-94F6-A3F23EFADE4F}" type="slidenum">
              <a:rPr kumimoji="1" lang="ja-JP" altLang="en-US" smtClean="0"/>
              <a:t>7</a:t>
            </a:fld>
            <a:endParaRPr kumimoji="1" lang="ja-JP" altLang="en-US"/>
          </a:p>
        </p:txBody>
      </p:sp>
    </p:spTree>
    <p:extLst>
      <p:ext uri="{BB962C8B-B14F-4D97-AF65-F5344CB8AC3E}">
        <p14:creationId xmlns:p14="http://schemas.microsoft.com/office/powerpoint/2010/main" val="3741028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9387F-F293-5CA5-BACE-074ACB9F3D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058207-C4E9-E1BB-B225-BB2E1869DB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0F9DEB-A8C2-6C4B-9765-FD9EAC0EBDB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4A24407-C375-4262-B3F7-5B73DB29DE68}"/>
              </a:ext>
            </a:extLst>
          </p:cNvPr>
          <p:cNvSpPr>
            <a:spLocks noGrp="1"/>
          </p:cNvSpPr>
          <p:nvPr>
            <p:ph type="sldNum" sz="quarter" idx="5"/>
          </p:nvPr>
        </p:nvSpPr>
        <p:spPr/>
        <p:txBody>
          <a:bodyPr/>
          <a:lstStyle/>
          <a:p>
            <a:fld id="{11DD0DE3-01EB-413E-94F6-A3F23EFADE4F}" type="slidenum">
              <a:rPr kumimoji="1" lang="ja-JP" altLang="en-US" smtClean="0"/>
              <a:t>8</a:t>
            </a:fld>
            <a:endParaRPr kumimoji="1" lang="ja-JP" altLang="en-US"/>
          </a:p>
        </p:txBody>
      </p:sp>
    </p:spTree>
    <p:extLst>
      <p:ext uri="{BB962C8B-B14F-4D97-AF65-F5344CB8AC3E}">
        <p14:creationId xmlns:p14="http://schemas.microsoft.com/office/powerpoint/2010/main" val="271111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A561B-A73A-BF1D-7377-7B53FE00C6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860654-5902-00D2-84E7-F1ADEA8902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DABC4F5-CB5C-3D09-C395-DF49575870D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33AFF0-6E19-A557-E740-E27066793DB7}"/>
              </a:ext>
            </a:extLst>
          </p:cNvPr>
          <p:cNvSpPr>
            <a:spLocks noGrp="1"/>
          </p:cNvSpPr>
          <p:nvPr>
            <p:ph type="sldNum" sz="quarter" idx="5"/>
          </p:nvPr>
        </p:nvSpPr>
        <p:spPr/>
        <p:txBody>
          <a:bodyPr/>
          <a:lstStyle/>
          <a:p>
            <a:fld id="{11DD0DE3-01EB-413E-94F6-A3F23EFADE4F}" type="slidenum">
              <a:rPr kumimoji="1" lang="ja-JP" altLang="en-US" smtClean="0"/>
              <a:t>9</a:t>
            </a:fld>
            <a:endParaRPr kumimoji="1" lang="ja-JP" altLang="en-US"/>
          </a:p>
        </p:txBody>
      </p:sp>
    </p:spTree>
    <p:extLst>
      <p:ext uri="{BB962C8B-B14F-4D97-AF65-F5344CB8AC3E}">
        <p14:creationId xmlns:p14="http://schemas.microsoft.com/office/powerpoint/2010/main" val="2741037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3877-4DE2-094D-DA64-FC5571F90F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ACC766-BB77-29B5-5831-2C400D3EC7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4CCB6F-5DBB-141C-D0AC-0668F244F6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9B39A80-E185-8C64-5FE7-E594915843D0}"/>
              </a:ext>
            </a:extLst>
          </p:cNvPr>
          <p:cNvSpPr>
            <a:spLocks noGrp="1"/>
          </p:cNvSpPr>
          <p:nvPr>
            <p:ph type="sldNum" sz="quarter" idx="5"/>
          </p:nvPr>
        </p:nvSpPr>
        <p:spPr/>
        <p:txBody>
          <a:bodyPr/>
          <a:lstStyle/>
          <a:p>
            <a:fld id="{11DD0DE3-01EB-413E-94F6-A3F23EFADE4F}" type="slidenum">
              <a:rPr kumimoji="1" lang="ja-JP" altLang="en-US" smtClean="0"/>
              <a:t>10</a:t>
            </a:fld>
            <a:endParaRPr kumimoji="1" lang="ja-JP" altLang="en-US"/>
          </a:p>
        </p:txBody>
      </p:sp>
    </p:spTree>
    <p:extLst>
      <p:ext uri="{BB962C8B-B14F-4D97-AF65-F5344CB8AC3E}">
        <p14:creationId xmlns:p14="http://schemas.microsoft.com/office/powerpoint/2010/main" val="4189588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971E7-A896-902D-4F4B-A6E7205882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735B34-8723-4DCE-927D-E3193A4D5F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628482-0F61-7C56-9E92-B581F7BF633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A4BBED-40A9-3516-60B6-6A69783BF6D1}"/>
              </a:ext>
            </a:extLst>
          </p:cNvPr>
          <p:cNvSpPr>
            <a:spLocks noGrp="1"/>
          </p:cNvSpPr>
          <p:nvPr>
            <p:ph type="sldNum" sz="quarter" idx="5"/>
          </p:nvPr>
        </p:nvSpPr>
        <p:spPr/>
        <p:txBody>
          <a:bodyPr/>
          <a:lstStyle/>
          <a:p>
            <a:fld id="{11DD0DE3-01EB-413E-94F6-A3F23EFADE4F}" type="slidenum">
              <a:rPr kumimoji="1" lang="ja-JP" altLang="en-US" smtClean="0"/>
              <a:t>11</a:t>
            </a:fld>
            <a:endParaRPr kumimoji="1" lang="ja-JP" altLang="en-US"/>
          </a:p>
        </p:txBody>
      </p:sp>
    </p:spTree>
    <p:extLst>
      <p:ext uri="{BB962C8B-B14F-4D97-AF65-F5344CB8AC3E}">
        <p14:creationId xmlns:p14="http://schemas.microsoft.com/office/powerpoint/2010/main" val="2159189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C9CF9-1E44-A760-9638-D861689EC7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C9068A-DE45-86C7-C8AC-E222561B94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F81C85D-1384-AD88-81B5-E11B39FFFD9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41AB62-6F05-96CF-871B-1548427F6F78}"/>
              </a:ext>
            </a:extLst>
          </p:cNvPr>
          <p:cNvSpPr>
            <a:spLocks noGrp="1"/>
          </p:cNvSpPr>
          <p:nvPr>
            <p:ph type="sldNum" sz="quarter" idx="5"/>
          </p:nvPr>
        </p:nvSpPr>
        <p:spPr/>
        <p:txBody>
          <a:bodyPr/>
          <a:lstStyle/>
          <a:p>
            <a:fld id="{11DD0DE3-01EB-413E-94F6-A3F23EFADE4F}" type="slidenum">
              <a:rPr kumimoji="1" lang="ja-JP" altLang="en-US" smtClean="0"/>
              <a:t>12</a:t>
            </a:fld>
            <a:endParaRPr kumimoji="1" lang="ja-JP" altLang="en-US"/>
          </a:p>
        </p:txBody>
      </p:sp>
    </p:spTree>
    <p:extLst>
      <p:ext uri="{BB962C8B-B14F-4D97-AF65-F5344CB8AC3E}">
        <p14:creationId xmlns:p14="http://schemas.microsoft.com/office/powerpoint/2010/main" val="769066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C56FF-15EB-B8A3-4501-9C60837347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D46E62-A7F4-A786-8DCD-77632197205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F565F7-4B59-F34D-589F-48910E23A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72ACCFD-3653-8807-312F-4BBD2944B94F}"/>
              </a:ext>
            </a:extLst>
          </p:cNvPr>
          <p:cNvSpPr>
            <a:spLocks noGrp="1"/>
          </p:cNvSpPr>
          <p:nvPr>
            <p:ph type="sldNum" sz="quarter" idx="5"/>
          </p:nvPr>
        </p:nvSpPr>
        <p:spPr/>
        <p:txBody>
          <a:bodyPr/>
          <a:lstStyle/>
          <a:p>
            <a:fld id="{11DD0DE3-01EB-413E-94F6-A3F23EFADE4F}" type="slidenum">
              <a:rPr kumimoji="1" lang="ja-JP" altLang="en-US" smtClean="0"/>
              <a:t>13</a:t>
            </a:fld>
            <a:endParaRPr kumimoji="1" lang="ja-JP" altLang="en-US"/>
          </a:p>
        </p:txBody>
      </p:sp>
    </p:spTree>
    <p:extLst>
      <p:ext uri="{BB962C8B-B14F-4D97-AF65-F5344CB8AC3E}">
        <p14:creationId xmlns:p14="http://schemas.microsoft.com/office/powerpoint/2010/main" val="1421075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5EBAB-C08B-86DA-8E4B-3BA26F48DB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3F1986-A355-805C-144D-8C7A6B084D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DA4371-D33A-48DB-E88B-4F72300BF4E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1AABE04-8F2F-206D-9B46-3D94627761DA}"/>
              </a:ext>
            </a:extLst>
          </p:cNvPr>
          <p:cNvSpPr>
            <a:spLocks noGrp="1"/>
          </p:cNvSpPr>
          <p:nvPr>
            <p:ph type="sldNum" sz="quarter" idx="5"/>
          </p:nvPr>
        </p:nvSpPr>
        <p:spPr/>
        <p:txBody>
          <a:bodyPr/>
          <a:lstStyle/>
          <a:p>
            <a:fld id="{11DD0DE3-01EB-413E-94F6-A3F23EFADE4F}" type="slidenum">
              <a:rPr kumimoji="1" lang="ja-JP" altLang="en-US" smtClean="0"/>
              <a:t>14</a:t>
            </a:fld>
            <a:endParaRPr kumimoji="1" lang="ja-JP" altLang="en-US"/>
          </a:p>
        </p:txBody>
      </p:sp>
    </p:spTree>
    <p:extLst>
      <p:ext uri="{BB962C8B-B14F-4D97-AF65-F5344CB8AC3E}">
        <p14:creationId xmlns:p14="http://schemas.microsoft.com/office/powerpoint/2010/main" val="3196678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30D6A-3C8F-2692-0729-CC1E766844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0FD0A0-8D91-AE68-DBCB-7EF6388B69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BB0B06-D9CE-7E4F-3730-69BFC6E35C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9C78B41-04F4-3BF5-7CDA-0D0FF426A200}"/>
              </a:ext>
            </a:extLst>
          </p:cNvPr>
          <p:cNvSpPr>
            <a:spLocks noGrp="1"/>
          </p:cNvSpPr>
          <p:nvPr>
            <p:ph type="sldNum" sz="quarter" idx="5"/>
          </p:nvPr>
        </p:nvSpPr>
        <p:spPr/>
        <p:txBody>
          <a:bodyPr/>
          <a:lstStyle/>
          <a:p>
            <a:fld id="{11DD0DE3-01EB-413E-94F6-A3F23EFADE4F}" type="slidenum">
              <a:rPr kumimoji="1" lang="ja-JP" altLang="en-US" smtClean="0"/>
              <a:t>15</a:t>
            </a:fld>
            <a:endParaRPr kumimoji="1" lang="ja-JP" altLang="en-US"/>
          </a:p>
        </p:txBody>
      </p:sp>
    </p:spTree>
    <p:extLst>
      <p:ext uri="{BB962C8B-B14F-4D97-AF65-F5344CB8AC3E}">
        <p14:creationId xmlns:p14="http://schemas.microsoft.com/office/powerpoint/2010/main" val="848990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AA920-343C-1B2B-E878-69A0264CE5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AB4225-6602-BA22-3EDA-AF785F8ABD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DB28AD-DF5F-DED3-C85E-CF36AFC27E6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B9584BE-1B59-97AF-88B3-D962E643BA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615274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19D00-5B49-594E-A4E3-EBBE737748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001485-9F86-A228-88A1-F5943CBFCC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C268A2-0FC7-4677-2AE0-1DDDA868B7B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CED3AD8-7ACD-D3C9-AD4C-0242CB7BE8A7}"/>
              </a:ext>
            </a:extLst>
          </p:cNvPr>
          <p:cNvSpPr>
            <a:spLocks noGrp="1"/>
          </p:cNvSpPr>
          <p:nvPr>
            <p:ph type="sldNum" sz="quarter" idx="5"/>
          </p:nvPr>
        </p:nvSpPr>
        <p:spPr/>
        <p:txBody>
          <a:bodyPr/>
          <a:lstStyle/>
          <a:p>
            <a:fld id="{11DD0DE3-01EB-413E-94F6-A3F23EFADE4F}" type="slidenum">
              <a:rPr kumimoji="1" lang="ja-JP" altLang="en-US" smtClean="0"/>
              <a:t>17</a:t>
            </a:fld>
            <a:endParaRPr kumimoji="1" lang="ja-JP" altLang="en-US"/>
          </a:p>
        </p:txBody>
      </p:sp>
    </p:spTree>
    <p:extLst>
      <p:ext uri="{BB962C8B-B14F-4D97-AF65-F5344CB8AC3E}">
        <p14:creationId xmlns:p14="http://schemas.microsoft.com/office/powerpoint/2010/main" val="2558719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2FEFD-72C0-D69E-7AC5-EEEE6DD5C3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4F5D36-235D-CDA9-38EA-B709E0E325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7B34BE-9CB2-D66F-C761-A96B310ED5C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7F50C59-7CC2-F141-2A67-635DD76E32F8}"/>
              </a:ext>
            </a:extLst>
          </p:cNvPr>
          <p:cNvSpPr>
            <a:spLocks noGrp="1"/>
          </p:cNvSpPr>
          <p:nvPr>
            <p:ph type="sldNum" sz="quarter" idx="5"/>
          </p:nvPr>
        </p:nvSpPr>
        <p:spPr/>
        <p:txBody>
          <a:bodyPr/>
          <a:lstStyle/>
          <a:p>
            <a:fld id="{11DD0DE3-01EB-413E-94F6-A3F23EFADE4F}" type="slidenum">
              <a:rPr kumimoji="1" lang="ja-JP" altLang="en-US" smtClean="0"/>
              <a:t>18</a:t>
            </a:fld>
            <a:endParaRPr kumimoji="1" lang="ja-JP" altLang="en-US"/>
          </a:p>
        </p:txBody>
      </p:sp>
    </p:spTree>
    <p:extLst>
      <p:ext uri="{BB962C8B-B14F-4D97-AF65-F5344CB8AC3E}">
        <p14:creationId xmlns:p14="http://schemas.microsoft.com/office/powerpoint/2010/main" val="3019997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1A7C-1C06-672A-6886-FC4C667FC9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AE400E-9C6B-3BBB-F03C-252F4B3E15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614E05-7C2A-81C9-6246-C5B6D146913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493E25-723B-59A4-65D6-C1F2BE00F23D}"/>
              </a:ext>
            </a:extLst>
          </p:cNvPr>
          <p:cNvSpPr>
            <a:spLocks noGrp="1"/>
          </p:cNvSpPr>
          <p:nvPr>
            <p:ph type="sldNum" sz="quarter" idx="5"/>
          </p:nvPr>
        </p:nvSpPr>
        <p:spPr/>
        <p:txBody>
          <a:bodyPr/>
          <a:lstStyle/>
          <a:p>
            <a:fld id="{11DD0DE3-01EB-413E-94F6-A3F23EFADE4F}" type="slidenum">
              <a:rPr kumimoji="1" lang="ja-JP" altLang="en-US" smtClean="0"/>
              <a:t>19</a:t>
            </a:fld>
            <a:endParaRPr kumimoji="1" lang="ja-JP" altLang="en-US"/>
          </a:p>
        </p:txBody>
      </p:sp>
    </p:spTree>
    <p:extLst>
      <p:ext uri="{BB962C8B-B14F-4D97-AF65-F5344CB8AC3E}">
        <p14:creationId xmlns:p14="http://schemas.microsoft.com/office/powerpoint/2010/main" val="38937745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E755-C10B-8DFF-D8CA-8661DA9289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36B105-A9F9-5849-9F32-0A08BB24A2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688C65-4647-3ACB-2544-4A69E28F85C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C6B871-A3F2-F8B8-C140-DB27DBD84998}"/>
              </a:ext>
            </a:extLst>
          </p:cNvPr>
          <p:cNvSpPr>
            <a:spLocks noGrp="1"/>
          </p:cNvSpPr>
          <p:nvPr>
            <p:ph type="sldNum" sz="quarter" idx="5"/>
          </p:nvPr>
        </p:nvSpPr>
        <p:spPr/>
        <p:txBody>
          <a:bodyPr/>
          <a:lstStyle/>
          <a:p>
            <a:fld id="{11DD0DE3-01EB-413E-94F6-A3F23EFADE4F}" type="slidenum">
              <a:rPr kumimoji="1" lang="ja-JP" altLang="en-US" smtClean="0"/>
              <a:t>20</a:t>
            </a:fld>
            <a:endParaRPr kumimoji="1" lang="ja-JP" altLang="en-US"/>
          </a:p>
        </p:txBody>
      </p:sp>
    </p:spTree>
    <p:extLst>
      <p:ext uri="{BB962C8B-B14F-4D97-AF65-F5344CB8AC3E}">
        <p14:creationId xmlns:p14="http://schemas.microsoft.com/office/powerpoint/2010/main" val="3140831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84A75-98C9-7CFE-EF6E-9819856E3F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A1BFC9-E459-C3CD-41F0-C1C30867AF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10E454F-65DE-732F-B9BA-D6341A09CB2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E6B24DD-03EF-AEEE-AEC9-9B104FD95AF3}"/>
              </a:ext>
            </a:extLst>
          </p:cNvPr>
          <p:cNvSpPr>
            <a:spLocks noGrp="1"/>
          </p:cNvSpPr>
          <p:nvPr>
            <p:ph type="sldNum" sz="quarter" idx="5"/>
          </p:nvPr>
        </p:nvSpPr>
        <p:spPr/>
        <p:txBody>
          <a:bodyPr/>
          <a:lstStyle/>
          <a:p>
            <a:fld id="{11DD0DE3-01EB-413E-94F6-A3F23EFADE4F}" type="slidenum">
              <a:rPr kumimoji="1" lang="ja-JP" altLang="en-US" smtClean="0"/>
              <a:t>21</a:t>
            </a:fld>
            <a:endParaRPr kumimoji="1" lang="ja-JP" altLang="en-US"/>
          </a:p>
        </p:txBody>
      </p:sp>
    </p:spTree>
    <p:extLst>
      <p:ext uri="{BB962C8B-B14F-4D97-AF65-F5344CB8AC3E}">
        <p14:creationId xmlns:p14="http://schemas.microsoft.com/office/powerpoint/2010/main" val="9526406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B436-EFF7-33DA-CFEB-177370E941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71B08C-E76C-F714-914D-D53EC70877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B0B405-AA67-FDBE-A688-7B96F545A65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B87C34A-E60D-6228-3D7D-8799EE7747EC}"/>
              </a:ext>
            </a:extLst>
          </p:cNvPr>
          <p:cNvSpPr>
            <a:spLocks noGrp="1"/>
          </p:cNvSpPr>
          <p:nvPr>
            <p:ph type="sldNum" sz="quarter" idx="5"/>
          </p:nvPr>
        </p:nvSpPr>
        <p:spPr/>
        <p:txBody>
          <a:bodyPr/>
          <a:lstStyle/>
          <a:p>
            <a:fld id="{11DD0DE3-01EB-413E-94F6-A3F23EFADE4F}" type="slidenum">
              <a:rPr kumimoji="1" lang="ja-JP" altLang="en-US" smtClean="0"/>
              <a:t>22</a:t>
            </a:fld>
            <a:endParaRPr kumimoji="1" lang="ja-JP" altLang="en-US"/>
          </a:p>
        </p:txBody>
      </p:sp>
    </p:spTree>
    <p:extLst>
      <p:ext uri="{BB962C8B-B14F-4D97-AF65-F5344CB8AC3E}">
        <p14:creationId xmlns:p14="http://schemas.microsoft.com/office/powerpoint/2010/main" val="3279589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56A2-9510-DC69-F4F6-4866BA1F2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16BFB7-A513-A17A-76AE-DE7FF2DB83B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6B74F4-4DB2-6F06-6F1D-26C44BC6A89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EDE2379-5E65-35D7-9C56-9592F00746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0966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C6ED-26B4-9F9C-F3F2-97DD4650D3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1C2AF0-A9DE-C2AD-D360-5BC280E32D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2AFC2-EDDD-6CD3-47C9-3953A82BBB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4404FE-8803-54D5-3584-78CA208EE069}"/>
              </a:ext>
            </a:extLst>
          </p:cNvPr>
          <p:cNvSpPr>
            <a:spLocks noGrp="1"/>
          </p:cNvSpPr>
          <p:nvPr>
            <p:ph type="sldNum" sz="quarter" idx="5"/>
          </p:nvPr>
        </p:nvSpPr>
        <p:spPr/>
        <p:txBody>
          <a:bodyPr/>
          <a:lstStyle/>
          <a:p>
            <a:fld id="{11DD0DE3-01EB-413E-94F6-A3F23EFADE4F}" type="slidenum">
              <a:rPr kumimoji="1" lang="ja-JP" altLang="en-US" smtClean="0"/>
              <a:t>24</a:t>
            </a:fld>
            <a:endParaRPr kumimoji="1" lang="ja-JP" altLang="en-US"/>
          </a:p>
        </p:txBody>
      </p:sp>
    </p:spTree>
    <p:extLst>
      <p:ext uri="{BB962C8B-B14F-4D97-AF65-F5344CB8AC3E}">
        <p14:creationId xmlns:p14="http://schemas.microsoft.com/office/powerpoint/2010/main" val="777586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EAC1-887C-DD3D-2E1F-BBC32CB0CD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73E0D0-F3BE-BACC-5B6E-9426FC0B96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075B9E4-AB24-C873-E9E6-620A15D1CE1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A9E0D1A-CA7B-B8BD-484D-86B1948215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8467311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3B82-8CBD-149D-789D-133B1D3BB6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CC0073-47D0-4F47-888D-8BD1D221EA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DC8482-0D55-82EA-BD6E-D91FF428ECD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356BA4E-07A8-754E-3865-607E1BECBF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377125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061E-7128-4CC6-5BCC-F488451BDC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3CC77D3-F318-6383-90B4-D3AE6932F1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5A7FBE5-9CA1-EC37-1C58-1B450674F93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33B3CBC-96A5-5F06-AF2B-FCEB8C6323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12337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CB18D-5C1C-00AB-ADE8-383EBA59D4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CE05B0-A091-A3AF-B29F-CBFCFEC90CD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092778-4810-8BAB-3B3C-85D186F53B7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E9BFE2-B38F-4EE0-C7B3-A71A702E71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6671353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787B4-0EAA-10B2-67AD-8A5F783669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46CD51-64FB-7DB6-9E66-A366869D35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EAEB00-69B7-0C0D-7013-395E91B9CF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6A9BE0C-81E7-3C17-5408-4D80E4DE21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7650427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6DF5C-B11C-CA7A-8BDF-4AF3F97A39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1386A1-3779-BE8D-9B08-AE5D20CEED8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BA6B66-0353-85D7-2BB8-35AC030E65F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41738A7-5068-C28E-F82B-6114A4B2BB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9135064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72711-6A2D-FE88-9772-603C09E64C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DF3643-8D5E-DEAE-F58E-9FF5B41B1EA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4D5AAE-8B0A-D1B9-B1D5-C0ADB0682C3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0EF136E-F536-E975-2C97-E84D357901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265921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5847-C65D-061D-768A-1E03177C01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123E8C-90EB-788A-FDE3-6143E7B7DB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736227-C4CF-AF93-C991-5051F8DFE1C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D4B4175-595E-88E9-679F-81BC77A88E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4641314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E89B0-8B2B-4337-4D54-E33A56324C9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0DF6BA-F24E-BD7A-3C06-9495DCDC90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E4210-6523-3E14-C4BD-0D24A14C685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80D493B-E2F0-7D42-2658-5C84F872DF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850690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43EC5-BFE1-BED6-B564-41FC6F3E73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5C7A39-9FE2-3C06-43F3-30BEC90D7D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A78DEA-B1C4-6DFC-725C-19A2D42743D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6C1A7A1-9810-8EC4-188A-DE4A502078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8790995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639B-0E9A-8AA1-970F-0A4DF6B245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D06593-98FE-6F52-8072-0ED1DFF91F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66EE0A-50D0-693A-A985-D4C7E501471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3DB6DC0-D805-30BA-32B5-0D242B3431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680667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19DC-84FC-37DB-4FAF-90825B1490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F4A57E-9E9C-C9C7-28BD-91CC702BF3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CD557A-65B6-5070-B81B-967B3F16323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C07BB8F-25D7-C275-71B8-FF7B3C7770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0247631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FE3A-9681-DFEB-2AE7-B071F584C2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68D572-5719-A6C0-A078-1C0C6850CB2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5DE4568-119C-DECF-F703-73461B7A71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B678D36-4146-C887-42DF-C857AC7B40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0075440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E807F-B7A3-6F6A-18FD-D463F30DFA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226BD1-DF77-E9AF-985B-7753777E578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9E96A6-D66A-933F-D3DB-BF4D0187AC3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062A9C5-9496-1C47-93E0-A52699E42C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8552552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622AB-F41E-B0C0-9564-5CBAA3E231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D520E01-C655-D7E4-278B-78466FB8C9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23B717-23DF-7FBA-A8CC-30C9C171DAA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65AD962-9EF4-5A9E-DE06-5DB0E0EFBC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38377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62CB-4AFC-337D-8D3D-8F7F189AEB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669A0D-6B47-0DBC-4179-43ED6D4EDA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E582C6-E851-224A-0CE5-2B7C0BDD7E1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EB0D416-9321-5D92-D5AB-7963FF1E8F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D0DE3-01EB-413E-94F6-A3F23EFADE4F}"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6463472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40EA-6A58-790B-879A-971A817F07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4C5865-281D-1D59-738F-0D6111335B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749E80-831E-7D3D-6EF7-9B925C5250A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6FA0577-39D3-1A24-65CF-CAD490D54AB7}"/>
              </a:ext>
            </a:extLst>
          </p:cNvPr>
          <p:cNvSpPr>
            <a:spLocks noGrp="1"/>
          </p:cNvSpPr>
          <p:nvPr>
            <p:ph type="sldNum" sz="quarter" idx="5"/>
          </p:nvPr>
        </p:nvSpPr>
        <p:spPr/>
        <p:txBody>
          <a:bodyPr/>
          <a:lstStyle/>
          <a:p>
            <a:fld id="{11DD0DE3-01EB-413E-94F6-A3F23EFADE4F}" type="slidenum">
              <a:rPr kumimoji="1" lang="ja-JP" altLang="en-US" smtClean="0"/>
              <a:t>41</a:t>
            </a:fld>
            <a:endParaRPr kumimoji="1" lang="ja-JP" altLang="en-US"/>
          </a:p>
        </p:txBody>
      </p:sp>
    </p:spTree>
    <p:extLst>
      <p:ext uri="{BB962C8B-B14F-4D97-AF65-F5344CB8AC3E}">
        <p14:creationId xmlns:p14="http://schemas.microsoft.com/office/powerpoint/2010/main" val="40850673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6A95B-3B57-BD28-084E-B2AE52EEF4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84BCD7-5283-607F-78A6-F1EB82634C5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F4FE500-3B10-D241-6038-C1A17DE7E2F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B5F619C-0003-2F26-BF86-0FF63168E732}"/>
              </a:ext>
            </a:extLst>
          </p:cNvPr>
          <p:cNvSpPr>
            <a:spLocks noGrp="1"/>
          </p:cNvSpPr>
          <p:nvPr>
            <p:ph type="sldNum" sz="quarter" idx="5"/>
          </p:nvPr>
        </p:nvSpPr>
        <p:spPr/>
        <p:txBody>
          <a:bodyPr/>
          <a:lstStyle/>
          <a:p>
            <a:fld id="{11DD0DE3-01EB-413E-94F6-A3F23EFADE4F}" type="slidenum">
              <a:rPr kumimoji="1" lang="ja-JP" altLang="en-US" smtClean="0"/>
              <a:t>42</a:t>
            </a:fld>
            <a:endParaRPr kumimoji="1" lang="ja-JP" altLang="en-US"/>
          </a:p>
        </p:txBody>
      </p:sp>
    </p:spTree>
    <p:extLst>
      <p:ext uri="{BB962C8B-B14F-4D97-AF65-F5344CB8AC3E}">
        <p14:creationId xmlns:p14="http://schemas.microsoft.com/office/powerpoint/2010/main" val="19998880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AFFB-449F-7766-BE91-6356ACF6D7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231002-BE04-455C-112A-1FF5F51C87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639EAB1-55F7-CA20-F897-C50D9039B9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645BB01-9F06-6D86-718C-FDA97F73690F}"/>
              </a:ext>
            </a:extLst>
          </p:cNvPr>
          <p:cNvSpPr>
            <a:spLocks noGrp="1"/>
          </p:cNvSpPr>
          <p:nvPr>
            <p:ph type="sldNum" sz="quarter" idx="5"/>
          </p:nvPr>
        </p:nvSpPr>
        <p:spPr/>
        <p:txBody>
          <a:bodyPr/>
          <a:lstStyle/>
          <a:p>
            <a:fld id="{11DD0DE3-01EB-413E-94F6-A3F23EFADE4F}" type="slidenum">
              <a:rPr kumimoji="1" lang="ja-JP" altLang="en-US" smtClean="0"/>
              <a:t>43</a:t>
            </a:fld>
            <a:endParaRPr kumimoji="1" lang="ja-JP" altLang="en-US"/>
          </a:p>
        </p:txBody>
      </p:sp>
    </p:spTree>
    <p:extLst>
      <p:ext uri="{BB962C8B-B14F-4D97-AF65-F5344CB8AC3E}">
        <p14:creationId xmlns:p14="http://schemas.microsoft.com/office/powerpoint/2010/main" val="5986636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D3B5-D61D-A7DF-90F7-3C4A4B8830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720538-F76F-45B2-29D1-00D93ED487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64CB74-493D-B151-E36D-818C708DE0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6C95AD0-C97B-9F3C-A95E-1265598DA047}"/>
              </a:ext>
            </a:extLst>
          </p:cNvPr>
          <p:cNvSpPr>
            <a:spLocks noGrp="1"/>
          </p:cNvSpPr>
          <p:nvPr>
            <p:ph type="sldNum" sz="quarter" idx="5"/>
          </p:nvPr>
        </p:nvSpPr>
        <p:spPr/>
        <p:txBody>
          <a:bodyPr/>
          <a:lstStyle/>
          <a:p>
            <a:fld id="{11DD0DE3-01EB-413E-94F6-A3F23EFADE4F}" type="slidenum">
              <a:rPr kumimoji="1" lang="ja-JP" altLang="en-US" smtClean="0"/>
              <a:t>44</a:t>
            </a:fld>
            <a:endParaRPr kumimoji="1" lang="ja-JP" altLang="en-US"/>
          </a:p>
        </p:txBody>
      </p:sp>
    </p:spTree>
    <p:extLst>
      <p:ext uri="{BB962C8B-B14F-4D97-AF65-F5344CB8AC3E}">
        <p14:creationId xmlns:p14="http://schemas.microsoft.com/office/powerpoint/2010/main" val="20402315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68700-55C2-8AD9-8C7E-FA324EF16F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E8C5BC-279F-17B0-802D-05F9F788622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613B4B-2694-BF13-6D22-BAE23F3777D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399399B-A254-4484-4C46-B47EFD3CC5DD}"/>
              </a:ext>
            </a:extLst>
          </p:cNvPr>
          <p:cNvSpPr>
            <a:spLocks noGrp="1"/>
          </p:cNvSpPr>
          <p:nvPr>
            <p:ph type="sldNum" sz="quarter" idx="5"/>
          </p:nvPr>
        </p:nvSpPr>
        <p:spPr/>
        <p:txBody>
          <a:bodyPr/>
          <a:lstStyle/>
          <a:p>
            <a:fld id="{11DD0DE3-01EB-413E-94F6-A3F23EFADE4F}" type="slidenum">
              <a:rPr kumimoji="1" lang="ja-JP" altLang="en-US" smtClean="0"/>
              <a:t>45</a:t>
            </a:fld>
            <a:endParaRPr kumimoji="1" lang="ja-JP" altLang="en-US"/>
          </a:p>
        </p:txBody>
      </p:sp>
    </p:spTree>
    <p:extLst>
      <p:ext uri="{BB962C8B-B14F-4D97-AF65-F5344CB8AC3E}">
        <p14:creationId xmlns:p14="http://schemas.microsoft.com/office/powerpoint/2010/main" val="22999205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6CC9-37B3-C2B2-6E91-ACB21EAC6A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69B8CA-8CB3-0722-7B12-CFAB7FE067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7FE100-4D55-8EBA-1446-DD3B44F7A1E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FF31EB9-2E52-2F66-F325-87A15A4F6785}"/>
              </a:ext>
            </a:extLst>
          </p:cNvPr>
          <p:cNvSpPr>
            <a:spLocks noGrp="1"/>
          </p:cNvSpPr>
          <p:nvPr>
            <p:ph type="sldNum" sz="quarter" idx="5"/>
          </p:nvPr>
        </p:nvSpPr>
        <p:spPr/>
        <p:txBody>
          <a:bodyPr/>
          <a:lstStyle/>
          <a:p>
            <a:fld id="{11DD0DE3-01EB-413E-94F6-A3F23EFADE4F}" type="slidenum">
              <a:rPr kumimoji="1" lang="ja-JP" altLang="en-US" smtClean="0"/>
              <a:t>46</a:t>
            </a:fld>
            <a:endParaRPr kumimoji="1" lang="ja-JP" altLang="en-US"/>
          </a:p>
        </p:txBody>
      </p:sp>
    </p:spTree>
    <p:extLst>
      <p:ext uri="{BB962C8B-B14F-4D97-AF65-F5344CB8AC3E}">
        <p14:creationId xmlns:p14="http://schemas.microsoft.com/office/powerpoint/2010/main" val="34648050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693C1-8E6B-4962-0ABB-BC61EAB1EC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085843-61DD-70A2-FE3A-B4840A967D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D7254B-D59D-6858-B788-25568ED3CB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BB35379-6F5F-6F30-B080-029414B70051}"/>
              </a:ext>
            </a:extLst>
          </p:cNvPr>
          <p:cNvSpPr>
            <a:spLocks noGrp="1"/>
          </p:cNvSpPr>
          <p:nvPr>
            <p:ph type="sldNum" sz="quarter" idx="5"/>
          </p:nvPr>
        </p:nvSpPr>
        <p:spPr/>
        <p:txBody>
          <a:bodyPr/>
          <a:lstStyle/>
          <a:p>
            <a:fld id="{11DD0DE3-01EB-413E-94F6-A3F23EFADE4F}" type="slidenum">
              <a:rPr kumimoji="1" lang="ja-JP" altLang="en-US" smtClean="0"/>
              <a:t>47</a:t>
            </a:fld>
            <a:endParaRPr kumimoji="1" lang="ja-JP" altLang="en-US"/>
          </a:p>
        </p:txBody>
      </p:sp>
    </p:spTree>
    <p:extLst>
      <p:ext uri="{BB962C8B-B14F-4D97-AF65-F5344CB8AC3E}">
        <p14:creationId xmlns:p14="http://schemas.microsoft.com/office/powerpoint/2010/main" val="20951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2DCCA7-1829-8AAA-66CF-EE31608B5E3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6A45073-856A-5973-42B2-708A439CC7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E641BCF-41CF-8D7C-E8EB-4264122009DC}"/>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27A0BF1E-46F1-6B88-733B-233F5404C1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023976-0891-0C95-F7FD-473C70EB9668}"/>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3643683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2EF12D-85BE-8BE2-9EDF-FD66867BDB0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DDA811-CC28-5555-E4D4-B6CDCDC8A61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18FBAD9-EBE9-0E19-B056-E03D71B719F8}"/>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F540AA5A-D7D5-5C17-7B74-E72C06C81EB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0D7857-D1C5-39B8-A59D-AA436700F2C8}"/>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746601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04F8D4-E5C9-FB6B-105F-6CA12DFF8C8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D31CE88-F696-43EF-F723-BDC1E47692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6C2CFAC-B1BF-84A1-9D12-9722EA617AFA}"/>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47461ACB-DE6A-481B-D6CB-41689DF6D9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173087-AA08-3DA8-AE8C-988E0335D8FF}"/>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382904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452B33-ABEA-B528-6ED5-107B9744A4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3FE1999-0720-D6DF-DE8D-1D71A90B5E8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6AF2785-30C4-7AF9-92F3-117171B9974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58E575-112A-2653-0E52-48718AA5F94F}"/>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6" name="フッター プレースホルダー 5">
            <a:extLst>
              <a:ext uri="{FF2B5EF4-FFF2-40B4-BE49-F238E27FC236}">
                <a16:creationId xmlns:a16="http://schemas.microsoft.com/office/drawing/2014/main" id="{074B6C5C-B959-2ECF-7E67-9FEFE1CC9B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C350337-8EB3-7D04-4FFD-B33DEA969864}"/>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145713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4DF6D-697B-FB83-34A3-86A72DCAD84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3609534-17DD-6E81-61FA-7B712B3416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11EF400-0064-6B49-367E-4C03362592C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44798A5-03D0-6CA9-34D3-01AC7D8E3B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85BB582-46FD-BE57-DB9A-D9623FB4269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654D4AC-5516-85D4-8D15-308084663D96}"/>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8" name="フッター プレースホルダー 7">
            <a:extLst>
              <a:ext uri="{FF2B5EF4-FFF2-40B4-BE49-F238E27FC236}">
                <a16:creationId xmlns:a16="http://schemas.microsoft.com/office/drawing/2014/main" id="{1027F8B5-43C2-02C1-62FC-C6EB5598F4D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4EB31CF-26F7-1A34-E936-E95B5C4DEF1B}"/>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528109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9DF022-5356-A3D9-B7BE-5E696229C19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3095913-5E3B-B5FE-C814-15DB0CFFC472}"/>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4" name="フッター プレースホルダー 3">
            <a:extLst>
              <a:ext uri="{FF2B5EF4-FFF2-40B4-BE49-F238E27FC236}">
                <a16:creationId xmlns:a16="http://schemas.microsoft.com/office/drawing/2014/main" id="{DB6B7A0F-B098-D641-9D67-F670634790E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BDC917D-0392-66B3-84C1-8032D51CDE3E}"/>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2463847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6189B41-1341-193D-A35E-4A74E66B18A3}"/>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3" name="フッター プレースホルダー 2">
            <a:extLst>
              <a:ext uri="{FF2B5EF4-FFF2-40B4-BE49-F238E27FC236}">
                <a16:creationId xmlns:a16="http://schemas.microsoft.com/office/drawing/2014/main" id="{D8A8EC31-C57A-67EC-7339-69492D57DEB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6DBE61-FAD7-0CB6-5567-0E3D9580A20A}"/>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2794408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26E068-8059-210B-8B45-89717D1436A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C16CB9-90DA-E601-B667-2DB0146A2B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53E3AEA-8AF8-3C48-C910-339734CAD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F9C4038-4AA4-062D-F9D3-980B1AAA7960}"/>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6" name="フッター プレースホルダー 5">
            <a:extLst>
              <a:ext uri="{FF2B5EF4-FFF2-40B4-BE49-F238E27FC236}">
                <a16:creationId xmlns:a16="http://schemas.microsoft.com/office/drawing/2014/main" id="{B6555B53-0EA1-C113-595E-0A8A7B75429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AA0430-B88F-8F25-4858-F627468F514A}"/>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149950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AA0E17-F11D-6047-2203-9BA65EE73F6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BD84B81-D308-F09D-B72F-0BA8109C4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92E0B9C-BE38-458E-C3F0-A7D5E7732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402E6F5-EF4F-FA74-1B03-9E5B16FC80E5}"/>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6" name="フッター プレースホルダー 5">
            <a:extLst>
              <a:ext uri="{FF2B5EF4-FFF2-40B4-BE49-F238E27FC236}">
                <a16:creationId xmlns:a16="http://schemas.microsoft.com/office/drawing/2014/main" id="{D7660E17-476A-77D9-0BF9-CCFFF282570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411E288-13B7-44D6-168D-FD856BB66EC8}"/>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2568836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44CCCB-42EA-D228-BBE1-62429D81A39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55A4D06-789E-8FC1-1F1C-ED45FA8041C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D0EF39-8BA5-3F32-F75C-CA2C66E7A285}"/>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6870F4CF-F1B9-0CC1-B368-83E416560BC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6813EC-C9CA-32BB-9A1C-78030792B257}"/>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3771020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738112B-62B5-F0D1-E854-E06B3892AC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DF60B81-C0BA-FAF8-E4B2-0C22AC9743A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00CF34-E597-E01C-C8DB-8821CBBB8241}"/>
              </a:ext>
            </a:extLst>
          </p:cNvPr>
          <p:cNvSpPr>
            <a:spLocks noGrp="1"/>
          </p:cNvSpPr>
          <p:nvPr>
            <p:ph type="dt" sz="half" idx="10"/>
          </p:nvPr>
        </p:nvSpPr>
        <p:spPr/>
        <p:txBody>
          <a:bodyPr/>
          <a:lstStyle/>
          <a:p>
            <a:fld id="{2CF6CFBE-F755-4E32-A9F5-78728C1585C9}"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E83CF133-68FC-36E2-F48E-9F39B5D0125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BA7FE3A-655A-FDDF-33BF-B7EBCE962485}"/>
              </a:ext>
            </a:extLst>
          </p:cNvPr>
          <p:cNvSpPr>
            <a:spLocks noGrp="1"/>
          </p:cNvSpPr>
          <p:nvPr>
            <p:ph type="sldNum" sz="quarter" idx="12"/>
          </p:nvPr>
        </p:nvSpPr>
        <p:spPr/>
        <p:txBody>
          <a:body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28896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A80ED55-6B85-38DB-0186-FA178CD2BC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12175A8-9877-24B9-787F-3975A1E197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34DF239-AAA7-EE78-41AC-662252E11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F6CFBE-F755-4E32-A9F5-78728C1585C9}"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F8ADE6D0-EBE7-3E87-5E3F-6438C0AF31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3EECE04-8C22-944A-F60F-EA1316D34B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D983F6-5F83-4DC8-B34B-EE9D8EA83DFD}" type="slidenum">
              <a:rPr kumimoji="1" lang="ja-JP" altLang="en-US" smtClean="0"/>
              <a:t>‹#›</a:t>
            </a:fld>
            <a:endParaRPr kumimoji="1" lang="ja-JP" altLang="en-US"/>
          </a:p>
        </p:txBody>
      </p:sp>
    </p:spTree>
    <p:extLst>
      <p:ext uri="{BB962C8B-B14F-4D97-AF65-F5344CB8AC3E}">
        <p14:creationId xmlns:p14="http://schemas.microsoft.com/office/powerpoint/2010/main" val="847969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7AAAF11-7005-252E-A912-0EE81ED82D99}"/>
              </a:ext>
            </a:extLst>
          </p:cNvPr>
          <p:cNvSpPr txBox="1"/>
          <p:nvPr/>
        </p:nvSpPr>
        <p:spPr>
          <a:xfrm>
            <a:off x="0" y="1866989"/>
            <a:ext cx="12192000" cy="1862048"/>
          </a:xfrm>
          <a:prstGeom prst="rect">
            <a:avLst/>
          </a:prstGeom>
          <a:noFill/>
        </p:spPr>
        <p:txBody>
          <a:bodyPr wrap="square" rtlCol="0" anchor="ctr">
            <a:spAutoFit/>
          </a:bodyPr>
          <a:lstStyle/>
          <a:p>
            <a:pPr algn="ctr"/>
            <a:r>
              <a:rPr lang="ja-JP" altLang="en-US" sz="11500" b="1" dirty="0">
                <a:solidFill>
                  <a:schemeClr val="bg1"/>
                </a:solidFill>
                <a:latin typeface="メイリオ" panose="020B0604030504040204" pitchFamily="50" charset="-128"/>
                <a:ea typeface="メイリオ" panose="020B0604030504040204" pitchFamily="50" charset="-128"/>
              </a:rPr>
              <a:t>スライドの作り方</a:t>
            </a:r>
            <a:endParaRPr kumimoji="1" lang="en-US" altLang="ja-JP" sz="11500" b="1"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08520539-6414-787B-23A0-91071D6D0806}"/>
              </a:ext>
            </a:extLst>
          </p:cNvPr>
          <p:cNvSpPr txBox="1"/>
          <p:nvPr/>
        </p:nvSpPr>
        <p:spPr>
          <a:xfrm>
            <a:off x="0" y="3729037"/>
            <a:ext cx="12192000" cy="646331"/>
          </a:xfrm>
          <a:prstGeom prst="rect">
            <a:avLst/>
          </a:prstGeom>
          <a:noFill/>
        </p:spPr>
        <p:txBody>
          <a:bodyPr wrap="square" rtlCol="0">
            <a:spAutoFit/>
          </a:bodyPr>
          <a:lstStyle/>
          <a:p>
            <a:pPr algn="ctr"/>
            <a:r>
              <a:rPr kumimoji="1" lang="ja-JP" altLang="en-US" sz="3600" b="1" dirty="0">
                <a:solidFill>
                  <a:schemeClr val="bg1"/>
                </a:solidFill>
                <a:latin typeface="メイリオ" panose="020B0604030504040204" pitchFamily="50" charset="-128"/>
                <a:ea typeface="メイリオ" panose="020B0604030504040204" pitchFamily="50" charset="-128"/>
              </a:rPr>
              <a:t>～～ 負担を減らし</a:t>
            </a:r>
            <a:r>
              <a:rPr lang="ja-JP" altLang="en-US" sz="3600" b="1" dirty="0">
                <a:solidFill>
                  <a:schemeClr val="bg1"/>
                </a:solidFill>
                <a:latin typeface="メイリオ" panose="020B0604030504040204" pitchFamily="50" charset="-128"/>
                <a:ea typeface="メイリオ" panose="020B0604030504040204" pitchFamily="50" charset="-128"/>
              </a:rPr>
              <a:t> </a:t>
            </a:r>
            <a:r>
              <a:rPr kumimoji="1" lang="ja-JP" altLang="en-US" sz="3600" b="1" dirty="0">
                <a:solidFill>
                  <a:schemeClr val="bg1"/>
                </a:solidFill>
                <a:latin typeface="メイリオ" panose="020B0604030504040204" pitchFamily="50" charset="-128"/>
                <a:ea typeface="メイリオ" panose="020B0604030504040204" pitchFamily="50" charset="-128"/>
              </a:rPr>
              <a:t>観てもらえる スライドへ ～～</a:t>
            </a:r>
            <a:endParaRPr kumimoji="1" lang="en-US" altLang="ja-JP" sz="3600" b="1"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657B2314-13C7-A99D-F0BC-558AFEA56E7D}"/>
              </a:ext>
            </a:extLst>
          </p:cNvPr>
          <p:cNvSpPr txBox="1"/>
          <p:nvPr/>
        </p:nvSpPr>
        <p:spPr>
          <a:xfrm>
            <a:off x="-5418134" y="5515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22FB2CC6-60EE-FEA8-36E2-2CE191694D11}"/>
              </a:ext>
            </a:extLst>
          </p:cNvPr>
          <p:cNvSpPr txBox="1"/>
          <p:nvPr/>
        </p:nvSpPr>
        <p:spPr>
          <a:xfrm>
            <a:off x="-5867408" y="21136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88DB5736-7E70-33D4-3EAE-E389900ABC05}"/>
              </a:ext>
            </a:extLst>
          </p:cNvPr>
          <p:cNvSpPr txBox="1"/>
          <p:nvPr/>
        </p:nvSpPr>
        <p:spPr>
          <a:xfrm>
            <a:off x="-4959339" y="36757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0EA29BC1-5176-7769-86FC-FCB42EAA6C93}"/>
              </a:ext>
            </a:extLst>
          </p:cNvPr>
          <p:cNvSpPr txBox="1"/>
          <p:nvPr/>
        </p:nvSpPr>
        <p:spPr>
          <a:xfrm>
            <a:off x="-5180012" y="523788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35592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5BE734-FEA5-5253-0EFB-81F3A6F9A82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D5D747-B69B-4CA9-B226-D0265DCDC244}"/>
              </a:ext>
            </a:extLst>
          </p:cNvPr>
          <p:cNvSpPr txBox="1"/>
          <p:nvPr/>
        </p:nvSpPr>
        <p:spPr>
          <a:xfrm>
            <a:off x="0" y="-1862048"/>
            <a:ext cx="12192000" cy="1862048"/>
          </a:xfrm>
          <a:prstGeom prst="rect">
            <a:avLst/>
          </a:prstGeom>
          <a:noFill/>
        </p:spPr>
        <p:txBody>
          <a:bodyPr wrap="square" rtlCol="0" anchor="ctr">
            <a:spAutoFit/>
          </a:bodyPr>
          <a:lstStyle/>
          <a:p>
            <a:pPr algn="ctr"/>
            <a:r>
              <a:rPr lang="ja-JP" altLang="en-US" sz="11500" b="1" dirty="0">
                <a:solidFill>
                  <a:schemeClr val="bg1"/>
                </a:solidFill>
                <a:latin typeface="メイリオ" panose="020B0604030504040204" pitchFamily="50" charset="-128"/>
                <a:ea typeface="メイリオ" panose="020B0604030504040204" pitchFamily="50" charset="-128"/>
              </a:rPr>
              <a:t>スライドの作り方</a:t>
            </a:r>
            <a:endParaRPr kumimoji="1" lang="en-US" altLang="ja-JP" sz="11500" b="1"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79C618C1-B9D6-B07C-D405-CFE26CB3E519}"/>
              </a:ext>
            </a:extLst>
          </p:cNvPr>
          <p:cNvSpPr txBox="1"/>
          <p:nvPr/>
        </p:nvSpPr>
        <p:spPr>
          <a:xfrm>
            <a:off x="0" y="6858000"/>
            <a:ext cx="12192000" cy="646331"/>
          </a:xfrm>
          <a:prstGeom prst="rect">
            <a:avLst/>
          </a:prstGeom>
          <a:noFill/>
        </p:spPr>
        <p:txBody>
          <a:bodyPr wrap="square" rtlCol="0">
            <a:spAutoFit/>
          </a:bodyPr>
          <a:lstStyle/>
          <a:p>
            <a:pPr algn="ctr"/>
            <a:r>
              <a:rPr kumimoji="1" lang="ja-JP" altLang="en-US" sz="3600" b="1" dirty="0">
                <a:solidFill>
                  <a:schemeClr val="bg1"/>
                </a:solidFill>
                <a:latin typeface="メイリオ" panose="020B0604030504040204" pitchFamily="50" charset="-128"/>
                <a:ea typeface="メイリオ" panose="020B0604030504040204" pitchFamily="50" charset="-128"/>
              </a:rPr>
              <a:t>～～ 負担を減らし</a:t>
            </a:r>
            <a:r>
              <a:rPr lang="ja-JP" altLang="en-US" sz="3600" b="1" dirty="0">
                <a:solidFill>
                  <a:schemeClr val="bg1"/>
                </a:solidFill>
                <a:latin typeface="メイリオ" panose="020B0604030504040204" pitchFamily="50" charset="-128"/>
                <a:ea typeface="メイリオ" panose="020B0604030504040204" pitchFamily="50" charset="-128"/>
              </a:rPr>
              <a:t> </a:t>
            </a:r>
            <a:r>
              <a:rPr kumimoji="1" lang="ja-JP" altLang="en-US" sz="3600" b="1" dirty="0">
                <a:solidFill>
                  <a:schemeClr val="bg1"/>
                </a:solidFill>
                <a:latin typeface="メイリオ" panose="020B0604030504040204" pitchFamily="50" charset="-128"/>
                <a:ea typeface="メイリオ" panose="020B0604030504040204" pitchFamily="50" charset="-128"/>
              </a:rPr>
              <a:t>観てもらえる スライドへ ～～</a:t>
            </a:r>
            <a:endParaRPr kumimoji="1" lang="en-US" altLang="ja-JP" sz="3600" b="1" dirty="0">
              <a:solidFill>
                <a:schemeClr val="bg1"/>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363A0DE3-CA93-F422-67CA-51B6294F3F88}"/>
              </a:ext>
            </a:extLst>
          </p:cNvPr>
          <p:cNvSpPr txBox="1"/>
          <p:nvPr/>
        </p:nvSpPr>
        <p:spPr>
          <a:xfrm>
            <a:off x="3516309" y="5515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FE1B2EC8-4F5D-BC70-203C-91D5A0843618}"/>
              </a:ext>
            </a:extLst>
          </p:cNvPr>
          <p:cNvSpPr txBox="1"/>
          <p:nvPr/>
        </p:nvSpPr>
        <p:spPr>
          <a:xfrm>
            <a:off x="3067035" y="21136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9170571-5E46-6B0F-2AE2-7DDD69E33FD8}"/>
              </a:ext>
            </a:extLst>
          </p:cNvPr>
          <p:cNvSpPr txBox="1"/>
          <p:nvPr/>
        </p:nvSpPr>
        <p:spPr>
          <a:xfrm>
            <a:off x="3975104" y="36757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C2FE339-996A-19FB-4FE0-821A7B0855AD}"/>
              </a:ext>
            </a:extLst>
          </p:cNvPr>
          <p:cNvSpPr txBox="1"/>
          <p:nvPr/>
        </p:nvSpPr>
        <p:spPr>
          <a:xfrm>
            <a:off x="3754431" y="523788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89E0CD45-B50F-04FB-9FEB-1BF1831FBAFD}"/>
              </a:ext>
            </a:extLst>
          </p:cNvPr>
          <p:cNvSpPr/>
          <p:nvPr/>
        </p:nvSpPr>
        <p:spPr>
          <a:xfrm>
            <a:off x="3167050" y="-928520"/>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3141371"/>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7DF5069-B4AD-5C91-3D13-6F3134F97A7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8CCB7B5-BA67-A73A-A50F-B219FAD7D667}"/>
              </a:ext>
            </a:extLst>
          </p:cNvPr>
          <p:cNvSpPr txBox="1"/>
          <p:nvPr/>
        </p:nvSpPr>
        <p:spPr>
          <a:xfrm>
            <a:off x="3516309" y="5515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70CF255C-26BC-72A1-22E0-CCE25721C52E}"/>
              </a:ext>
            </a:extLst>
          </p:cNvPr>
          <p:cNvSpPr txBox="1"/>
          <p:nvPr/>
        </p:nvSpPr>
        <p:spPr>
          <a:xfrm>
            <a:off x="3067035" y="21136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BC9FD9A-52CD-9009-07BC-27A54931ABE8}"/>
              </a:ext>
            </a:extLst>
          </p:cNvPr>
          <p:cNvSpPr txBox="1"/>
          <p:nvPr/>
        </p:nvSpPr>
        <p:spPr>
          <a:xfrm>
            <a:off x="3975104" y="36757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35BC48C-FAAF-B238-1F1D-21E67B000755}"/>
              </a:ext>
            </a:extLst>
          </p:cNvPr>
          <p:cNvSpPr txBox="1"/>
          <p:nvPr/>
        </p:nvSpPr>
        <p:spPr>
          <a:xfrm>
            <a:off x="3754431" y="523788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869CF286-40DC-9E0D-6164-F9151E565D64}"/>
              </a:ext>
            </a:extLst>
          </p:cNvPr>
          <p:cNvSpPr/>
          <p:nvPr/>
        </p:nvSpPr>
        <p:spPr>
          <a:xfrm>
            <a:off x="3167050" y="362123"/>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97436205"/>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F4CC76-24C4-6890-BD84-8612B327AF1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9A408E5-95FB-8F0C-D164-ACAFA224003F}"/>
              </a:ext>
            </a:extLst>
          </p:cNvPr>
          <p:cNvSpPr txBox="1"/>
          <p:nvPr/>
        </p:nvSpPr>
        <p:spPr>
          <a:xfrm>
            <a:off x="485775" y="1140155"/>
            <a:ext cx="11325224" cy="1323439"/>
          </a:xfrm>
          <a:prstGeom prst="rect">
            <a:avLst/>
          </a:prstGeom>
          <a:noFill/>
        </p:spPr>
        <p:txBody>
          <a:bodyPr wrap="square" rtlCol="0">
            <a:spAutoFit/>
          </a:bodyPr>
          <a:lstStyle/>
          <a:p>
            <a:pPr algn="ctr"/>
            <a:r>
              <a:rPr kumimoji="1" lang="ja-JP" altLang="en-US" sz="8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80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6DC7E4DA-EE68-8842-8E23-EEC3E672D425}"/>
              </a:ext>
            </a:extLst>
          </p:cNvPr>
          <p:cNvSpPr txBox="1"/>
          <p:nvPr/>
        </p:nvSpPr>
        <p:spPr>
          <a:xfrm>
            <a:off x="3062272" y="3074668"/>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F28FF23-1B37-C986-AD60-6FADD4486F69}"/>
              </a:ext>
            </a:extLst>
          </p:cNvPr>
          <p:cNvSpPr txBox="1"/>
          <p:nvPr/>
        </p:nvSpPr>
        <p:spPr>
          <a:xfrm>
            <a:off x="3987800" y="4394406"/>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38009FC2-1E1A-4D2C-CB8C-1AF0804E6CE4}"/>
              </a:ext>
            </a:extLst>
          </p:cNvPr>
          <p:cNvSpPr txBox="1"/>
          <p:nvPr/>
        </p:nvSpPr>
        <p:spPr>
          <a:xfrm>
            <a:off x="3740143" y="5714145"/>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9AF6BE4E-FB4E-7C4C-A6D8-38EC49E10F91}"/>
              </a:ext>
            </a:extLst>
          </p:cNvPr>
          <p:cNvSpPr/>
          <p:nvPr/>
        </p:nvSpPr>
        <p:spPr>
          <a:xfrm>
            <a:off x="485774" y="961728"/>
            <a:ext cx="11325225" cy="132343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51779287"/>
      </p:ext>
    </p:extLst>
  </p:cSld>
  <p:clrMapOvr>
    <a:masterClrMapping/>
  </p:clrMapOvr>
  <mc:AlternateContent xmlns:mc="http://schemas.openxmlformats.org/markup-compatibility/2006" xmlns:p159="http://schemas.microsoft.com/office/powerpoint/2015/09/main">
    <mc:Choice Requires="p159">
      <p:transition spd="med" advClick="0" advTm="0">
        <p159:morph option="byObject"/>
      </p:transition>
    </mc:Choice>
    <mc:Fallback xmlns="">
      <p:transition spd="med" advClick="0" advTm="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89D1C60-22D0-7DFE-14D6-E87533ECA8A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D589C3A-95BC-15A0-E555-1B0D17CC9946}"/>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F2336635-2993-FA49-D7A3-6B240985C343}"/>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8A25FF1-0E28-693E-A5AC-DF3F2F78A6F2}"/>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2650C6B9-3890-A724-86BF-D23D85494D53}"/>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9F67E878-DFFF-B21D-B02B-0CFE162D4D3A}"/>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4403146"/>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81FB036-1AA6-7BEE-143C-AAC4D680623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EDBA27D-D833-8D27-9227-06D267EEC089}"/>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D78047D1-BE96-6203-F2D2-C72D7AE9B5CF}"/>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65107617-E693-8186-B4D5-08CBEF23D1D3}"/>
              </a:ext>
            </a:extLst>
          </p:cNvPr>
          <p:cNvSpPr/>
          <p:nvPr/>
        </p:nvSpPr>
        <p:spPr>
          <a:xfrm>
            <a:off x="147637" y="523883"/>
            <a:ext cx="11896724" cy="6153142"/>
          </a:xfrm>
          <a:prstGeom prst="rect">
            <a:avLst/>
          </a:prstGeom>
          <a:gradFill flip="none" rotWithShape="1">
            <a:gsLst>
              <a:gs pos="14000">
                <a:schemeClr val="accent4">
                  <a:lumMod val="20000"/>
                  <a:lumOff val="80000"/>
                </a:schemeClr>
              </a:gs>
              <a:gs pos="100000">
                <a:schemeClr val="accent5">
                  <a:lumMod val="20000"/>
                  <a:lumOff val="80000"/>
                </a:schemeClr>
              </a:gs>
            </a:gsLst>
            <a:lin ang="3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F3D9D04D-BA33-4632-EBCB-F768395D7120}"/>
              </a:ext>
            </a:extLst>
          </p:cNvPr>
          <p:cNvSpPr txBox="1"/>
          <p:nvPr/>
        </p:nvSpPr>
        <p:spPr>
          <a:xfrm>
            <a:off x="268679" y="764679"/>
            <a:ext cx="2538413"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文字サイズは大きめに</a:t>
            </a:r>
          </a:p>
        </p:txBody>
      </p:sp>
      <p:sp>
        <p:nvSpPr>
          <p:cNvPr id="24" name="テキスト ボックス 23">
            <a:extLst>
              <a:ext uri="{FF2B5EF4-FFF2-40B4-BE49-F238E27FC236}">
                <a16:creationId xmlns:a16="http://schemas.microsoft.com/office/drawing/2014/main" id="{6475A07A-9117-D3F3-18B9-369F4336E473}"/>
              </a:ext>
            </a:extLst>
          </p:cNvPr>
          <p:cNvSpPr txBox="1"/>
          <p:nvPr/>
        </p:nvSpPr>
        <p:spPr>
          <a:xfrm>
            <a:off x="319087" y="1064437"/>
            <a:ext cx="11725274" cy="738664"/>
          </a:xfrm>
          <a:prstGeom prst="rect">
            <a:avLst/>
          </a:prstGeom>
          <a:noFill/>
        </p:spPr>
        <p:txBody>
          <a:bodyPr wrap="square" rtlCol="0">
            <a:spAutoFit/>
          </a:bodyPr>
          <a:lstStyle/>
          <a:p>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accent3"/>
                </a:solidFill>
                <a:latin typeface="ＭＳ 明朝" panose="02020609040205080304" pitchFamily="17" charset="-128"/>
                <a:ea typeface="ＭＳ 明朝" panose="02020609040205080304" pitchFamily="17" charset="-128"/>
              </a:rPr>
              <a:t>後ろの席の人が読みにくい</a:t>
            </a:r>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bg1"/>
                </a:solidFill>
                <a:highlight>
                  <a:srgbClr val="FFFF00"/>
                </a:highlight>
                <a:latin typeface="ＭＳ 明朝" panose="02020609040205080304" pitchFamily="17" charset="-128"/>
                <a:ea typeface="ＭＳ 明朝" panose="02020609040205080304" pitchFamily="17" charset="-128"/>
              </a:rPr>
              <a:t>できる限り</a:t>
            </a:r>
            <a:r>
              <a:rPr kumimoji="1" lang="en-US" altLang="ja-JP" sz="1400" dirty="0">
                <a:solidFill>
                  <a:schemeClr val="accent5"/>
                </a:solidFill>
                <a:highlight>
                  <a:srgbClr val="FFFF00"/>
                </a:highlight>
                <a:latin typeface="ＭＳ 明朝" panose="02020609040205080304" pitchFamily="17" charset="-128"/>
                <a:ea typeface="ＭＳ 明朝" panose="02020609040205080304" pitchFamily="17" charset="-128"/>
              </a:rPr>
              <a:t>24pt</a:t>
            </a:r>
            <a:r>
              <a:rPr kumimoji="1" lang="ja-JP" altLang="en-US" sz="1400" dirty="0">
                <a:solidFill>
                  <a:schemeClr val="accent5"/>
                </a:solidFill>
                <a:highlight>
                  <a:srgbClr val="FFFF00"/>
                </a:highlight>
                <a:latin typeface="ＭＳ 明朝" panose="02020609040205080304" pitchFamily="17" charset="-128"/>
                <a:ea typeface="ＭＳ 明朝" panose="02020609040205080304" pitchFamily="17" charset="-128"/>
              </a:rPr>
              <a:t>以上</a:t>
            </a:r>
            <a:endParaRPr kumimoji="1" lang="en-US" altLang="ja-JP" sz="1400" dirty="0">
              <a:solidFill>
                <a:schemeClr val="accent5"/>
              </a:solidFill>
              <a:highlight>
                <a:srgbClr val="FFFF00"/>
              </a:highlight>
              <a:latin typeface="ＭＳ 明朝" panose="02020609040205080304" pitchFamily="17" charset="-128"/>
              <a:ea typeface="ＭＳ 明朝" panose="02020609040205080304" pitchFamily="17" charset="-128"/>
            </a:endParaRPr>
          </a:p>
          <a:p>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en-US" altLang="ja-JP" sz="1400" dirty="0">
                <a:solidFill>
                  <a:schemeClr val="bg1"/>
                </a:solidFill>
                <a:latin typeface="ＭＳ 明朝" panose="02020609040205080304" pitchFamily="17" charset="-128"/>
                <a:ea typeface="ＭＳ 明朝" panose="02020609040205080304" pitchFamily="17" charset="-128"/>
              </a:rPr>
              <a:t>1</a:t>
            </a:r>
            <a:r>
              <a:rPr kumimoji="1" lang="ja-JP" altLang="en-US" sz="1400" dirty="0">
                <a:solidFill>
                  <a:schemeClr val="bg1"/>
                </a:solidFill>
                <a:latin typeface="ＭＳ 明朝" panose="02020609040205080304" pitchFamily="17" charset="-128"/>
                <a:ea typeface="ＭＳ 明朝" panose="02020609040205080304" pitchFamily="17" charset="-128"/>
              </a:rPr>
              <a:t>枚のスライドに</a:t>
            </a:r>
            <a:r>
              <a:rPr kumimoji="1" lang="ja-JP" altLang="en-US" sz="1400" dirty="0">
                <a:solidFill>
                  <a:schemeClr val="tx2">
                    <a:lumMod val="75000"/>
                    <a:lumOff val="25000"/>
                  </a:schemeClr>
                </a:solidFill>
                <a:latin typeface="ＭＳ 明朝" panose="02020609040205080304" pitchFamily="17" charset="-128"/>
                <a:ea typeface="ＭＳ 明朝" panose="02020609040205080304" pitchFamily="17" charset="-128"/>
              </a:rPr>
              <a:t>入りきらない</a:t>
            </a:r>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accent2">
                    <a:lumMod val="75000"/>
                  </a:schemeClr>
                </a:solidFill>
                <a:latin typeface="ＭＳ 明朝" panose="02020609040205080304" pitchFamily="17" charset="-128"/>
                <a:ea typeface="ＭＳ 明朝" panose="02020609040205080304" pitchFamily="17" charset="-128"/>
              </a:rPr>
              <a:t>文字数が多すぎる</a:t>
            </a:r>
            <a:r>
              <a:rPr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accent2"/>
                </a:solidFill>
                <a:latin typeface="ＭＳ 明朝" panose="02020609040205080304" pitchFamily="17" charset="-128"/>
                <a:ea typeface="ＭＳ 明朝" panose="02020609040205080304" pitchFamily="17" charset="-128"/>
              </a:rPr>
              <a:t>文字数を減らす</a:t>
            </a:r>
            <a:endParaRPr kumimoji="1" lang="en-US" altLang="ja-JP" sz="1400" dirty="0">
              <a:solidFill>
                <a:schemeClr val="accent2"/>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・どうしてもの場合、</a:t>
            </a:r>
            <a:r>
              <a:rPr lang="ja-JP" altLang="en-US" sz="1400" dirty="0">
                <a:solidFill>
                  <a:schemeClr val="accent6">
                    <a:lumMod val="75000"/>
                  </a:schemeClr>
                </a:solidFill>
                <a:latin typeface="ＭＳ 明朝" panose="02020609040205080304" pitchFamily="17" charset="-128"/>
                <a:ea typeface="ＭＳ 明朝" panose="02020609040205080304" pitchFamily="17" charset="-128"/>
              </a:rPr>
              <a:t>アニメーション</a:t>
            </a:r>
            <a:r>
              <a:rPr lang="ja-JP" altLang="en-US" sz="1400" dirty="0">
                <a:solidFill>
                  <a:schemeClr val="bg1"/>
                </a:solidFill>
                <a:latin typeface="ＭＳ 明朝" panose="02020609040205080304" pitchFamily="17" charset="-128"/>
                <a:ea typeface="ＭＳ 明朝" panose="02020609040205080304" pitchFamily="17" charset="-128"/>
              </a:rPr>
              <a:t>で</a:t>
            </a:r>
            <a:r>
              <a:rPr lang="ja-JP" altLang="en-US" sz="1400" dirty="0">
                <a:solidFill>
                  <a:schemeClr val="bg1"/>
                </a:solidFill>
                <a:highlight>
                  <a:srgbClr val="00FF00"/>
                </a:highlight>
                <a:latin typeface="ＭＳ 明朝" panose="02020609040205080304" pitchFamily="17" charset="-128"/>
                <a:ea typeface="ＭＳ 明朝" panose="02020609040205080304" pitchFamily="17" charset="-128"/>
              </a:rPr>
              <a:t>その時読んでほしい内容だけ</a:t>
            </a:r>
            <a:r>
              <a:rPr lang="ja-JP" altLang="en-US" sz="1400" dirty="0">
                <a:solidFill>
                  <a:schemeClr val="bg1"/>
                </a:solidFill>
                <a:latin typeface="ＭＳ 明朝" panose="02020609040205080304" pitchFamily="17" charset="-128"/>
                <a:ea typeface="ＭＳ 明朝" panose="02020609040205080304" pitchFamily="17" charset="-128"/>
              </a:rPr>
              <a:t>文字を大きく</a:t>
            </a:r>
            <a:endParaRPr kumimoji="1" lang="ja-JP" altLang="en-US" sz="1400" dirty="0">
              <a:solidFill>
                <a:schemeClr val="bg1"/>
              </a:solidFill>
              <a:latin typeface="ＭＳ 明朝" panose="02020609040205080304" pitchFamily="17" charset="-128"/>
              <a:ea typeface="ＭＳ 明朝" panose="02020609040205080304" pitchFamily="17" charset="-128"/>
            </a:endParaRPr>
          </a:p>
        </p:txBody>
      </p:sp>
      <p:sp>
        <p:nvSpPr>
          <p:cNvPr id="25" name="テキスト ボックス 24">
            <a:extLst>
              <a:ext uri="{FF2B5EF4-FFF2-40B4-BE49-F238E27FC236}">
                <a16:creationId xmlns:a16="http://schemas.microsoft.com/office/drawing/2014/main" id="{31C31F48-7FF3-D649-21B8-AF33923D17F2}"/>
              </a:ext>
            </a:extLst>
          </p:cNvPr>
          <p:cNvSpPr txBox="1"/>
          <p:nvPr/>
        </p:nvSpPr>
        <p:spPr>
          <a:xfrm>
            <a:off x="268678" y="2129074"/>
            <a:ext cx="2538413"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色数は少なく</a:t>
            </a:r>
          </a:p>
        </p:txBody>
      </p:sp>
      <p:sp>
        <p:nvSpPr>
          <p:cNvPr id="26" name="テキスト ボックス 25">
            <a:extLst>
              <a:ext uri="{FF2B5EF4-FFF2-40B4-BE49-F238E27FC236}">
                <a16:creationId xmlns:a16="http://schemas.microsoft.com/office/drawing/2014/main" id="{AAE172B5-008D-AE60-FBA2-F9135B82899F}"/>
              </a:ext>
            </a:extLst>
          </p:cNvPr>
          <p:cNvSpPr txBox="1"/>
          <p:nvPr/>
        </p:nvSpPr>
        <p:spPr>
          <a:xfrm>
            <a:off x="319087" y="2504928"/>
            <a:ext cx="11725274" cy="523220"/>
          </a:xfrm>
          <a:prstGeom prst="rect">
            <a:avLst/>
          </a:prstGeom>
          <a:noFill/>
        </p:spPr>
        <p:txBody>
          <a:bodyPr wrap="square" rtlCol="0">
            <a:spAutoFit/>
          </a:bodyPr>
          <a:lstStyle/>
          <a:p>
            <a:r>
              <a:rPr lang="ja-JP" altLang="en-US" sz="1400" dirty="0">
                <a:solidFill>
                  <a:schemeClr val="bg1"/>
                </a:solidFill>
                <a:latin typeface="ＭＳ 明朝" panose="02020609040205080304" pitchFamily="17" charset="-128"/>
                <a:ea typeface="ＭＳ 明朝" panose="02020609040205080304" pitchFamily="17" charset="-128"/>
              </a:rPr>
              <a:t>・</a:t>
            </a:r>
            <a:r>
              <a:rPr lang="ja-JP" altLang="en-US" sz="1400" dirty="0">
                <a:solidFill>
                  <a:schemeClr val="accent1">
                    <a:lumMod val="60000"/>
                    <a:lumOff val="40000"/>
                  </a:schemeClr>
                </a:solidFill>
                <a:latin typeface="ＭＳ 明朝" panose="02020609040205080304" pitchFamily="17" charset="-128"/>
                <a:ea typeface="ＭＳ 明朝" panose="02020609040205080304" pitchFamily="17" charset="-128"/>
              </a:rPr>
              <a:t>グラデーション</a:t>
            </a:r>
            <a:r>
              <a:rPr lang="ja-JP" altLang="en-US" sz="1400" dirty="0">
                <a:solidFill>
                  <a:schemeClr val="bg1"/>
                </a:solidFill>
                <a:latin typeface="ＭＳ 明朝" panose="02020609040205080304" pitchFamily="17" charset="-128"/>
                <a:ea typeface="ＭＳ 明朝" panose="02020609040205080304" pitchFamily="17" charset="-128"/>
              </a:rPr>
              <a:t>は</a:t>
            </a:r>
            <a:r>
              <a:rPr lang="en-US" altLang="ja-JP" sz="1400" dirty="0">
                <a:solidFill>
                  <a:schemeClr val="bg1"/>
                </a:solidFill>
                <a:latin typeface="ＭＳ 明朝" panose="02020609040205080304" pitchFamily="17" charset="-128"/>
                <a:ea typeface="ＭＳ 明朝" panose="02020609040205080304" pitchFamily="17" charset="-128"/>
              </a:rPr>
              <a:t>NG</a:t>
            </a:r>
            <a:r>
              <a:rPr lang="ja-JP" altLang="en-US" sz="1400" dirty="0">
                <a:solidFill>
                  <a:schemeClr val="bg1"/>
                </a:solidFill>
                <a:latin typeface="ＭＳ 明朝" panose="02020609040205080304" pitchFamily="17" charset="-128"/>
                <a:ea typeface="ＭＳ 明朝" panose="02020609040205080304" pitchFamily="17" charset="-128"/>
              </a:rPr>
              <a:t>。⇒</a:t>
            </a:r>
            <a:r>
              <a:rPr lang="en-US" altLang="ja-JP" sz="1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1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無駄な色</a:t>
            </a:r>
            <a:r>
              <a:rPr lang="en-US" altLang="ja-JP" sz="1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1400" dirty="0">
                <a:solidFill>
                  <a:schemeClr val="bg1"/>
                </a:solidFill>
                <a:latin typeface="ＭＳ 明朝" panose="02020609040205080304" pitchFamily="17" charset="-128"/>
                <a:ea typeface="ＭＳ 明朝" panose="02020609040205080304" pitchFamily="17" charset="-128"/>
              </a:rPr>
              <a:t>が多い</a:t>
            </a:r>
            <a:endParaRPr lang="en-US" altLang="ja-JP" sz="1400" dirty="0">
              <a:solidFill>
                <a:schemeClr val="bg1"/>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a:t>
            </a:r>
            <a:r>
              <a:rPr kumimoji="1" lang="en-US" altLang="ja-JP" sz="1400" dirty="0">
                <a:solidFill>
                  <a:schemeClr val="accent6"/>
                </a:solidFill>
                <a:latin typeface="ＭＳ 明朝" panose="02020609040205080304" pitchFamily="17" charset="-128"/>
                <a:ea typeface="ＭＳ 明朝" panose="02020609040205080304" pitchFamily="17" charset="-128"/>
              </a:rPr>
              <a:t>1</a:t>
            </a:r>
            <a:r>
              <a:rPr kumimoji="1" lang="ja-JP" altLang="en-US" sz="1400" dirty="0">
                <a:solidFill>
                  <a:schemeClr val="accent6"/>
                </a:solidFill>
                <a:latin typeface="ＭＳ 明朝" panose="02020609040205080304" pitchFamily="17" charset="-128"/>
                <a:ea typeface="ＭＳ 明朝" panose="02020609040205080304" pitchFamily="17" charset="-128"/>
              </a:rPr>
              <a:t>～</a:t>
            </a:r>
            <a:r>
              <a:rPr kumimoji="1" lang="en-US" altLang="ja-JP" sz="1400" dirty="0">
                <a:solidFill>
                  <a:schemeClr val="accent6"/>
                </a:solidFill>
                <a:latin typeface="ＭＳ 明朝" panose="02020609040205080304" pitchFamily="17" charset="-128"/>
                <a:ea typeface="ＭＳ 明朝" panose="02020609040205080304" pitchFamily="17" charset="-128"/>
              </a:rPr>
              <a:t>2</a:t>
            </a:r>
            <a:r>
              <a:rPr kumimoji="1" lang="ja-JP" altLang="en-US" sz="1400" dirty="0">
                <a:solidFill>
                  <a:schemeClr val="accent6"/>
                </a:solidFill>
                <a:latin typeface="ＭＳ 明朝" panose="02020609040205080304" pitchFamily="17" charset="-128"/>
                <a:ea typeface="ＭＳ 明朝" panose="02020609040205080304" pitchFamily="17" charset="-128"/>
              </a:rPr>
              <a:t>か所</a:t>
            </a:r>
            <a:r>
              <a:rPr lang="ja-JP" altLang="en-US" sz="1400" dirty="0">
                <a:solidFill>
                  <a:schemeClr val="bg1"/>
                </a:solidFill>
                <a:latin typeface="ＭＳ 明朝" panose="02020609040205080304" pitchFamily="17" charset="-128"/>
                <a:ea typeface="ＭＳ 明朝" panose="02020609040205080304" pitchFamily="17" charset="-128"/>
              </a:rPr>
              <a:t>、</a:t>
            </a:r>
            <a:r>
              <a:rPr kumimoji="1" lang="en-US" altLang="ja-JP" sz="1400" dirty="0">
                <a:solidFill>
                  <a:schemeClr val="accent5">
                    <a:lumMod val="60000"/>
                    <a:lumOff val="40000"/>
                  </a:schemeClr>
                </a:solidFill>
                <a:latin typeface="ＭＳ 明朝" panose="02020609040205080304" pitchFamily="17" charset="-128"/>
                <a:ea typeface="ＭＳ 明朝" panose="02020609040205080304" pitchFamily="17" charset="-128"/>
              </a:rPr>
              <a:t>1</a:t>
            </a:r>
            <a:r>
              <a:rPr kumimoji="1" lang="ja-JP" altLang="en-US" sz="1400" dirty="0">
                <a:solidFill>
                  <a:schemeClr val="accent5">
                    <a:lumMod val="60000"/>
                    <a:lumOff val="40000"/>
                  </a:schemeClr>
                </a:solidFill>
                <a:latin typeface="ＭＳ 明朝" panose="02020609040205080304" pitchFamily="17" charset="-128"/>
                <a:ea typeface="ＭＳ 明朝" panose="02020609040205080304" pitchFamily="17" charset="-128"/>
              </a:rPr>
              <a:t>～</a:t>
            </a:r>
            <a:r>
              <a:rPr kumimoji="1" lang="en-US" altLang="ja-JP" sz="1400" dirty="0">
                <a:solidFill>
                  <a:schemeClr val="accent5">
                    <a:lumMod val="60000"/>
                    <a:lumOff val="40000"/>
                  </a:schemeClr>
                </a:solidFill>
                <a:latin typeface="ＭＳ 明朝" panose="02020609040205080304" pitchFamily="17" charset="-128"/>
                <a:ea typeface="ＭＳ 明朝" panose="02020609040205080304" pitchFamily="17" charset="-128"/>
              </a:rPr>
              <a:t>2</a:t>
            </a:r>
            <a:r>
              <a:rPr kumimoji="1" lang="ja-JP" altLang="en-US" sz="1400" dirty="0">
                <a:solidFill>
                  <a:schemeClr val="accent5">
                    <a:lumMod val="60000"/>
                    <a:lumOff val="40000"/>
                  </a:schemeClr>
                </a:solidFill>
                <a:latin typeface="ＭＳ 明朝" panose="02020609040205080304" pitchFamily="17" charset="-128"/>
                <a:ea typeface="ＭＳ 明朝" panose="02020609040205080304" pitchFamily="17" charset="-128"/>
              </a:rPr>
              <a:t>色</a:t>
            </a:r>
            <a:r>
              <a:rPr lang="ja-JP" altLang="en-US" sz="1400" dirty="0">
                <a:solidFill>
                  <a:schemeClr val="bg1"/>
                </a:solidFill>
                <a:latin typeface="ＭＳ 明朝" panose="02020609040205080304" pitchFamily="17" charset="-128"/>
                <a:ea typeface="ＭＳ 明朝" panose="02020609040205080304" pitchFamily="17" charset="-128"/>
              </a:rPr>
              <a:t>に抑える</a:t>
            </a:r>
            <a:endParaRPr kumimoji="1" lang="ja-JP" altLang="en-US" sz="1400" dirty="0">
              <a:solidFill>
                <a:schemeClr val="bg1"/>
              </a:solidFill>
              <a:latin typeface="ＭＳ 明朝" panose="02020609040205080304" pitchFamily="17" charset="-128"/>
              <a:ea typeface="ＭＳ 明朝" panose="02020609040205080304" pitchFamily="17" charset="-128"/>
            </a:endParaRPr>
          </a:p>
        </p:txBody>
      </p:sp>
      <p:sp>
        <p:nvSpPr>
          <p:cNvPr id="27" name="テキスト ボックス 26">
            <a:extLst>
              <a:ext uri="{FF2B5EF4-FFF2-40B4-BE49-F238E27FC236}">
                <a16:creationId xmlns:a16="http://schemas.microsoft.com/office/drawing/2014/main" id="{8E0CC6C5-4803-527C-02D5-7DB8820475F5}"/>
              </a:ext>
            </a:extLst>
          </p:cNvPr>
          <p:cNvSpPr txBox="1"/>
          <p:nvPr/>
        </p:nvSpPr>
        <p:spPr>
          <a:xfrm>
            <a:off x="268678" y="3609009"/>
            <a:ext cx="2538413"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ゴシック体を使う</a:t>
            </a:r>
          </a:p>
        </p:txBody>
      </p:sp>
      <p:sp>
        <p:nvSpPr>
          <p:cNvPr id="28" name="テキスト ボックス 27">
            <a:extLst>
              <a:ext uri="{FF2B5EF4-FFF2-40B4-BE49-F238E27FC236}">
                <a16:creationId xmlns:a16="http://schemas.microsoft.com/office/drawing/2014/main" id="{CC80DEF5-634F-8A85-F314-2A61F1E4E298}"/>
              </a:ext>
            </a:extLst>
          </p:cNvPr>
          <p:cNvSpPr txBox="1"/>
          <p:nvPr/>
        </p:nvSpPr>
        <p:spPr>
          <a:xfrm>
            <a:off x="361952" y="4019095"/>
            <a:ext cx="11682409" cy="738664"/>
          </a:xfrm>
          <a:prstGeom prst="rect">
            <a:avLst/>
          </a:prstGeom>
          <a:noFill/>
        </p:spPr>
        <p:txBody>
          <a:bodyPr wrap="square" rtlCol="0">
            <a:spAutoFit/>
          </a:bodyPr>
          <a:lstStyle/>
          <a:p>
            <a:r>
              <a:rPr kumimoji="1" lang="ja-JP" altLang="en-US" sz="1400" dirty="0">
                <a:solidFill>
                  <a:schemeClr val="bg1"/>
                </a:solidFill>
                <a:latin typeface="ＭＳ 明朝" panose="02020609040205080304" pitchFamily="17" charset="-128"/>
                <a:ea typeface="ＭＳ 明朝" panose="02020609040205080304" pitchFamily="17" charset="-128"/>
              </a:rPr>
              <a:t>・文字が</a:t>
            </a:r>
            <a:r>
              <a:rPr kumimoji="1" lang="ja-JP" altLang="en-US" sz="1400" dirty="0">
                <a:solidFill>
                  <a:schemeClr val="bg1"/>
                </a:solidFill>
                <a:highlight>
                  <a:srgbClr val="00FF00"/>
                </a:highlight>
                <a:latin typeface="ＭＳ 明朝" panose="02020609040205080304" pitchFamily="17" charset="-128"/>
                <a:ea typeface="ＭＳ 明朝" panose="02020609040205080304" pitchFamily="17" charset="-128"/>
              </a:rPr>
              <a:t>細くて</a:t>
            </a:r>
            <a:r>
              <a:rPr kumimoji="1" lang="ja-JP" altLang="en-US" sz="1400" dirty="0">
                <a:solidFill>
                  <a:schemeClr val="tx2">
                    <a:lumMod val="50000"/>
                    <a:lumOff val="50000"/>
                  </a:schemeClr>
                </a:solidFill>
                <a:latin typeface="ＭＳ 明朝" panose="02020609040205080304" pitchFamily="17" charset="-128"/>
                <a:ea typeface="ＭＳ 明朝" panose="02020609040205080304" pitchFamily="17" charset="-128"/>
              </a:rPr>
              <a:t>読みにくい</a:t>
            </a:r>
            <a:endParaRPr kumimoji="1" lang="en-US" altLang="ja-JP" sz="1400" dirty="0">
              <a:solidFill>
                <a:schemeClr val="tx2">
                  <a:lumMod val="50000"/>
                  <a:lumOff val="50000"/>
                </a:schemeClr>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・明朝体は</a:t>
            </a:r>
            <a:r>
              <a:rPr lang="ja-JP" altLang="en-US" sz="1400" dirty="0">
                <a:solidFill>
                  <a:schemeClr val="bg1"/>
                </a:solidFill>
                <a:highlight>
                  <a:srgbClr val="FF00FF"/>
                </a:highlight>
                <a:latin typeface="ＭＳ 明朝" panose="02020609040205080304" pitchFamily="17" charset="-128"/>
                <a:ea typeface="ＭＳ 明朝" panose="02020609040205080304" pitchFamily="17" charset="-128"/>
              </a:rPr>
              <a:t>読ませるため</a:t>
            </a:r>
            <a:r>
              <a:rPr lang="ja-JP" altLang="en-US" sz="1400" dirty="0">
                <a:solidFill>
                  <a:schemeClr val="bg1"/>
                </a:solidFill>
                <a:latin typeface="ＭＳ 明朝" panose="02020609040205080304" pitchFamily="17" charset="-128"/>
                <a:ea typeface="ＭＳ 明朝" panose="02020609040205080304" pitchFamily="17" charset="-128"/>
              </a:rPr>
              <a:t>のフォント</a:t>
            </a:r>
            <a:endParaRPr lang="en-US" altLang="ja-JP" sz="1400" dirty="0">
              <a:solidFill>
                <a:schemeClr val="bg1"/>
              </a:solidFill>
              <a:latin typeface="ＭＳ 明朝" panose="02020609040205080304" pitchFamily="17" charset="-128"/>
              <a:ea typeface="ＭＳ 明朝" panose="02020609040205080304" pitchFamily="17" charset="-128"/>
            </a:endParaRPr>
          </a:p>
          <a:p>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bg1"/>
                </a:solidFill>
                <a:highlight>
                  <a:srgbClr val="0000FF"/>
                </a:highlight>
                <a:latin typeface="ＭＳ 明朝" panose="02020609040205080304" pitchFamily="17" charset="-128"/>
                <a:ea typeface="ＭＳ 明朝" panose="02020609040205080304" pitchFamily="17" charset="-128"/>
              </a:rPr>
              <a:t>標識</a:t>
            </a:r>
            <a:r>
              <a:rPr kumimoji="1" lang="ja-JP" altLang="en-US" sz="1400" dirty="0">
                <a:solidFill>
                  <a:schemeClr val="bg1"/>
                </a:solidFill>
                <a:latin typeface="ＭＳ 明朝" panose="02020609040205080304" pitchFamily="17" charset="-128"/>
                <a:ea typeface="ＭＳ 明朝" panose="02020609040205080304" pitchFamily="17" charset="-128"/>
              </a:rPr>
              <a:t>なども</a:t>
            </a:r>
            <a:r>
              <a:rPr kumimoji="1" lang="ja-JP" altLang="en-US" sz="1400" dirty="0">
                <a:solidFill>
                  <a:schemeClr val="accent2">
                    <a:lumMod val="60000"/>
                    <a:lumOff val="40000"/>
                  </a:schemeClr>
                </a:solidFill>
                <a:latin typeface="ＭＳ 明朝" panose="02020609040205080304" pitchFamily="17" charset="-128"/>
                <a:ea typeface="ＭＳ 明朝" panose="02020609040205080304" pitchFamily="17" charset="-128"/>
              </a:rPr>
              <a:t>ゴシック体</a:t>
            </a:r>
          </a:p>
        </p:txBody>
      </p:sp>
      <p:sp>
        <p:nvSpPr>
          <p:cNvPr id="29" name="テキスト ボックス 28">
            <a:extLst>
              <a:ext uri="{FF2B5EF4-FFF2-40B4-BE49-F238E27FC236}">
                <a16:creationId xmlns:a16="http://schemas.microsoft.com/office/drawing/2014/main" id="{0575F0E4-EAA9-E521-2105-1CB4D10F45A8}"/>
              </a:ext>
            </a:extLst>
          </p:cNvPr>
          <p:cNvSpPr txBox="1"/>
          <p:nvPr/>
        </p:nvSpPr>
        <p:spPr>
          <a:xfrm>
            <a:off x="268678" y="5232267"/>
            <a:ext cx="2836471"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背景とのコントラストは高く</a:t>
            </a:r>
          </a:p>
        </p:txBody>
      </p:sp>
      <p:sp>
        <p:nvSpPr>
          <p:cNvPr id="30" name="テキスト ボックス 29">
            <a:extLst>
              <a:ext uri="{FF2B5EF4-FFF2-40B4-BE49-F238E27FC236}">
                <a16:creationId xmlns:a16="http://schemas.microsoft.com/office/drawing/2014/main" id="{15B04524-ACD8-B1FA-1F7F-5440B410C245}"/>
              </a:ext>
            </a:extLst>
          </p:cNvPr>
          <p:cNvSpPr txBox="1"/>
          <p:nvPr/>
        </p:nvSpPr>
        <p:spPr>
          <a:xfrm>
            <a:off x="268678" y="5570101"/>
            <a:ext cx="11823306" cy="523220"/>
          </a:xfrm>
          <a:prstGeom prst="rect">
            <a:avLst/>
          </a:prstGeom>
          <a:noFill/>
        </p:spPr>
        <p:txBody>
          <a:bodyPr wrap="square" rtlCol="0">
            <a:spAutoFit/>
          </a:bodyPr>
          <a:lstStyle/>
          <a:p>
            <a:r>
              <a:rPr lang="ja-JP" altLang="en-US" sz="1400" dirty="0">
                <a:solidFill>
                  <a:schemeClr val="bg1"/>
                </a:solidFill>
                <a:latin typeface="ＭＳ 明朝" panose="02020609040205080304" pitchFamily="17" charset="-128"/>
                <a:ea typeface="ＭＳ 明朝" panose="02020609040205080304" pitchFamily="17" charset="-128"/>
              </a:rPr>
              <a:t>・文字を</a:t>
            </a:r>
            <a:r>
              <a:rPr lang="ja-JP" altLang="en-US" sz="1400" dirty="0">
                <a:solidFill>
                  <a:schemeClr val="bg1"/>
                </a:solidFill>
                <a:highlight>
                  <a:srgbClr val="FF00FF"/>
                </a:highlight>
                <a:latin typeface="ＭＳ 明朝" panose="02020609040205080304" pitchFamily="17" charset="-128"/>
                <a:ea typeface="ＭＳ 明朝" panose="02020609040205080304" pitchFamily="17" charset="-128"/>
              </a:rPr>
              <a:t>認識しずらい</a:t>
            </a:r>
            <a:r>
              <a:rPr lang="ja-JP" altLang="en-US" sz="1400" dirty="0">
                <a:solidFill>
                  <a:schemeClr val="bg1"/>
                </a:solidFill>
                <a:latin typeface="ＭＳ 明朝" panose="02020609040205080304" pitchFamily="17" charset="-128"/>
                <a:ea typeface="ＭＳ 明朝" panose="02020609040205080304" pitchFamily="17" charset="-128"/>
              </a:rPr>
              <a:t>⇐文字を探すので</a:t>
            </a:r>
            <a:r>
              <a:rPr lang="ja-JP" altLang="en-US" sz="1400" dirty="0">
                <a:solidFill>
                  <a:schemeClr val="accent5">
                    <a:lumMod val="20000"/>
                    <a:lumOff val="80000"/>
                  </a:schemeClr>
                </a:solidFill>
                <a:latin typeface="ＭＳ 明朝" panose="02020609040205080304" pitchFamily="17" charset="-128"/>
                <a:ea typeface="ＭＳ 明朝" panose="02020609040205080304" pitchFamily="17" charset="-128"/>
              </a:rPr>
              <a:t>疲れる</a:t>
            </a:r>
            <a:endParaRPr lang="en-US" altLang="ja-JP" sz="1400" dirty="0">
              <a:solidFill>
                <a:schemeClr val="accent5">
                  <a:lumMod val="20000"/>
                  <a:lumOff val="80000"/>
                </a:schemeClr>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a:t>
            </a:r>
            <a:r>
              <a:rPr lang="ja-JP" altLang="en-US" sz="1400" dirty="0">
                <a:highlight>
                  <a:srgbClr val="FFFF00"/>
                </a:highlight>
                <a:latin typeface="ＭＳ 明朝" panose="02020609040205080304" pitchFamily="17" charset="-128"/>
                <a:ea typeface="ＭＳ 明朝" panose="02020609040205080304" pitchFamily="17" charset="-128"/>
              </a:rPr>
              <a:t>読みにくい</a:t>
            </a:r>
            <a:r>
              <a:rPr lang="ja-JP" altLang="en-US" sz="1400" dirty="0">
                <a:solidFill>
                  <a:schemeClr val="bg1"/>
                </a:solidFill>
                <a:latin typeface="ＭＳ 明朝" panose="02020609040205080304" pitchFamily="17" charset="-128"/>
                <a:ea typeface="ＭＳ 明朝" panose="02020609040205080304" pitchFamily="17" charset="-128"/>
              </a:rPr>
              <a:t>⇐</a:t>
            </a:r>
            <a:r>
              <a:rPr lang="ja-JP" altLang="en-US" sz="1400" dirty="0">
                <a:solidFill>
                  <a:schemeClr val="accent6">
                    <a:lumMod val="60000"/>
                    <a:lumOff val="40000"/>
                  </a:schemeClr>
                </a:solidFill>
                <a:latin typeface="ＭＳ 明朝" panose="02020609040205080304" pitchFamily="17" charset="-128"/>
                <a:ea typeface="ＭＳ 明朝" panose="02020609040205080304" pitchFamily="17" charset="-128"/>
              </a:rPr>
              <a:t>読む気が失せる</a:t>
            </a:r>
            <a:endParaRPr lang="en-US" altLang="ja-JP" sz="1400" dirty="0">
              <a:solidFill>
                <a:schemeClr val="accent6">
                  <a:lumMod val="60000"/>
                  <a:lumOff val="40000"/>
                </a:schemeClr>
              </a:solidFill>
              <a:latin typeface="ＭＳ 明朝" panose="02020609040205080304" pitchFamily="17" charset="-128"/>
              <a:ea typeface="ＭＳ 明朝" panose="02020609040205080304" pitchFamily="17" charset="-128"/>
            </a:endParaRPr>
          </a:p>
        </p:txBody>
      </p:sp>
      <p:pic>
        <p:nvPicPr>
          <p:cNvPr id="3" name="グラフィックス 2" descr="カーソル 単色塗りつぶし">
            <a:extLst>
              <a:ext uri="{FF2B5EF4-FFF2-40B4-BE49-F238E27FC236}">
                <a16:creationId xmlns:a16="http://schemas.microsoft.com/office/drawing/2014/main" id="{68DCF382-C7D4-2813-731B-C3E319369B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63438" y="6760066"/>
            <a:ext cx="914400" cy="914400"/>
          </a:xfrm>
          <a:prstGeom prst="rect">
            <a:avLst/>
          </a:prstGeom>
        </p:spPr>
      </p:pic>
    </p:spTree>
    <p:extLst>
      <p:ext uri="{BB962C8B-B14F-4D97-AF65-F5344CB8AC3E}">
        <p14:creationId xmlns:p14="http://schemas.microsoft.com/office/powerpoint/2010/main" val="9588805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48A7068-9E58-00ED-4FC9-7DE5C7AEE0D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BAE2A99-4C7A-DEC5-6935-7BCF140334D2}"/>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AC816817-7D70-654B-F653-CA7504D0DB4E}"/>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31E7390F-5E7F-F29A-ED08-425F631CA6FD}"/>
              </a:ext>
            </a:extLst>
          </p:cNvPr>
          <p:cNvSpPr/>
          <p:nvPr/>
        </p:nvSpPr>
        <p:spPr>
          <a:xfrm>
            <a:off x="147637" y="523883"/>
            <a:ext cx="11896724" cy="6153142"/>
          </a:xfrm>
          <a:prstGeom prst="rect">
            <a:avLst/>
          </a:prstGeom>
          <a:gradFill flip="none" rotWithShape="1">
            <a:gsLst>
              <a:gs pos="14000">
                <a:schemeClr val="accent4">
                  <a:lumMod val="20000"/>
                  <a:lumOff val="80000"/>
                </a:schemeClr>
              </a:gs>
              <a:gs pos="100000">
                <a:schemeClr val="accent5">
                  <a:lumMod val="20000"/>
                  <a:lumOff val="80000"/>
                </a:schemeClr>
              </a:gs>
            </a:gsLst>
            <a:lin ang="3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07A7C511-1FF2-6E7F-E17E-D8B264D97416}"/>
              </a:ext>
            </a:extLst>
          </p:cNvPr>
          <p:cNvSpPr txBox="1"/>
          <p:nvPr/>
        </p:nvSpPr>
        <p:spPr>
          <a:xfrm>
            <a:off x="268679" y="764679"/>
            <a:ext cx="2538413"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文字サイズは大きめに</a:t>
            </a:r>
          </a:p>
        </p:txBody>
      </p:sp>
      <p:sp>
        <p:nvSpPr>
          <p:cNvPr id="24" name="テキスト ボックス 23">
            <a:extLst>
              <a:ext uri="{FF2B5EF4-FFF2-40B4-BE49-F238E27FC236}">
                <a16:creationId xmlns:a16="http://schemas.microsoft.com/office/drawing/2014/main" id="{E93821D8-A078-5880-BC71-78FDD13FF860}"/>
              </a:ext>
            </a:extLst>
          </p:cNvPr>
          <p:cNvSpPr txBox="1"/>
          <p:nvPr/>
        </p:nvSpPr>
        <p:spPr>
          <a:xfrm>
            <a:off x="319087" y="1064437"/>
            <a:ext cx="11725274" cy="738664"/>
          </a:xfrm>
          <a:prstGeom prst="rect">
            <a:avLst/>
          </a:prstGeom>
          <a:noFill/>
        </p:spPr>
        <p:txBody>
          <a:bodyPr wrap="square" rtlCol="0">
            <a:spAutoFit/>
          </a:bodyPr>
          <a:lstStyle/>
          <a:p>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accent3"/>
                </a:solidFill>
                <a:latin typeface="ＭＳ 明朝" panose="02020609040205080304" pitchFamily="17" charset="-128"/>
                <a:ea typeface="ＭＳ 明朝" panose="02020609040205080304" pitchFamily="17" charset="-128"/>
              </a:rPr>
              <a:t>後ろの席の人が読みにくい</a:t>
            </a:r>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bg1"/>
                </a:solidFill>
                <a:highlight>
                  <a:srgbClr val="FFFF00"/>
                </a:highlight>
                <a:latin typeface="ＭＳ 明朝" panose="02020609040205080304" pitchFamily="17" charset="-128"/>
                <a:ea typeface="ＭＳ 明朝" panose="02020609040205080304" pitchFamily="17" charset="-128"/>
              </a:rPr>
              <a:t>できる限り</a:t>
            </a:r>
            <a:r>
              <a:rPr kumimoji="1" lang="en-US" altLang="ja-JP" sz="1400" dirty="0">
                <a:solidFill>
                  <a:schemeClr val="accent5"/>
                </a:solidFill>
                <a:highlight>
                  <a:srgbClr val="FFFF00"/>
                </a:highlight>
                <a:latin typeface="ＭＳ 明朝" panose="02020609040205080304" pitchFamily="17" charset="-128"/>
                <a:ea typeface="ＭＳ 明朝" panose="02020609040205080304" pitchFamily="17" charset="-128"/>
              </a:rPr>
              <a:t>24pt</a:t>
            </a:r>
            <a:r>
              <a:rPr kumimoji="1" lang="ja-JP" altLang="en-US" sz="1400" dirty="0">
                <a:solidFill>
                  <a:schemeClr val="accent5"/>
                </a:solidFill>
                <a:highlight>
                  <a:srgbClr val="FFFF00"/>
                </a:highlight>
                <a:latin typeface="ＭＳ 明朝" panose="02020609040205080304" pitchFamily="17" charset="-128"/>
                <a:ea typeface="ＭＳ 明朝" panose="02020609040205080304" pitchFamily="17" charset="-128"/>
              </a:rPr>
              <a:t>以上</a:t>
            </a:r>
            <a:endParaRPr kumimoji="1" lang="en-US" altLang="ja-JP" sz="1400" dirty="0">
              <a:solidFill>
                <a:schemeClr val="accent5"/>
              </a:solidFill>
              <a:highlight>
                <a:srgbClr val="FFFF00"/>
              </a:highlight>
              <a:latin typeface="ＭＳ 明朝" panose="02020609040205080304" pitchFamily="17" charset="-128"/>
              <a:ea typeface="ＭＳ 明朝" panose="02020609040205080304" pitchFamily="17" charset="-128"/>
            </a:endParaRPr>
          </a:p>
          <a:p>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en-US" altLang="ja-JP" sz="1400" dirty="0">
                <a:solidFill>
                  <a:schemeClr val="bg1"/>
                </a:solidFill>
                <a:latin typeface="ＭＳ 明朝" panose="02020609040205080304" pitchFamily="17" charset="-128"/>
                <a:ea typeface="ＭＳ 明朝" panose="02020609040205080304" pitchFamily="17" charset="-128"/>
              </a:rPr>
              <a:t>1</a:t>
            </a:r>
            <a:r>
              <a:rPr kumimoji="1" lang="ja-JP" altLang="en-US" sz="1400" dirty="0">
                <a:solidFill>
                  <a:schemeClr val="bg1"/>
                </a:solidFill>
                <a:latin typeface="ＭＳ 明朝" panose="02020609040205080304" pitchFamily="17" charset="-128"/>
                <a:ea typeface="ＭＳ 明朝" panose="02020609040205080304" pitchFamily="17" charset="-128"/>
              </a:rPr>
              <a:t>枚のスライドに</a:t>
            </a:r>
            <a:r>
              <a:rPr kumimoji="1" lang="ja-JP" altLang="en-US" sz="1400" dirty="0">
                <a:solidFill>
                  <a:schemeClr val="tx2">
                    <a:lumMod val="75000"/>
                    <a:lumOff val="25000"/>
                  </a:schemeClr>
                </a:solidFill>
                <a:latin typeface="ＭＳ 明朝" panose="02020609040205080304" pitchFamily="17" charset="-128"/>
                <a:ea typeface="ＭＳ 明朝" panose="02020609040205080304" pitchFamily="17" charset="-128"/>
              </a:rPr>
              <a:t>入りきらない</a:t>
            </a:r>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accent2">
                    <a:lumMod val="75000"/>
                  </a:schemeClr>
                </a:solidFill>
                <a:latin typeface="ＭＳ 明朝" panose="02020609040205080304" pitchFamily="17" charset="-128"/>
                <a:ea typeface="ＭＳ 明朝" panose="02020609040205080304" pitchFamily="17" charset="-128"/>
              </a:rPr>
              <a:t>文字数が多すぎる</a:t>
            </a:r>
            <a:r>
              <a:rPr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accent2"/>
                </a:solidFill>
                <a:latin typeface="ＭＳ 明朝" panose="02020609040205080304" pitchFamily="17" charset="-128"/>
                <a:ea typeface="ＭＳ 明朝" panose="02020609040205080304" pitchFamily="17" charset="-128"/>
              </a:rPr>
              <a:t>文字数を減らす</a:t>
            </a:r>
            <a:endParaRPr kumimoji="1" lang="en-US" altLang="ja-JP" sz="1400" dirty="0">
              <a:solidFill>
                <a:schemeClr val="accent2"/>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・どうしてもの場合、</a:t>
            </a:r>
            <a:r>
              <a:rPr lang="ja-JP" altLang="en-US" sz="1400" dirty="0">
                <a:solidFill>
                  <a:schemeClr val="accent6">
                    <a:lumMod val="75000"/>
                  </a:schemeClr>
                </a:solidFill>
                <a:latin typeface="ＭＳ 明朝" panose="02020609040205080304" pitchFamily="17" charset="-128"/>
                <a:ea typeface="ＭＳ 明朝" panose="02020609040205080304" pitchFamily="17" charset="-128"/>
              </a:rPr>
              <a:t>アニメーション</a:t>
            </a:r>
            <a:r>
              <a:rPr lang="ja-JP" altLang="en-US" sz="1400" dirty="0">
                <a:solidFill>
                  <a:schemeClr val="bg1"/>
                </a:solidFill>
                <a:latin typeface="ＭＳ 明朝" panose="02020609040205080304" pitchFamily="17" charset="-128"/>
                <a:ea typeface="ＭＳ 明朝" panose="02020609040205080304" pitchFamily="17" charset="-128"/>
              </a:rPr>
              <a:t>で</a:t>
            </a:r>
            <a:r>
              <a:rPr lang="ja-JP" altLang="en-US" sz="1400" dirty="0">
                <a:solidFill>
                  <a:schemeClr val="bg1"/>
                </a:solidFill>
                <a:highlight>
                  <a:srgbClr val="00FF00"/>
                </a:highlight>
                <a:latin typeface="ＭＳ 明朝" panose="02020609040205080304" pitchFamily="17" charset="-128"/>
                <a:ea typeface="ＭＳ 明朝" panose="02020609040205080304" pitchFamily="17" charset="-128"/>
              </a:rPr>
              <a:t>その時読んでほしい内容だけ</a:t>
            </a:r>
            <a:r>
              <a:rPr lang="ja-JP" altLang="en-US" sz="1400" dirty="0">
                <a:solidFill>
                  <a:schemeClr val="bg1"/>
                </a:solidFill>
                <a:latin typeface="ＭＳ 明朝" panose="02020609040205080304" pitchFamily="17" charset="-128"/>
                <a:ea typeface="ＭＳ 明朝" panose="02020609040205080304" pitchFamily="17" charset="-128"/>
              </a:rPr>
              <a:t>文字を大きく</a:t>
            </a:r>
            <a:endParaRPr kumimoji="1" lang="ja-JP" altLang="en-US" sz="1400" dirty="0">
              <a:solidFill>
                <a:schemeClr val="bg1"/>
              </a:solidFill>
              <a:latin typeface="ＭＳ 明朝" panose="02020609040205080304" pitchFamily="17" charset="-128"/>
              <a:ea typeface="ＭＳ 明朝" panose="02020609040205080304" pitchFamily="17" charset="-128"/>
            </a:endParaRPr>
          </a:p>
        </p:txBody>
      </p:sp>
      <p:sp>
        <p:nvSpPr>
          <p:cNvPr id="25" name="テキスト ボックス 24">
            <a:extLst>
              <a:ext uri="{FF2B5EF4-FFF2-40B4-BE49-F238E27FC236}">
                <a16:creationId xmlns:a16="http://schemas.microsoft.com/office/drawing/2014/main" id="{89FA9402-3DAA-5A3F-D500-82D085C49887}"/>
              </a:ext>
            </a:extLst>
          </p:cNvPr>
          <p:cNvSpPr txBox="1"/>
          <p:nvPr/>
        </p:nvSpPr>
        <p:spPr>
          <a:xfrm>
            <a:off x="268678" y="2129074"/>
            <a:ext cx="2538413"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色数は少なく</a:t>
            </a:r>
          </a:p>
        </p:txBody>
      </p:sp>
      <p:sp>
        <p:nvSpPr>
          <p:cNvPr id="26" name="テキスト ボックス 25">
            <a:extLst>
              <a:ext uri="{FF2B5EF4-FFF2-40B4-BE49-F238E27FC236}">
                <a16:creationId xmlns:a16="http://schemas.microsoft.com/office/drawing/2014/main" id="{7668A227-F786-48FC-C5EA-134106355D25}"/>
              </a:ext>
            </a:extLst>
          </p:cNvPr>
          <p:cNvSpPr txBox="1"/>
          <p:nvPr/>
        </p:nvSpPr>
        <p:spPr>
          <a:xfrm>
            <a:off x="319087" y="2504928"/>
            <a:ext cx="11725274" cy="523220"/>
          </a:xfrm>
          <a:prstGeom prst="rect">
            <a:avLst/>
          </a:prstGeom>
          <a:noFill/>
        </p:spPr>
        <p:txBody>
          <a:bodyPr wrap="square" rtlCol="0">
            <a:spAutoFit/>
          </a:bodyPr>
          <a:lstStyle/>
          <a:p>
            <a:r>
              <a:rPr lang="ja-JP" altLang="en-US" sz="1400" dirty="0">
                <a:solidFill>
                  <a:schemeClr val="bg1"/>
                </a:solidFill>
                <a:latin typeface="ＭＳ 明朝" panose="02020609040205080304" pitchFamily="17" charset="-128"/>
                <a:ea typeface="ＭＳ 明朝" panose="02020609040205080304" pitchFamily="17" charset="-128"/>
              </a:rPr>
              <a:t>・</a:t>
            </a:r>
            <a:r>
              <a:rPr lang="ja-JP" altLang="en-US" sz="1400" dirty="0">
                <a:solidFill>
                  <a:schemeClr val="accent1">
                    <a:lumMod val="60000"/>
                    <a:lumOff val="40000"/>
                  </a:schemeClr>
                </a:solidFill>
                <a:latin typeface="ＭＳ 明朝" panose="02020609040205080304" pitchFamily="17" charset="-128"/>
                <a:ea typeface="ＭＳ 明朝" panose="02020609040205080304" pitchFamily="17" charset="-128"/>
              </a:rPr>
              <a:t>グラデーション</a:t>
            </a:r>
            <a:r>
              <a:rPr lang="ja-JP" altLang="en-US" sz="1400" dirty="0">
                <a:solidFill>
                  <a:schemeClr val="bg1"/>
                </a:solidFill>
                <a:latin typeface="ＭＳ 明朝" panose="02020609040205080304" pitchFamily="17" charset="-128"/>
                <a:ea typeface="ＭＳ 明朝" panose="02020609040205080304" pitchFamily="17" charset="-128"/>
              </a:rPr>
              <a:t>は</a:t>
            </a:r>
            <a:r>
              <a:rPr lang="en-US" altLang="ja-JP" sz="1400" dirty="0">
                <a:solidFill>
                  <a:schemeClr val="bg1"/>
                </a:solidFill>
                <a:latin typeface="ＭＳ 明朝" panose="02020609040205080304" pitchFamily="17" charset="-128"/>
                <a:ea typeface="ＭＳ 明朝" panose="02020609040205080304" pitchFamily="17" charset="-128"/>
              </a:rPr>
              <a:t>NG</a:t>
            </a:r>
            <a:r>
              <a:rPr lang="ja-JP" altLang="en-US" sz="1400" dirty="0">
                <a:solidFill>
                  <a:schemeClr val="bg1"/>
                </a:solidFill>
                <a:latin typeface="ＭＳ 明朝" panose="02020609040205080304" pitchFamily="17" charset="-128"/>
                <a:ea typeface="ＭＳ 明朝" panose="02020609040205080304" pitchFamily="17" charset="-128"/>
              </a:rPr>
              <a:t>。⇒</a:t>
            </a:r>
            <a:r>
              <a:rPr lang="en-US" altLang="ja-JP" sz="1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1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無駄な色</a:t>
            </a:r>
            <a:r>
              <a:rPr lang="en-US" altLang="ja-JP" sz="1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1400" dirty="0">
                <a:solidFill>
                  <a:schemeClr val="bg1"/>
                </a:solidFill>
                <a:latin typeface="ＭＳ 明朝" panose="02020609040205080304" pitchFamily="17" charset="-128"/>
                <a:ea typeface="ＭＳ 明朝" panose="02020609040205080304" pitchFamily="17" charset="-128"/>
              </a:rPr>
              <a:t>が多い</a:t>
            </a:r>
            <a:endParaRPr lang="en-US" altLang="ja-JP" sz="1400" dirty="0">
              <a:solidFill>
                <a:schemeClr val="bg1"/>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a:t>
            </a:r>
            <a:r>
              <a:rPr kumimoji="1" lang="en-US" altLang="ja-JP" sz="1400" dirty="0">
                <a:solidFill>
                  <a:schemeClr val="accent6"/>
                </a:solidFill>
                <a:latin typeface="ＭＳ 明朝" panose="02020609040205080304" pitchFamily="17" charset="-128"/>
                <a:ea typeface="ＭＳ 明朝" panose="02020609040205080304" pitchFamily="17" charset="-128"/>
              </a:rPr>
              <a:t>1</a:t>
            </a:r>
            <a:r>
              <a:rPr kumimoji="1" lang="ja-JP" altLang="en-US" sz="1400" dirty="0">
                <a:solidFill>
                  <a:schemeClr val="accent6"/>
                </a:solidFill>
                <a:latin typeface="ＭＳ 明朝" panose="02020609040205080304" pitchFamily="17" charset="-128"/>
                <a:ea typeface="ＭＳ 明朝" panose="02020609040205080304" pitchFamily="17" charset="-128"/>
              </a:rPr>
              <a:t>～</a:t>
            </a:r>
            <a:r>
              <a:rPr kumimoji="1" lang="en-US" altLang="ja-JP" sz="1400" dirty="0">
                <a:solidFill>
                  <a:schemeClr val="accent6"/>
                </a:solidFill>
                <a:latin typeface="ＭＳ 明朝" panose="02020609040205080304" pitchFamily="17" charset="-128"/>
                <a:ea typeface="ＭＳ 明朝" panose="02020609040205080304" pitchFamily="17" charset="-128"/>
              </a:rPr>
              <a:t>2</a:t>
            </a:r>
            <a:r>
              <a:rPr kumimoji="1" lang="ja-JP" altLang="en-US" sz="1400" dirty="0">
                <a:solidFill>
                  <a:schemeClr val="accent6"/>
                </a:solidFill>
                <a:latin typeface="ＭＳ 明朝" panose="02020609040205080304" pitchFamily="17" charset="-128"/>
                <a:ea typeface="ＭＳ 明朝" panose="02020609040205080304" pitchFamily="17" charset="-128"/>
              </a:rPr>
              <a:t>か所</a:t>
            </a:r>
            <a:r>
              <a:rPr lang="ja-JP" altLang="en-US" sz="1400" dirty="0">
                <a:solidFill>
                  <a:schemeClr val="bg1"/>
                </a:solidFill>
                <a:latin typeface="ＭＳ 明朝" panose="02020609040205080304" pitchFamily="17" charset="-128"/>
                <a:ea typeface="ＭＳ 明朝" panose="02020609040205080304" pitchFamily="17" charset="-128"/>
              </a:rPr>
              <a:t>、</a:t>
            </a:r>
            <a:r>
              <a:rPr kumimoji="1" lang="en-US" altLang="ja-JP" sz="1400" dirty="0">
                <a:solidFill>
                  <a:schemeClr val="accent5">
                    <a:lumMod val="60000"/>
                    <a:lumOff val="40000"/>
                  </a:schemeClr>
                </a:solidFill>
                <a:latin typeface="ＭＳ 明朝" panose="02020609040205080304" pitchFamily="17" charset="-128"/>
                <a:ea typeface="ＭＳ 明朝" panose="02020609040205080304" pitchFamily="17" charset="-128"/>
              </a:rPr>
              <a:t>1</a:t>
            </a:r>
            <a:r>
              <a:rPr kumimoji="1" lang="ja-JP" altLang="en-US" sz="1400" dirty="0">
                <a:solidFill>
                  <a:schemeClr val="accent5">
                    <a:lumMod val="60000"/>
                    <a:lumOff val="40000"/>
                  </a:schemeClr>
                </a:solidFill>
                <a:latin typeface="ＭＳ 明朝" panose="02020609040205080304" pitchFamily="17" charset="-128"/>
                <a:ea typeface="ＭＳ 明朝" panose="02020609040205080304" pitchFamily="17" charset="-128"/>
              </a:rPr>
              <a:t>～</a:t>
            </a:r>
            <a:r>
              <a:rPr kumimoji="1" lang="en-US" altLang="ja-JP" sz="1400" dirty="0">
                <a:solidFill>
                  <a:schemeClr val="accent5">
                    <a:lumMod val="60000"/>
                    <a:lumOff val="40000"/>
                  </a:schemeClr>
                </a:solidFill>
                <a:latin typeface="ＭＳ 明朝" panose="02020609040205080304" pitchFamily="17" charset="-128"/>
                <a:ea typeface="ＭＳ 明朝" panose="02020609040205080304" pitchFamily="17" charset="-128"/>
              </a:rPr>
              <a:t>2</a:t>
            </a:r>
            <a:r>
              <a:rPr kumimoji="1" lang="ja-JP" altLang="en-US" sz="1400" dirty="0">
                <a:solidFill>
                  <a:schemeClr val="accent5">
                    <a:lumMod val="60000"/>
                    <a:lumOff val="40000"/>
                  </a:schemeClr>
                </a:solidFill>
                <a:latin typeface="ＭＳ 明朝" panose="02020609040205080304" pitchFamily="17" charset="-128"/>
                <a:ea typeface="ＭＳ 明朝" panose="02020609040205080304" pitchFamily="17" charset="-128"/>
              </a:rPr>
              <a:t>色</a:t>
            </a:r>
            <a:r>
              <a:rPr lang="ja-JP" altLang="en-US" sz="1400" dirty="0">
                <a:solidFill>
                  <a:schemeClr val="bg1"/>
                </a:solidFill>
                <a:latin typeface="ＭＳ 明朝" panose="02020609040205080304" pitchFamily="17" charset="-128"/>
                <a:ea typeface="ＭＳ 明朝" panose="02020609040205080304" pitchFamily="17" charset="-128"/>
              </a:rPr>
              <a:t>に抑える</a:t>
            </a:r>
            <a:endParaRPr kumimoji="1" lang="ja-JP" altLang="en-US" sz="1400" dirty="0">
              <a:solidFill>
                <a:schemeClr val="bg1"/>
              </a:solidFill>
              <a:latin typeface="ＭＳ 明朝" panose="02020609040205080304" pitchFamily="17" charset="-128"/>
              <a:ea typeface="ＭＳ 明朝" panose="02020609040205080304" pitchFamily="17" charset="-128"/>
            </a:endParaRPr>
          </a:p>
        </p:txBody>
      </p:sp>
      <p:sp>
        <p:nvSpPr>
          <p:cNvPr id="27" name="テキスト ボックス 26">
            <a:extLst>
              <a:ext uri="{FF2B5EF4-FFF2-40B4-BE49-F238E27FC236}">
                <a16:creationId xmlns:a16="http://schemas.microsoft.com/office/drawing/2014/main" id="{9A134FC1-380B-1AF3-DD34-13D77D71F149}"/>
              </a:ext>
            </a:extLst>
          </p:cNvPr>
          <p:cNvSpPr txBox="1"/>
          <p:nvPr/>
        </p:nvSpPr>
        <p:spPr>
          <a:xfrm>
            <a:off x="268678" y="3609009"/>
            <a:ext cx="2538413"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ゴシック体を使う</a:t>
            </a:r>
          </a:p>
        </p:txBody>
      </p:sp>
      <p:sp>
        <p:nvSpPr>
          <p:cNvPr id="28" name="テキスト ボックス 27">
            <a:extLst>
              <a:ext uri="{FF2B5EF4-FFF2-40B4-BE49-F238E27FC236}">
                <a16:creationId xmlns:a16="http://schemas.microsoft.com/office/drawing/2014/main" id="{4C9D1967-95A9-4536-6925-C13CB08B13CC}"/>
              </a:ext>
            </a:extLst>
          </p:cNvPr>
          <p:cNvSpPr txBox="1"/>
          <p:nvPr/>
        </p:nvSpPr>
        <p:spPr>
          <a:xfrm>
            <a:off x="361952" y="4019095"/>
            <a:ext cx="11682409" cy="738664"/>
          </a:xfrm>
          <a:prstGeom prst="rect">
            <a:avLst/>
          </a:prstGeom>
          <a:noFill/>
        </p:spPr>
        <p:txBody>
          <a:bodyPr wrap="square" rtlCol="0">
            <a:spAutoFit/>
          </a:bodyPr>
          <a:lstStyle/>
          <a:p>
            <a:r>
              <a:rPr kumimoji="1" lang="ja-JP" altLang="en-US" sz="1400" dirty="0">
                <a:solidFill>
                  <a:schemeClr val="bg1"/>
                </a:solidFill>
                <a:latin typeface="ＭＳ 明朝" panose="02020609040205080304" pitchFamily="17" charset="-128"/>
                <a:ea typeface="ＭＳ 明朝" panose="02020609040205080304" pitchFamily="17" charset="-128"/>
              </a:rPr>
              <a:t>・文字が</a:t>
            </a:r>
            <a:r>
              <a:rPr kumimoji="1" lang="ja-JP" altLang="en-US" sz="1400" dirty="0">
                <a:solidFill>
                  <a:schemeClr val="bg1"/>
                </a:solidFill>
                <a:highlight>
                  <a:srgbClr val="00FF00"/>
                </a:highlight>
                <a:latin typeface="ＭＳ 明朝" panose="02020609040205080304" pitchFamily="17" charset="-128"/>
                <a:ea typeface="ＭＳ 明朝" panose="02020609040205080304" pitchFamily="17" charset="-128"/>
              </a:rPr>
              <a:t>細くて</a:t>
            </a:r>
            <a:r>
              <a:rPr kumimoji="1" lang="ja-JP" altLang="en-US" sz="1400" dirty="0">
                <a:solidFill>
                  <a:schemeClr val="tx2">
                    <a:lumMod val="50000"/>
                    <a:lumOff val="50000"/>
                  </a:schemeClr>
                </a:solidFill>
                <a:latin typeface="ＭＳ 明朝" panose="02020609040205080304" pitchFamily="17" charset="-128"/>
                <a:ea typeface="ＭＳ 明朝" panose="02020609040205080304" pitchFamily="17" charset="-128"/>
              </a:rPr>
              <a:t>読みにくい</a:t>
            </a:r>
            <a:endParaRPr kumimoji="1" lang="en-US" altLang="ja-JP" sz="1400" dirty="0">
              <a:solidFill>
                <a:schemeClr val="tx2">
                  <a:lumMod val="50000"/>
                  <a:lumOff val="50000"/>
                </a:schemeClr>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・明朝体は</a:t>
            </a:r>
            <a:r>
              <a:rPr lang="ja-JP" altLang="en-US" sz="1400" dirty="0">
                <a:solidFill>
                  <a:schemeClr val="bg1"/>
                </a:solidFill>
                <a:highlight>
                  <a:srgbClr val="FF00FF"/>
                </a:highlight>
                <a:latin typeface="ＭＳ 明朝" panose="02020609040205080304" pitchFamily="17" charset="-128"/>
                <a:ea typeface="ＭＳ 明朝" panose="02020609040205080304" pitchFamily="17" charset="-128"/>
              </a:rPr>
              <a:t>読ませるため</a:t>
            </a:r>
            <a:r>
              <a:rPr lang="ja-JP" altLang="en-US" sz="1400" dirty="0">
                <a:solidFill>
                  <a:schemeClr val="bg1"/>
                </a:solidFill>
                <a:latin typeface="ＭＳ 明朝" panose="02020609040205080304" pitchFamily="17" charset="-128"/>
                <a:ea typeface="ＭＳ 明朝" panose="02020609040205080304" pitchFamily="17" charset="-128"/>
              </a:rPr>
              <a:t>のフォント</a:t>
            </a:r>
            <a:endParaRPr lang="en-US" altLang="ja-JP" sz="1400" dirty="0">
              <a:solidFill>
                <a:schemeClr val="bg1"/>
              </a:solidFill>
              <a:latin typeface="ＭＳ 明朝" panose="02020609040205080304" pitchFamily="17" charset="-128"/>
              <a:ea typeface="ＭＳ 明朝" panose="02020609040205080304" pitchFamily="17" charset="-128"/>
            </a:endParaRPr>
          </a:p>
          <a:p>
            <a:r>
              <a:rPr kumimoji="1" lang="ja-JP" altLang="en-US" sz="1400" dirty="0">
                <a:solidFill>
                  <a:schemeClr val="bg1"/>
                </a:solidFill>
                <a:latin typeface="ＭＳ 明朝" panose="02020609040205080304" pitchFamily="17" charset="-128"/>
                <a:ea typeface="ＭＳ 明朝" panose="02020609040205080304" pitchFamily="17" charset="-128"/>
              </a:rPr>
              <a:t>・</a:t>
            </a:r>
            <a:r>
              <a:rPr kumimoji="1" lang="ja-JP" altLang="en-US" sz="1400" dirty="0">
                <a:solidFill>
                  <a:schemeClr val="bg1"/>
                </a:solidFill>
                <a:highlight>
                  <a:srgbClr val="0000FF"/>
                </a:highlight>
                <a:latin typeface="ＭＳ 明朝" panose="02020609040205080304" pitchFamily="17" charset="-128"/>
                <a:ea typeface="ＭＳ 明朝" panose="02020609040205080304" pitchFamily="17" charset="-128"/>
              </a:rPr>
              <a:t>標識</a:t>
            </a:r>
            <a:r>
              <a:rPr kumimoji="1" lang="ja-JP" altLang="en-US" sz="1400" dirty="0">
                <a:solidFill>
                  <a:schemeClr val="bg1"/>
                </a:solidFill>
                <a:latin typeface="ＭＳ 明朝" panose="02020609040205080304" pitchFamily="17" charset="-128"/>
                <a:ea typeface="ＭＳ 明朝" panose="02020609040205080304" pitchFamily="17" charset="-128"/>
              </a:rPr>
              <a:t>なども</a:t>
            </a:r>
            <a:r>
              <a:rPr kumimoji="1" lang="ja-JP" altLang="en-US" sz="1400" dirty="0">
                <a:solidFill>
                  <a:schemeClr val="accent2">
                    <a:lumMod val="60000"/>
                    <a:lumOff val="40000"/>
                  </a:schemeClr>
                </a:solidFill>
                <a:latin typeface="ＭＳ 明朝" panose="02020609040205080304" pitchFamily="17" charset="-128"/>
                <a:ea typeface="ＭＳ 明朝" panose="02020609040205080304" pitchFamily="17" charset="-128"/>
              </a:rPr>
              <a:t>ゴシック体</a:t>
            </a:r>
          </a:p>
        </p:txBody>
      </p:sp>
      <p:sp>
        <p:nvSpPr>
          <p:cNvPr id="29" name="テキスト ボックス 28">
            <a:extLst>
              <a:ext uri="{FF2B5EF4-FFF2-40B4-BE49-F238E27FC236}">
                <a16:creationId xmlns:a16="http://schemas.microsoft.com/office/drawing/2014/main" id="{4CEAAB7B-86D4-D5B6-2739-A4A08E22D6AC}"/>
              </a:ext>
            </a:extLst>
          </p:cNvPr>
          <p:cNvSpPr txBox="1"/>
          <p:nvPr/>
        </p:nvSpPr>
        <p:spPr>
          <a:xfrm>
            <a:off x="268678" y="5232267"/>
            <a:ext cx="2836471" cy="338554"/>
          </a:xfrm>
          <a:prstGeom prst="rect">
            <a:avLst/>
          </a:prstGeom>
          <a:noFill/>
        </p:spPr>
        <p:txBody>
          <a:bodyPr wrap="square" rtlCol="0">
            <a:spAutoFit/>
          </a:bodyPr>
          <a:lstStyle/>
          <a:p>
            <a:r>
              <a:rPr kumimoji="1" lang="ja-JP" altLang="en-US" sz="1600" dirty="0">
                <a:solidFill>
                  <a:srgbClr val="FF0000"/>
                </a:solidFill>
                <a:latin typeface="ＭＳ 明朝" panose="02020609040205080304" pitchFamily="17" charset="-128"/>
                <a:ea typeface="ＭＳ 明朝" panose="02020609040205080304" pitchFamily="17" charset="-128"/>
              </a:rPr>
              <a:t>背景とのコントラストは高く</a:t>
            </a:r>
          </a:p>
        </p:txBody>
      </p:sp>
      <p:sp>
        <p:nvSpPr>
          <p:cNvPr id="30" name="テキスト ボックス 29">
            <a:extLst>
              <a:ext uri="{FF2B5EF4-FFF2-40B4-BE49-F238E27FC236}">
                <a16:creationId xmlns:a16="http://schemas.microsoft.com/office/drawing/2014/main" id="{04554A66-4E10-840E-D200-9FC7FFA368E3}"/>
              </a:ext>
            </a:extLst>
          </p:cNvPr>
          <p:cNvSpPr txBox="1"/>
          <p:nvPr/>
        </p:nvSpPr>
        <p:spPr>
          <a:xfrm>
            <a:off x="268678" y="5570101"/>
            <a:ext cx="11823306" cy="523220"/>
          </a:xfrm>
          <a:prstGeom prst="rect">
            <a:avLst/>
          </a:prstGeom>
          <a:noFill/>
        </p:spPr>
        <p:txBody>
          <a:bodyPr wrap="square" rtlCol="0">
            <a:spAutoFit/>
          </a:bodyPr>
          <a:lstStyle/>
          <a:p>
            <a:r>
              <a:rPr lang="ja-JP" altLang="en-US" sz="1400" dirty="0">
                <a:solidFill>
                  <a:schemeClr val="bg1"/>
                </a:solidFill>
                <a:latin typeface="ＭＳ 明朝" panose="02020609040205080304" pitchFamily="17" charset="-128"/>
                <a:ea typeface="ＭＳ 明朝" panose="02020609040205080304" pitchFamily="17" charset="-128"/>
              </a:rPr>
              <a:t>・文字を</a:t>
            </a:r>
            <a:r>
              <a:rPr lang="ja-JP" altLang="en-US" sz="1400" dirty="0">
                <a:solidFill>
                  <a:schemeClr val="bg1"/>
                </a:solidFill>
                <a:highlight>
                  <a:srgbClr val="FF00FF"/>
                </a:highlight>
                <a:latin typeface="ＭＳ 明朝" panose="02020609040205080304" pitchFamily="17" charset="-128"/>
                <a:ea typeface="ＭＳ 明朝" panose="02020609040205080304" pitchFamily="17" charset="-128"/>
              </a:rPr>
              <a:t>認識しずらい</a:t>
            </a:r>
            <a:r>
              <a:rPr lang="ja-JP" altLang="en-US" sz="1400" dirty="0">
                <a:solidFill>
                  <a:schemeClr val="bg1"/>
                </a:solidFill>
                <a:latin typeface="ＭＳ 明朝" panose="02020609040205080304" pitchFamily="17" charset="-128"/>
                <a:ea typeface="ＭＳ 明朝" panose="02020609040205080304" pitchFamily="17" charset="-128"/>
              </a:rPr>
              <a:t>⇐文字を探すので</a:t>
            </a:r>
            <a:r>
              <a:rPr lang="ja-JP" altLang="en-US" sz="1400" dirty="0">
                <a:solidFill>
                  <a:schemeClr val="accent5">
                    <a:lumMod val="20000"/>
                    <a:lumOff val="80000"/>
                  </a:schemeClr>
                </a:solidFill>
                <a:latin typeface="ＭＳ 明朝" panose="02020609040205080304" pitchFamily="17" charset="-128"/>
                <a:ea typeface="ＭＳ 明朝" panose="02020609040205080304" pitchFamily="17" charset="-128"/>
              </a:rPr>
              <a:t>疲れる</a:t>
            </a:r>
            <a:endParaRPr lang="en-US" altLang="ja-JP" sz="1400" dirty="0">
              <a:solidFill>
                <a:schemeClr val="accent5">
                  <a:lumMod val="20000"/>
                  <a:lumOff val="80000"/>
                </a:schemeClr>
              </a:solidFill>
              <a:latin typeface="ＭＳ 明朝" panose="02020609040205080304" pitchFamily="17" charset="-128"/>
              <a:ea typeface="ＭＳ 明朝" panose="02020609040205080304" pitchFamily="17" charset="-128"/>
            </a:endParaRPr>
          </a:p>
          <a:p>
            <a:r>
              <a:rPr lang="ja-JP" altLang="en-US" sz="1400" dirty="0">
                <a:solidFill>
                  <a:schemeClr val="bg1"/>
                </a:solidFill>
                <a:latin typeface="ＭＳ 明朝" panose="02020609040205080304" pitchFamily="17" charset="-128"/>
                <a:ea typeface="ＭＳ 明朝" panose="02020609040205080304" pitchFamily="17" charset="-128"/>
              </a:rPr>
              <a:t>・</a:t>
            </a:r>
            <a:r>
              <a:rPr lang="ja-JP" altLang="en-US" sz="1400" dirty="0">
                <a:highlight>
                  <a:srgbClr val="FFFF00"/>
                </a:highlight>
                <a:latin typeface="ＭＳ 明朝" panose="02020609040205080304" pitchFamily="17" charset="-128"/>
                <a:ea typeface="ＭＳ 明朝" panose="02020609040205080304" pitchFamily="17" charset="-128"/>
              </a:rPr>
              <a:t>読みにくい</a:t>
            </a:r>
            <a:r>
              <a:rPr lang="ja-JP" altLang="en-US" sz="1400" dirty="0">
                <a:solidFill>
                  <a:schemeClr val="bg1"/>
                </a:solidFill>
                <a:latin typeface="ＭＳ 明朝" panose="02020609040205080304" pitchFamily="17" charset="-128"/>
                <a:ea typeface="ＭＳ 明朝" panose="02020609040205080304" pitchFamily="17" charset="-128"/>
              </a:rPr>
              <a:t>⇐</a:t>
            </a:r>
            <a:r>
              <a:rPr lang="ja-JP" altLang="en-US" sz="1400" dirty="0">
                <a:solidFill>
                  <a:schemeClr val="accent6">
                    <a:lumMod val="60000"/>
                    <a:lumOff val="40000"/>
                  </a:schemeClr>
                </a:solidFill>
                <a:latin typeface="ＭＳ 明朝" panose="02020609040205080304" pitchFamily="17" charset="-128"/>
                <a:ea typeface="ＭＳ 明朝" panose="02020609040205080304" pitchFamily="17" charset="-128"/>
              </a:rPr>
              <a:t>読む気が失せる</a:t>
            </a:r>
            <a:endParaRPr lang="en-US" altLang="ja-JP" sz="1400" dirty="0">
              <a:solidFill>
                <a:schemeClr val="accent6">
                  <a:lumMod val="60000"/>
                  <a:lumOff val="40000"/>
                </a:schemeClr>
              </a:solidFill>
              <a:latin typeface="ＭＳ 明朝" panose="02020609040205080304" pitchFamily="17" charset="-128"/>
              <a:ea typeface="ＭＳ 明朝" panose="02020609040205080304" pitchFamily="17" charset="-128"/>
            </a:endParaRPr>
          </a:p>
        </p:txBody>
      </p:sp>
      <p:pic>
        <p:nvPicPr>
          <p:cNvPr id="7" name="グラフィックス 6" descr="カーソル 単色塗りつぶし">
            <a:extLst>
              <a:ext uri="{FF2B5EF4-FFF2-40B4-BE49-F238E27FC236}">
                <a16:creationId xmlns:a16="http://schemas.microsoft.com/office/drawing/2014/main" id="{5E686EE7-B9F3-85F8-05B6-56E7C936F0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9380" y="721708"/>
            <a:ext cx="914400" cy="914400"/>
          </a:xfrm>
          <a:prstGeom prst="rect">
            <a:avLst/>
          </a:prstGeom>
        </p:spPr>
      </p:pic>
    </p:spTree>
    <p:extLst>
      <p:ext uri="{BB962C8B-B14F-4D97-AF65-F5344CB8AC3E}">
        <p14:creationId xmlns:p14="http://schemas.microsoft.com/office/powerpoint/2010/main" val="25580502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8F46C64-63EC-FA70-5850-4A6E7C597A7E}"/>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6F79DE2-ACF0-65E9-793F-D21DA6508CE7}"/>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A0D0179-1856-B451-9E39-F640BA4126E3}"/>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B19AACD5-F033-67DC-C78F-291003DB5AD6}"/>
              </a:ext>
            </a:extLst>
          </p:cNvPr>
          <p:cNvSpPr/>
          <p:nvPr/>
        </p:nvSpPr>
        <p:spPr>
          <a:xfrm>
            <a:off x="147637" y="523883"/>
            <a:ext cx="11896724" cy="6153142"/>
          </a:xfrm>
          <a:prstGeom prst="rect">
            <a:avLst/>
          </a:prstGeom>
          <a:gradFill flip="none" rotWithShape="1">
            <a:gsLst>
              <a:gs pos="14000">
                <a:schemeClr val="accent4">
                  <a:lumMod val="20000"/>
                  <a:lumOff val="80000"/>
                </a:schemeClr>
              </a:gs>
              <a:gs pos="100000">
                <a:schemeClr val="accent5">
                  <a:lumMod val="20000"/>
                  <a:lumOff val="80000"/>
                </a:schemeClr>
              </a:gs>
            </a:gsLst>
            <a:lin ang="3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722EA868-7A7B-C457-E9CC-A7AE1F5C842E}"/>
              </a:ext>
            </a:extLst>
          </p:cNvPr>
          <p:cNvSpPr txBox="1"/>
          <p:nvPr/>
        </p:nvSpPr>
        <p:spPr>
          <a:xfrm>
            <a:off x="268679" y="764679"/>
            <a:ext cx="4350946"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文字サイズは大きめに</a:t>
            </a:r>
          </a:p>
        </p:txBody>
      </p:sp>
      <p:sp>
        <p:nvSpPr>
          <p:cNvPr id="24" name="テキスト ボックス 23">
            <a:extLst>
              <a:ext uri="{FF2B5EF4-FFF2-40B4-BE49-F238E27FC236}">
                <a16:creationId xmlns:a16="http://schemas.microsoft.com/office/drawing/2014/main" id="{4676EAB3-17E8-E5F4-8339-BFC4EEEEE204}"/>
              </a:ext>
            </a:extLst>
          </p:cNvPr>
          <p:cNvSpPr txBox="1"/>
          <p:nvPr/>
        </p:nvSpPr>
        <p:spPr>
          <a:xfrm>
            <a:off x="268678" y="1258037"/>
            <a:ext cx="11725274"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3"/>
                </a:solidFill>
                <a:latin typeface="ＭＳ 明朝" panose="02020609040205080304" pitchFamily="17" charset="-128"/>
                <a:ea typeface="ＭＳ 明朝" panose="02020609040205080304" pitchFamily="17" charset="-128"/>
              </a:rPr>
              <a:t>後ろの席の人が読みにくい</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highlight>
                  <a:srgbClr val="FFFF00"/>
                </a:highlight>
                <a:latin typeface="ＭＳ 明朝" panose="02020609040205080304" pitchFamily="17" charset="-128"/>
                <a:ea typeface="ＭＳ 明朝" panose="02020609040205080304" pitchFamily="17" charset="-128"/>
              </a:rPr>
              <a:t>できる限り</a:t>
            </a:r>
            <a:r>
              <a:rPr lang="en-US" altLang="ja-JP" sz="2400" dirty="0">
                <a:solidFill>
                  <a:schemeClr val="accent5"/>
                </a:solidFill>
                <a:highlight>
                  <a:srgbClr val="FFFF00"/>
                </a:highlight>
                <a:latin typeface="ＭＳ 明朝" panose="02020609040205080304" pitchFamily="17" charset="-128"/>
                <a:ea typeface="ＭＳ 明朝" panose="02020609040205080304" pitchFamily="17" charset="-128"/>
              </a:rPr>
              <a:t>24pt</a:t>
            </a:r>
            <a:r>
              <a:rPr lang="ja-JP" altLang="en-US" sz="2400" dirty="0">
                <a:solidFill>
                  <a:schemeClr val="accent5"/>
                </a:solidFill>
                <a:highlight>
                  <a:srgbClr val="FFFF00"/>
                </a:highlight>
                <a:latin typeface="ＭＳ 明朝" panose="02020609040205080304" pitchFamily="17" charset="-128"/>
                <a:ea typeface="ＭＳ 明朝" panose="02020609040205080304" pitchFamily="17" charset="-128"/>
              </a:rPr>
              <a:t>以上</a:t>
            </a:r>
            <a:endParaRPr lang="en-US" altLang="ja-JP" sz="2400" dirty="0">
              <a:solidFill>
                <a:schemeClr val="accent5"/>
              </a:solidFill>
              <a:highlight>
                <a:srgbClr val="FFFF00"/>
              </a:highlight>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枚のスライドに</a:t>
            </a:r>
            <a:r>
              <a:rPr lang="ja-JP" altLang="en-US" sz="2400" dirty="0">
                <a:solidFill>
                  <a:schemeClr val="tx2">
                    <a:lumMod val="75000"/>
                    <a:lumOff val="25000"/>
                  </a:schemeClr>
                </a:solidFill>
                <a:latin typeface="ＭＳ 明朝" panose="02020609040205080304" pitchFamily="17" charset="-128"/>
                <a:ea typeface="ＭＳ 明朝" panose="02020609040205080304" pitchFamily="17" charset="-128"/>
              </a:rPr>
              <a:t>入りきらない</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2">
                    <a:lumMod val="75000"/>
                  </a:schemeClr>
                </a:solidFill>
                <a:latin typeface="ＭＳ 明朝" panose="02020609040205080304" pitchFamily="17" charset="-128"/>
                <a:ea typeface="ＭＳ 明朝" panose="02020609040205080304" pitchFamily="17" charset="-128"/>
              </a:rPr>
              <a:t>文字数が多すぎる</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2"/>
                </a:solidFill>
                <a:latin typeface="ＭＳ 明朝" panose="02020609040205080304" pitchFamily="17" charset="-128"/>
                <a:ea typeface="ＭＳ 明朝" panose="02020609040205080304" pitchFamily="17" charset="-128"/>
              </a:rPr>
              <a:t>文字数を減らす</a:t>
            </a:r>
            <a:endParaRPr lang="en-US" altLang="ja-JP" sz="2400" dirty="0">
              <a:solidFill>
                <a:schemeClr val="accent2"/>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・どうしてもの場合、</a:t>
            </a:r>
            <a:r>
              <a:rPr lang="ja-JP" altLang="en-US" sz="2400" dirty="0">
                <a:solidFill>
                  <a:schemeClr val="accent6">
                    <a:lumMod val="75000"/>
                  </a:schemeClr>
                </a:solidFill>
                <a:latin typeface="ＭＳ 明朝" panose="02020609040205080304" pitchFamily="17" charset="-128"/>
                <a:ea typeface="ＭＳ 明朝" panose="02020609040205080304" pitchFamily="17" charset="-128"/>
              </a:rPr>
              <a:t>アニメーション</a:t>
            </a:r>
            <a:r>
              <a:rPr lang="ja-JP" altLang="en-US" sz="2400" dirty="0">
                <a:solidFill>
                  <a:schemeClr val="bg1"/>
                </a:solidFill>
                <a:latin typeface="ＭＳ 明朝" panose="02020609040205080304" pitchFamily="17" charset="-128"/>
                <a:ea typeface="ＭＳ 明朝" panose="02020609040205080304" pitchFamily="17" charset="-128"/>
              </a:rPr>
              <a:t>で</a:t>
            </a:r>
            <a:r>
              <a:rPr lang="ja-JP" altLang="en-US" sz="2400" dirty="0">
                <a:solidFill>
                  <a:schemeClr val="bg1"/>
                </a:solidFill>
                <a:highlight>
                  <a:srgbClr val="00FF00"/>
                </a:highlight>
                <a:latin typeface="ＭＳ 明朝" panose="02020609040205080304" pitchFamily="17" charset="-128"/>
                <a:ea typeface="ＭＳ 明朝" panose="02020609040205080304" pitchFamily="17" charset="-128"/>
              </a:rPr>
              <a:t>その時読んでほしい内容だけ</a:t>
            </a:r>
            <a:r>
              <a:rPr lang="ja-JP" altLang="en-US" sz="2400" dirty="0">
                <a:solidFill>
                  <a:schemeClr val="bg1"/>
                </a:solidFill>
                <a:latin typeface="ＭＳ 明朝" panose="02020609040205080304" pitchFamily="17" charset="-128"/>
                <a:ea typeface="ＭＳ 明朝" panose="02020609040205080304" pitchFamily="17" charset="-128"/>
              </a:rPr>
              <a:t>文字を大きく</a:t>
            </a:r>
          </a:p>
        </p:txBody>
      </p:sp>
      <p:sp>
        <p:nvSpPr>
          <p:cNvPr id="25" name="テキスト ボックス 24">
            <a:extLst>
              <a:ext uri="{FF2B5EF4-FFF2-40B4-BE49-F238E27FC236}">
                <a16:creationId xmlns:a16="http://schemas.microsoft.com/office/drawing/2014/main" id="{9B0468AD-D948-26EB-30E0-CD26F66494B8}"/>
              </a:ext>
            </a:extLst>
          </p:cNvPr>
          <p:cNvSpPr txBox="1"/>
          <p:nvPr/>
        </p:nvSpPr>
        <p:spPr>
          <a:xfrm>
            <a:off x="268678" y="2416771"/>
            <a:ext cx="31888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色数は少なく</a:t>
            </a:r>
          </a:p>
        </p:txBody>
      </p:sp>
      <p:sp>
        <p:nvSpPr>
          <p:cNvPr id="26" name="テキスト ボックス 25">
            <a:extLst>
              <a:ext uri="{FF2B5EF4-FFF2-40B4-BE49-F238E27FC236}">
                <a16:creationId xmlns:a16="http://schemas.microsoft.com/office/drawing/2014/main" id="{1B9B1F39-08CF-3A8B-17D5-BE28A07D8E69}"/>
              </a:ext>
            </a:extLst>
          </p:cNvPr>
          <p:cNvSpPr txBox="1"/>
          <p:nvPr/>
        </p:nvSpPr>
        <p:spPr>
          <a:xfrm>
            <a:off x="268678" y="2889779"/>
            <a:ext cx="11725274"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1">
                    <a:lumMod val="60000"/>
                    <a:lumOff val="40000"/>
                  </a:schemeClr>
                </a:solidFill>
                <a:latin typeface="ＭＳ 明朝" panose="02020609040205080304" pitchFamily="17" charset="-128"/>
                <a:ea typeface="ＭＳ 明朝" panose="02020609040205080304" pitchFamily="17" charset="-128"/>
              </a:rPr>
              <a:t>グラデーション</a:t>
            </a:r>
            <a:r>
              <a:rPr lang="ja-JP" altLang="en-US" sz="2400" dirty="0">
                <a:solidFill>
                  <a:schemeClr val="bg1"/>
                </a:solidFill>
                <a:latin typeface="ＭＳ 明朝" panose="02020609040205080304" pitchFamily="17" charset="-128"/>
                <a:ea typeface="ＭＳ 明朝" panose="02020609040205080304" pitchFamily="17" charset="-128"/>
              </a:rPr>
              <a:t>は</a:t>
            </a:r>
            <a:r>
              <a:rPr lang="en-US" altLang="ja-JP" sz="2400" dirty="0">
                <a:solidFill>
                  <a:schemeClr val="bg1"/>
                </a:solidFill>
                <a:latin typeface="ＭＳ 明朝" panose="02020609040205080304" pitchFamily="17" charset="-128"/>
                <a:ea typeface="ＭＳ 明朝" panose="02020609040205080304" pitchFamily="17" charset="-128"/>
              </a:rPr>
              <a:t>NG</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2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無駄な色</a:t>
            </a:r>
            <a:r>
              <a:rPr lang="en-US" altLang="ja-JP" sz="2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2400" dirty="0">
                <a:solidFill>
                  <a:schemeClr val="bg1"/>
                </a:solidFill>
                <a:latin typeface="ＭＳ 明朝" panose="02020609040205080304" pitchFamily="17" charset="-128"/>
                <a:ea typeface="ＭＳ 明朝" panose="02020609040205080304" pitchFamily="17" charset="-128"/>
              </a:rPr>
              <a:t>が多い</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accent6"/>
                </a:solidFill>
                <a:latin typeface="ＭＳ 明朝" panose="02020609040205080304" pitchFamily="17" charset="-128"/>
                <a:ea typeface="ＭＳ 明朝" panose="02020609040205080304" pitchFamily="17" charset="-128"/>
              </a:rPr>
              <a:t>1</a:t>
            </a:r>
            <a:r>
              <a:rPr lang="ja-JP" altLang="en-US" sz="2400" dirty="0">
                <a:solidFill>
                  <a:schemeClr val="accent6"/>
                </a:solidFill>
                <a:latin typeface="ＭＳ 明朝" panose="02020609040205080304" pitchFamily="17" charset="-128"/>
                <a:ea typeface="ＭＳ 明朝" panose="02020609040205080304" pitchFamily="17" charset="-128"/>
              </a:rPr>
              <a:t>～</a:t>
            </a:r>
            <a:r>
              <a:rPr lang="en-US" altLang="ja-JP" sz="2400" dirty="0">
                <a:solidFill>
                  <a:schemeClr val="accent6"/>
                </a:solidFill>
                <a:latin typeface="ＭＳ 明朝" panose="02020609040205080304" pitchFamily="17" charset="-128"/>
                <a:ea typeface="ＭＳ 明朝" panose="02020609040205080304" pitchFamily="17" charset="-128"/>
              </a:rPr>
              <a:t>2</a:t>
            </a:r>
            <a:r>
              <a:rPr lang="ja-JP" altLang="en-US" sz="2400" dirty="0">
                <a:solidFill>
                  <a:schemeClr val="accent6"/>
                </a:solidFill>
                <a:latin typeface="ＭＳ 明朝" panose="02020609040205080304" pitchFamily="17" charset="-128"/>
                <a:ea typeface="ＭＳ 明朝" panose="02020609040205080304" pitchFamily="17" charset="-128"/>
              </a:rPr>
              <a:t>か所</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accent5">
                    <a:lumMod val="60000"/>
                    <a:lumOff val="40000"/>
                  </a:schemeClr>
                </a:solidFill>
                <a:latin typeface="ＭＳ 明朝" panose="02020609040205080304" pitchFamily="17" charset="-128"/>
                <a:ea typeface="ＭＳ 明朝" panose="02020609040205080304" pitchFamily="17" charset="-128"/>
              </a:rPr>
              <a:t>1</a:t>
            </a:r>
            <a:r>
              <a:rPr lang="ja-JP" altLang="en-US" sz="2400" dirty="0">
                <a:solidFill>
                  <a:schemeClr val="accent5">
                    <a:lumMod val="60000"/>
                    <a:lumOff val="40000"/>
                  </a:schemeClr>
                </a:solidFill>
                <a:latin typeface="ＭＳ 明朝" panose="02020609040205080304" pitchFamily="17" charset="-128"/>
                <a:ea typeface="ＭＳ 明朝" panose="02020609040205080304" pitchFamily="17" charset="-128"/>
              </a:rPr>
              <a:t>～</a:t>
            </a:r>
            <a:r>
              <a:rPr lang="en-US" altLang="ja-JP" sz="2400" dirty="0">
                <a:solidFill>
                  <a:schemeClr val="accent5">
                    <a:lumMod val="60000"/>
                    <a:lumOff val="40000"/>
                  </a:schemeClr>
                </a:solidFill>
                <a:latin typeface="ＭＳ 明朝" panose="02020609040205080304" pitchFamily="17" charset="-128"/>
                <a:ea typeface="ＭＳ 明朝" panose="02020609040205080304" pitchFamily="17" charset="-128"/>
              </a:rPr>
              <a:t>2</a:t>
            </a:r>
            <a:r>
              <a:rPr lang="ja-JP" altLang="en-US" sz="2400" dirty="0">
                <a:solidFill>
                  <a:schemeClr val="accent5">
                    <a:lumMod val="60000"/>
                    <a:lumOff val="40000"/>
                  </a:schemeClr>
                </a:solidFill>
                <a:latin typeface="ＭＳ 明朝" panose="02020609040205080304" pitchFamily="17" charset="-128"/>
                <a:ea typeface="ＭＳ 明朝" panose="02020609040205080304" pitchFamily="17" charset="-128"/>
              </a:rPr>
              <a:t>色</a:t>
            </a:r>
            <a:r>
              <a:rPr lang="ja-JP" altLang="en-US" sz="2400" dirty="0">
                <a:solidFill>
                  <a:schemeClr val="bg1"/>
                </a:solidFill>
                <a:latin typeface="ＭＳ 明朝" panose="02020609040205080304" pitchFamily="17" charset="-128"/>
                <a:ea typeface="ＭＳ 明朝" panose="02020609040205080304" pitchFamily="17" charset="-128"/>
              </a:rPr>
              <a:t>に抑える</a:t>
            </a:r>
          </a:p>
        </p:txBody>
      </p:sp>
      <p:sp>
        <p:nvSpPr>
          <p:cNvPr id="27" name="テキスト ボックス 26">
            <a:extLst>
              <a:ext uri="{FF2B5EF4-FFF2-40B4-BE49-F238E27FC236}">
                <a16:creationId xmlns:a16="http://schemas.microsoft.com/office/drawing/2014/main" id="{E43D6668-33FE-E76B-4C61-2F32C9D03AD9}"/>
              </a:ext>
            </a:extLst>
          </p:cNvPr>
          <p:cNvSpPr txBox="1"/>
          <p:nvPr/>
        </p:nvSpPr>
        <p:spPr>
          <a:xfrm>
            <a:off x="268678" y="3609009"/>
            <a:ext cx="34936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ゴシック体を使う</a:t>
            </a:r>
          </a:p>
        </p:txBody>
      </p:sp>
      <p:sp>
        <p:nvSpPr>
          <p:cNvPr id="28" name="テキスト ボックス 27">
            <a:extLst>
              <a:ext uri="{FF2B5EF4-FFF2-40B4-BE49-F238E27FC236}">
                <a16:creationId xmlns:a16="http://schemas.microsoft.com/office/drawing/2014/main" id="{C4E235F5-871A-19E4-12E8-CC99C8F30C61}"/>
              </a:ext>
            </a:extLst>
          </p:cNvPr>
          <p:cNvSpPr txBox="1"/>
          <p:nvPr/>
        </p:nvSpPr>
        <p:spPr>
          <a:xfrm>
            <a:off x="268678" y="4116774"/>
            <a:ext cx="11682409"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・文字が</a:t>
            </a:r>
            <a:r>
              <a:rPr lang="ja-JP" altLang="en-US" sz="2400" dirty="0">
                <a:solidFill>
                  <a:schemeClr val="bg1"/>
                </a:solidFill>
                <a:highlight>
                  <a:srgbClr val="00FF00"/>
                </a:highlight>
                <a:latin typeface="ＭＳ 明朝" panose="02020609040205080304" pitchFamily="17" charset="-128"/>
                <a:ea typeface="ＭＳ 明朝" panose="02020609040205080304" pitchFamily="17" charset="-128"/>
              </a:rPr>
              <a:t>細くて</a:t>
            </a:r>
            <a:r>
              <a:rPr lang="ja-JP" altLang="en-US" sz="2400" dirty="0">
                <a:solidFill>
                  <a:schemeClr val="tx2">
                    <a:lumMod val="50000"/>
                    <a:lumOff val="50000"/>
                  </a:schemeClr>
                </a:solidFill>
                <a:latin typeface="ＭＳ 明朝" panose="02020609040205080304" pitchFamily="17" charset="-128"/>
                <a:ea typeface="ＭＳ 明朝" panose="02020609040205080304" pitchFamily="17" charset="-128"/>
              </a:rPr>
              <a:t>読みにくい</a:t>
            </a:r>
            <a:endParaRPr lang="en-US" altLang="ja-JP" sz="2400" dirty="0">
              <a:solidFill>
                <a:schemeClr val="tx2">
                  <a:lumMod val="50000"/>
                  <a:lumOff val="50000"/>
                </a:schemeClr>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・明朝体は</a:t>
            </a:r>
            <a:r>
              <a:rPr lang="ja-JP" altLang="en-US" sz="2400" dirty="0">
                <a:solidFill>
                  <a:schemeClr val="bg1"/>
                </a:solidFill>
                <a:highlight>
                  <a:srgbClr val="FF00FF"/>
                </a:highlight>
                <a:latin typeface="ＭＳ 明朝" panose="02020609040205080304" pitchFamily="17" charset="-128"/>
                <a:ea typeface="ＭＳ 明朝" panose="02020609040205080304" pitchFamily="17" charset="-128"/>
              </a:rPr>
              <a:t>読ませるため</a:t>
            </a:r>
            <a:r>
              <a:rPr lang="ja-JP" altLang="en-US" sz="2400" dirty="0">
                <a:solidFill>
                  <a:schemeClr val="bg1"/>
                </a:solidFill>
                <a:latin typeface="ＭＳ 明朝" panose="02020609040205080304" pitchFamily="17" charset="-128"/>
                <a:ea typeface="ＭＳ 明朝" panose="02020609040205080304" pitchFamily="17" charset="-128"/>
              </a:rPr>
              <a:t>のフォント</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highlight>
                  <a:srgbClr val="0000FF"/>
                </a:highlight>
                <a:latin typeface="ＭＳ 明朝" panose="02020609040205080304" pitchFamily="17" charset="-128"/>
                <a:ea typeface="ＭＳ 明朝" panose="02020609040205080304" pitchFamily="17" charset="-128"/>
              </a:rPr>
              <a:t>標識</a:t>
            </a:r>
            <a:r>
              <a:rPr lang="ja-JP" altLang="en-US" sz="2400" dirty="0">
                <a:solidFill>
                  <a:schemeClr val="bg1"/>
                </a:solidFill>
                <a:latin typeface="ＭＳ 明朝" panose="02020609040205080304" pitchFamily="17" charset="-128"/>
                <a:ea typeface="ＭＳ 明朝" panose="02020609040205080304" pitchFamily="17" charset="-128"/>
              </a:rPr>
              <a:t>なども</a:t>
            </a:r>
            <a:r>
              <a:rPr lang="ja-JP" altLang="en-US" sz="2400" dirty="0">
                <a:solidFill>
                  <a:schemeClr val="accent2">
                    <a:lumMod val="60000"/>
                    <a:lumOff val="40000"/>
                  </a:schemeClr>
                </a:solidFill>
                <a:latin typeface="ＭＳ 明朝" panose="02020609040205080304" pitchFamily="17" charset="-128"/>
                <a:ea typeface="ＭＳ 明朝" panose="02020609040205080304" pitchFamily="17" charset="-128"/>
              </a:rPr>
              <a:t>ゴシック体</a:t>
            </a:r>
          </a:p>
        </p:txBody>
      </p:sp>
      <p:sp>
        <p:nvSpPr>
          <p:cNvPr id="29" name="テキスト ボックス 28">
            <a:extLst>
              <a:ext uri="{FF2B5EF4-FFF2-40B4-BE49-F238E27FC236}">
                <a16:creationId xmlns:a16="http://schemas.microsoft.com/office/drawing/2014/main" id="{BC63A077-9800-5622-4E40-A228CC17FDFF}"/>
              </a:ext>
            </a:extLst>
          </p:cNvPr>
          <p:cNvSpPr txBox="1"/>
          <p:nvPr/>
        </p:nvSpPr>
        <p:spPr>
          <a:xfrm>
            <a:off x="268677" y="5280621"/>
            <a:ext cx="5827322"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背景とのコントラストは高く</a:t>
            </a:r>
          </a:p>
        </p:txBody>
      </p:sp>
      <p:sp>
        <p:nvSpPr>
          <p:cNvPr id="30" name="テキスト ボックス 29">
            <a:extLst>
              <a:ext uri="{FF2B5EF4-FFF2-40B4-BE49-F238E27FC236}">
                <a16:creationId xmlns:a16="http://schemas.microsoft.com/office/drawing/2014/main" id="{F7B4E76A-6D5B-F7B6-1AA9-E09B1C043FFB}"/>
              </a:ext>
            </a:extLst>
          </p:cNvPr>
          <p:cNvSpPr txBox="1"/>
          <p:nvPr/>
        </p:nvSpPr>
        <p:spPr>
          <a:xfrm>
            <a:off x="268677" y="5753629"/>
            <a:ext cx="11823306"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・文字を</a:t>
            </a:r>
            <a:r>
              <a:rPr lang="ja-JP" altLang="en-US" sz="2400" dirty="0">
                <a:solidFill>
                  <a:schemeClr val="bg1"/>
                </a:solidFill>
                <a:highlight>
                  <a:srgbClr val="FF00FF"/>
                </a:highlight>
                <a:latin typeface="ＭＳ 明朝" panose="02020609040205080304" pitchFamily="17" charset="-128"/>
                <a:ea typeface="ＭＳ 明朝" panose="02020609040205080304" pitchFamily="17" charset="-128"/>
              </a:rPr>
              <a:t>認識しずらい</a:t>
            </a:r>
            <a:r>
              <a:rPr lang="ja-JP" altLang="en-US" sz="2400" dirty="0">
                <a:solidFill>
                  <a:schemeClr val="bg1"/>
                </a:solidFill>
                <a:latin typeface="ＭＳ 明朝" panose="02020609040205080304" pitchFamily="17" charset="-128"/>
                <a:ea typeface="ＭＳ 明朝" panose="02020609040205080304" pitchFamily="17" charset="-128"/>
              </a:rPr>
              <a:t>⇐文字を探すので</a:t>
            </a:r>
            <a:r>
              <a:rPr lang="ja-JP" altLang="en-US" sz="2400" dirty="0">
                <a:solidFill>
                  <a:schemeClr val="accent5">
                    <a:lumMod val="20000"/>
                    <a:lumOff val="80000"/>
                  </a:schemeClr>
                </a:solidFill>
                <a:latin typeface="ＭＳ 明朝" panose="02020609040205080304" pitchFamily="17" charset="-128"/>
                <a:ea typeface="ＭＳ 明朝" panose="02020609040205080304" pitchFamily="17" charset="-128"/>
              </a:rPr>
              <a:t>疲れる</a:t>
            </a:r>
            <a:endParaRPr lang="en-US" altLang="ja-JP" sz="2400" dirty="0">
              <a:solidFill>
                <a:schemeClr val="accent5">
                  <a:lumMod val="20000"/>
                  <a:lumOff val="80000"/>
                </a:schemeClr>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highlight>
                  <a:srgbClr val="FFFF00"/>
                </a:highlight>
                <a:latin typeface="ＭＳ 明朝" panose="02020609040205080304" pitchFamily="17" charset="-128"/>
                <a:ea typeface="ＭＳ 明朝" panose="02020609040205080304" pitchFamily="17" charset="-128"/>
              </a:rPr>
              <a:t>読みにくい</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6">
                    <a:lumMod val="60000"/>
                    <a:lumOff val="40000"/>
                  </a:schemeClr>
                </a:solidFill>
                <a:latin typeface="ＭＳ 明朝" panose="02020609040205080304" pitchFamily="17" charset="-128"/>
                <a:ea typeface="ＭＳ 明朝" panose="02020609040205080304" pitchFamily="17" charset="-128"/>
              </a:rPr>
              <a:t>読む気が失せる</a:t>
            </a:r>
            <a:endParaRPr lang="en-US" altLang="ja-JP" sz="2400" dirty="0">
              <a:solidFill>
                <a:schemeClr val="accent6">
                  <a:lumMod val="60000"/>
                  <a:lumOff val="40000"/>
                </a:schemeClr>
              </a:solidFill>
              <a:latin typeface="ＭＳ 明朝" panose="02020609040205080304" pitchFamily="17" charset="-128"/>
              <a:ea typeface="ＭＳ 明朝" panose="02020609040205080304" pitchFamily="17" charset="-128"/>
            </a:endParaRPr>
          </a:p>
        </p:txBody>
      </p:sp>
      <p:pic>
        <p:nvPicPr>
          <p:cNvPr id="7" name="グラフィックス 6" descr="カーソル 単色塗りつぶし">
            <a:extLst>
              <a:ext uri="{FF2B5EF4-FFF2-40B4-BE49-F238E27FC236}">
                <a16:creationId xmlns:a16="http://schemas.microsoft.com/office/drawing/2014/main" id="{049173AE-87B6-D4B4-B695-C429FC1F8A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07229" y="835842"/>
            <a:ext cx="914400" cy="914400"/>
          </a:xfrm>
          <a:prstGeom prst="rect">
            <a:avLst/>
          </a:prstGeom>
        </p:spPr>
      </p:pic>
    </p:spTree>
    <p:extLst>
      <p:ext uri="{BB962C8B-B14F-4D97-AF65-F5344CB8AC3E}">
        <p14:creationId xmlns:p14="http://schemas.microsoft.com/office/powerpoint/2010/main" val="14548912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71F025E-9F96-7AE7-1593-60105CA5C94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464CD62-17CB-4C77-B79B-CC6360CBE068}"/>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62EC459-BF10-E9F8-E3A7-633BCE485A5E}"/>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1BAB4D7-2B65-ED07-0E68-B32C62F9A3B5}"/>
              </a:ext>
            </a:extLst>
          </p:cNvPr>
          <p:cNvSpPr/>
          <p:nvPr/>
        </p:nvSpPr>
        <p:spPr>
          <a:xfrm>
            <a:off x="147637" y="523883"/>
            <a:ext cx="11896724" cy="6153142"/>
          </a:xfrm>
          <a:prstGeom prst="rect">
            <a:avLst/>
          </a:prstGeom>
          <a:gradFill flip="none" rotWithShape="1">
            <a:gsLst>
              <a:gs pos="14000">
                <a:schemeClr val="accent4">
                  <a:lumMod val="20000"/>
                  <a:lumOff val="80000"/>
                </a:schemeClr>
              </a:gs>
              <a:gs pos="100000">
                <a:schemeClr val="accent5">
                  <a:lumMod val="20000"/>
                  <a:lumOff val="80000"/>
                </a:schemeClr>
              </a:gs>
            </a:gsLst>
            <a:lin ang="3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69DA95C3-6E78-1CB0-75F6-4490D1835394}"/>
              </a:ext>
            </a:extLst>
          </p:cNvPr>
          <p:cNvSpPr txBox="1"/>
          <p:nvPr/>
        </p:nvSpPr>
        <p:spPr>
          <a:xfrm>
            <a:off x="268679" y="764679"/>
            <a:ext cx="4350946"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文字サイズは大きめに</a:t>
            </a:r>
          </a:p>
        </p:txBody>
      </p:sp>
      <p:sp>
        <p:nvSpPr>
          <p:cNvPr id="24" name="テキスト ボックス 23">
            <a:extLst>
              <a:ext uri="{FF2B5EF4-FFF2-40B4-BE49-F238E27FC236}">
                <a16:creationId xmlns:a16="http://schemas.microsoft.com/office/drawing/2014/main" id="{7EF3C9E2-3DBF-6653-595F-B9A24FB2BCF1}"/>
              </a:ext>
            </a:extLst>
          </p:cNvPr>
          <p:cNvSpPr txBox="1"/>
          <p:nvPr/>
        </p:nvSpPr>
        <p:spPr>
          <a:xfrm>
            <a:off x="268678" y="1258037"/>
            <a:ext cx="11725274"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3"/>
                </a:solidFill>
                <a:latin typeface="ＭＳ 明朝" panose="02020609040205080304" pitchFamily="17" charset="-128"/>
                <a:ea typeface="ＭＳ 明朝" panose="02020609040205080304" pitchFamily="17" charset="-128"/>
              </a:rPr>
              <a:t>後ろの席の人が読みにくい</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highlight>
                  <a:srgbClr val="FFFF00"/>
                </a:highlight>
                <a:latin typeface="ＭＳ 明朝" panose="02020609040205080304" pitchFamily="17" charset="-128"/>
                <a:ea typeface="ＭＳ 明朝" panose="02020609040205080304" pitchFamily="17" charset="-128"/>
              </a:rPr>
              <a:t>できる限り</a:t>
            </a:r>
            <a:r>
              <a:rPr lang="en-US" altLang="ja-JP" sz="2400" dirty="0">
                <a:solidFill>
                  <a:schemeClr val="accent5"/>
                </a:solidFill>
                <a:highlight>
                  <a:srgbClr val="FFFF00"/>
                </a:highlight>
                <a:latin typeface="ＭＳ 明朝" panose="02020609040205080304" pitchFamily="17" charset="-128"/>
                <a:ea typeface="ＭＳ 明朝" panose="02020609040205080304" pitchFamily="17" charset="-128"/>
              </a:rPr>
              <a:t>24pt</a:t>
            </a:r>
            <a:r>
              <a:rPr lang="ja-JP" altLang="en-US" sz="2400" dirty="0">
                <a:solidFill>
                  <a:schemeClr val="accent5"/>
                </a:solidFill>
                <a:highlight>
                  <a:srgbClr val="FFFF00"/>
                </a:highlight>
                <a:latin typeface="ＭＳ 明朝" panose="02020609040205080304" pitchFamily="17" charset="-128"/>
                <a:ea typeface="ＭＳ 明朝" panose="02020609040205080304" pitchFamily="17" charset="-128"/>
              </a:rPr>
              <a:t>以上</a:t>
            </a:r>
            <a:endParaRPr lang="en-US" altLang="ja-JP" sz="2400" dirty="0">
              <a:solidFill>
                <a:schemeClr val="accent5"/>
              </a:solidFill>
              <a:highlight>
                <a:srgbClr val="FFFF00"/>
              </a:highlight>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枚のスライドに</a:t>
            </a:r>
            <a:r>
              <a:rPr lang="ja-JP" altLang="en-US" sz="2400" dirty="0">
                <a:solidFill>
                  <a:schemeClr val="tx2">
                    <a:lumMod val="75000"/>
                    <a:lumOff val="25000"/>
                  </a:schemeClr>
                </a:solidFill>
                <a:latin typeface="ＭＳ 明朝" panose="02020609040205080304" pitchFamily="17" charset="-128"/>
                <a:ea typeface="ＭＳ 明朝" panose="02020609040205080304" pitchFamily="17" charset="-128"/>
              </a:rPr>
              <a:t>入りきらない</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2">
                    <a:lumMod val="75000"/>
                  </a:schemeClr>
                </a:solidFill>
                <a:latin typeface="ＭＳ 明朝" panose="02020609040205080304" pitchFamily="17" charset="-128"/>
                <a:ea typeface="ＭＳ 明朝" panose="02020609040205080304" pitchFamily="17" charset="-128"/>
              </a:rPr>
              <a:t>文字数が多すぎる</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2"/>
                </a:solidFill>
                <a:latin typeface="ＭＳ 明朝" panose="02020609040205080304" pitchFamily="17" charset="-128"/>
                <a:ea typeface="ＭＳ 明朝" panose="02020609040205080304" pitchFamily="17" charset="-128"/>
              </a:rPr>
              <a:t>文字数を減らす</a:t>
            </a:r>
            <a:endParaRPr lang="en-US" altLang="ja-JP" sz="2400" dirty="0">
              <a:solidFill>
                <a:schemeClr val="accent2"/>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・どうしてもの場合、</a:t>
            </a:r>
            <a:r>
              <a:rPr lang="ja-JP" altLang="en-US" sz="2400" dirty="0">
                <a:solidFill>
                  <a:schemeClr val="accent6">
                    <a:lumMod val="75000"/>
                  </a:schemeClr>
                </a:solidFill>
                <a:latin typeface="ＭＳ 明朝" panose="02020609040205080304" pitchFamily="17" charset="-128"/>
                <a:ea typeface="ＭＳ 明朝" panose="02020609040205080304" pitchFamily="17" charset="-128"/>
              </a:rPr>
              <a:t>アニメーション</a:t>
            </a:r>
            <a:r>
              <a:rPr lang="ja-JP" altLang="en-US" sz="2400" dirty="0">
                <a:solidFill>
                  <a:schemeClr val="bg1"/>
                </a:solidFill>
                <a:latin typeface="ＭＳ 明朝" panose="02020609040205080304" pitchFamily="17" charset="-128"/>
                <a:ea typeface="ＭＳ 明朝" panose="02020609040205080304" pitchFamily="17" charset="-128"/>
              </a:rPr>
              <a:t>で</a:t>
            </a:r>
            <a:r>
              <a:rPr lang="ja-JP" altLang="en-US" sz="2400" dirty="0">
                <a:solidFill>
                  <a:schemeClr val="bg1"/>
                </a:solidFill>
                <a:highlight>
                  <a:srgbClr val="00FF00"/>
                </a:highlight>
                <a:latin typeface="ＭＳ 明朝" panose="02020609040205080304" pitchFamily="17" charset="-128"/>
                <a:ea typeface="ＭＳ 明朝" panose="02020609040205080304" pitchFamily="17" charset="-128"/>
              </a:rPr>
              <a:t>その時読んでほしい内容だけ</a:t>
            </a:r>
            <a:r>
              <a:rPr lang="ja-JP" altLang="en-US" sz="2400" dirty="0">
                <a:solidFill>
                  <a:schemeClr val="bg1"/>
                </a:solidFill>
                <a:latin typeface="ＭＳ 明朝" panose="02020609040205080304" pitchFamily="17" charset="-128"/>
                <a:ea typeface="ＭＳ 明朝" panose="02020609040205080304" pitchFamily="17" charset="-128"/>
              </a:rPr>
              <a:t>文字を大きく</a:t>
            </a:r>
          </a:p>
        </p:txBody>
      </p:sp>
      <p:sp>
        <p:nvSpPr>
          <p:cNvPr id="25" name="テキスト ボックス 24">
            <a:extLst>
              <a:ext uri="{FF2B5EF4-FFF2-40B4-BE49-F238E27FC236}">
                <a16:creationId xmlns:a16="http://schemas.microsoft.com/office/drawing/2014/main" id="{4D79CDBF-CBD8-F6DE-F098-AA1265B7E960}"/>
              </a:ext>
            </a:extLst>
          </p:cNvPr>
          <p:cNvSpPr txBox="1"/>
          <p:nvPr/>
        </p:nvSpPr>
        <p:spPr>
          <a:xfrm>
            <a:off x="268678" y="2416771"/>
            <a:ext cx="31888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色数は少なく</a:t>
            </a:r>
          </a:p>
        </p:txBody>
      </p:sp>
      <p:sp>
        <p:nvSpPr>
          <p:cNvPr id="26" name="テキスト ボックス 25">
            <a:extLst>
              <a:ext uri="{FF2B5EF4-FFF2-40B4-BE49-F238E27FC236}">
                <a16:creationId xmlns:a16="http://schemas.microsoft.com/office/drawing/2014/main" id="{FC404CD0-E274-AA68-C79E-A88251313145}"/>
              </a:ext>
            </a:extLst>
          </p:cNvPr>
          <p:cNvSpPr txBox="1"/>
          <p:nvPr/>
        </p:nvSpPr>
        <p:spPr>
          <a:xfrm>
            <a:off x="268678" y="2889779"/>
            <a:ext cx="11725274"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1">
                    <a:lumMod val="60000"/>
                    <a:lumOff val="40000"/>
                  </a:schemeClr>
                </a:solidFill>
                <a:latin typeface="ＭＳ 明朝" panose="02020609040205080304" pitchFamily="17" charset="-128"/>
                <a:ea typeface="ＭＳ 明朝" panose="02020609040205080304" pitchFamily="17" charset="-128"/>
              </a:rPr>
              <a:t>グラデーション</a:t>
            </a:r>
            <a:r>
              <a:rPr lang="ja-JP" altLang="en-US" sz="2400" dirty="0">
                <a:solidFill>
                  <a:schemeClr val="bg1"/>
                </a:solidFill>
                <a:latin typeface="ＭＳ 明朝" panose="02020609040205080304" pitchFamily="17" charset="-128"/>
                <a:ea typeface="ＭＳ 明朝" panose="02020609040205080304" pitchFamily="17" charset="-128"/>
              </a:rPr>
              <a:t>は</a:t>
            </a:r>
            <a:r>
              <a:rPr lang="en-US" altLang="ja-JP" sz="2400" dirty="0">
                <a:solidFill>
                  <a:schemeClr val="bg1"/>
                </a:solidFill>
                <a:latin typeface="ＭＳ 明朝" panose="02020609040205080304" pitchFamily="17" charset="-128"/>
                <a:ea typeface="ＭＳ 明朝" panose="02020609040205080304" pitchFamily="17" charset="-128"/>
              </a:rPr>
              <a:t>NG</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2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無駄な色</a:t>
            </a:r>
            <a:r>
              <a:rPr lang="en-US" altLang="ja-JP" sz="2400" dirty="0">
                <a:solidFill>
                  <a:schemeClr val="accent1">
                    <a:lumMod val="60000"/>
                    <a:lumOff val="40000"/>
                  </a:schemeClr>
                </a:solidFill>
                <a:highlight>
                  <a:srgbClr val="FF0000"/>
                </a:highlight>
                <a:latin typeface="ＭＳ 明朝" panose="02020609040205080304" pitchFamily="17" charset="-128"/>
                <a:ea typeface="ＭＳ 明朝" panose="02020609040205080304" pitchFamily="17" charset="-128"/>
              </a:rPr>
              <a:t>｣</a:t>
            </a:r>
            <a:r>
              <a:rPr lang="ja-JP" altLang="en-US" sz="2400" dirty="0">
                <a:solidFill>
                  <a:schemeClr val="bg1"/>
                </a:solidFill>
                <a:latin typeface="ＭＳ 明朝" panose="02020609040205080304" pitchFamily="17" charset="-128"/>
                <a:ea typeface="ＭＳ 明朝" panose="02020609040205080304" pitchFamily="17" charset="-128"/>
              </a:rPr>
              <a:t>が多い</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accent6"/>
                </a:solidFill>
                <a:latin typeface="ＭＳ 明朝" panose="02020609040205080304" pitchFamily="17" charset="-128"/>
                <a:ea typeface="ＭＳ 明朝" panose="02020609040205080304" pitchFamily="17" charset="-128"/>
              </a:rPr>
              <a:t>1</a:t>
            </a:r>
            <a:r>
              <a:rPr lang="ja-JP" altLang="en-US" sz="2400" dirty="0">
                <a:solidFill>
                  <a:schemeClr val="accent6"/>
                </a:solidFill>
                <a:latin typeface="ＭＳ 明朝" panose="02020609040205080304" pitchFamily="17" charset="-128"/>
                <a:ea typeface="ＭＳ 明朝" panose="02020609040205080304" pitchFamily="17" charset="-128"/>
              </a:rPr>
              <a:t>～</a:t>
            </a:r>
            <a:r>
              <a:rPr lang="en-US" altLang="ja-JP" sz="2400" dirty="0">
                <a:solidFill>
                  <a:schemeClr val="accent6"/>
                </a:solidFill>
                <a:latin typeface="ＭＳ 明朝" panose="02020609040205080304" pitchFamily="17" charset="-128"/>
                <a:ea typeface="ＭＳ 明朝" panose="02020609040205080304" pitchFamily="17" charset="-128"/>
              </a:rPr>
              <a:t>2</a:t>
            </a:r>
            <a:r>
              <a:rPr lang="ja-JP" altLang="en-US" sz="2400" dirty="0">
                <a:solidFill>
                  <a:schemeClr val="accent6"/>
                </a:solidFill>
                <a:latin typeface="ＭＳ 明朝" panose="02020609040205080304" pitchFamily="17" charset="-128"/>
                <a:ea typeface="ＭＳ 明朝" panose="02020609040205080304" pitchFamily="17" charset="-128"/>
              </a:rPr>
              <a:t>か所</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accent5">
                    <a:lumMod val="60000"/>
                    <a:lumOff val="40000"/>
                  </a:schemeClr>
                </a:solidFill>
                <a:latin typeface="ＭＳ 明朝" panose="02020609040205080304" pitchFamily="17" charset="-128"/>
                <a:ea typeface="ＭＳ 明朝" panose="02020609040205080304" pitchFamily="17" charset="-128"/>
              </a:rPr>
              <a:t>1</a:t>
            </a:r>
            <a:r>
              <a:rPr lang="ja-JP" altLang="en-US" sz="2400" dirty="0">
                <a:solidFill>
                  <a:schemeClr val="accent5">
                    <a:lumMod val="60000"/>
                    <a:lumOff val="40000"/>
                  </a:schemeClr>
                </a:solidFill>
                <a:latin typeface="ＭＳ 明朝" panose="02020609040205080304" pitchFamily="17" charset="-128"/>
                <a:ea typeface="ＭＳ 明朝" panose="02020609040205080304" pitchFamily="17" charset="-128"/>
              </a:rPr>
              <a:t>～</a:t>
            </a:r>
            <a:r>
              <a:rPr lang="en-US" altLang="ja-JP" sz="2400" dirty="0">
                <a:solidFill>
                  <a:schemeClr val="accent5">
                    <a:lumMod val="60000"/>
                    <a:lumOff val="40000"/>
                  </a:schemeClr>
                </a:solidFill>
                <a:latin typeface="ＭＳ 明朝" panose="02020609040205080304" pitchFamily="17" charset="-128"/>
                <a:ea typeface="ＭＳ 明朝" panose="02020609040205080304" pitchFamily="17" charset="-128"/>
              </a:rPr>
              <a:t>2</a:t>
            </a:r>
            <a:r>
              <a:rPr lang="ja-JP" altLang="en-US" sz="2400" dirty="0">
                <a:solidFill>
                  <a:schemeClr val="accent5">
                    <a:lumMod val="60000"/>
                    <a:lumOff val="40000"/>
                  </a:schemeClr>
                </a:solidFill>
                <a:latin typeface="ＭＳ 明朝" panose="02020609040205080304" pitchFamily="17" charset="-128"/>
                <a:ea typeface="ＭＳ 明朝" panose="02020609040205080304" pitchFamily="17" charset="-128"/>
              </a:rPr>
              <a:t>色</a:t>
            </a:r>
            <a:r>
              <a:rPr lang="ja-JP" altLang="en-US" sz="2400" dirty="0">
                <a:solidFill>
                  <a:schemeClr val="bg1"/>
                </a:solidFill>
                <a:latin typeface="ＭＳ 明朝" panose="02020609040205080304" pitchFamily="17" charset="-128"/>
                <a:ea typeface="ＭＳ 明朝" panose="02020609040205080304" pitchFamily="17" charset="-128"/>
              </a:rPr>
              <a:t>に抑える</a:t>
            </a:r>
          </a:p>
        </p:txBody>
      </p:sp>
      <p:sp>
        <p:nvSpPr>
          <p:cNvPr id="27" name="テキスト ボックス 26">
            <a:extLst>
              <a:ext uri="{FF2B5EF4-FFF2-40B4-BE49-F238E27FC236}">
                <a16:creationId xmlns:a16="http://schemas.microsoft.com/office/drawing/2014/main" id="{F05A756A-7D12-85C1-1D67-CE2311F4FDD2}"/>
              </a:ext>
            </a:extLst>
          </p:cNvPr>
          <p:cNvSpPr txBox="1"/>
          <p:nvPr/>
        </p:nvSpPr>
        <p:spPr>
          <a:xfrm>
            <a:off x="268678" y="3609009"/>
            <a:ext cx="34936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ゴシック体を使う</a:t>
            </a:r>
          </a:p>
        </p:txBody>
      </p:sp>
      <p:sp>
        <p:nvSpPr>
          <p:cNvPr id="28" name="テキスト ボックス 27">
            <a:extLst>
              <a:ext uri="{FF2B5EF4-FFF2-40B4-BE49-F238E27FC236}">
                <a16:creationId xmlns:a16="http://schemas.microsoft.com/office/drawing/2014/main" id="{45073764-071A-21A2-606E-E2283550ACBC}"/>
              </a:ext>
            </a:extLst>
          </p:cNvPr>
          <p:cNvSpPr txBox="1"/>
          <p:nvPr/>
        </p:nvSpPr>
        <p:spPr>
          <a:xfrm>
            <a:off x="268678" y="4116774"/>
            <a:ext cx="11682409"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・文字が</a:t>
            </a:r>
            <a:r>
              <a:rPr lang="ja-JP" altLang="en-US" sz="2400" dirty="0">
                <a:solidFill>
                  <a:schemeClr val="bg1"/>
                </a:solidFill>
                <a:highlight>
                  <a:srgbClr val="00FF00"/>
                </a:highlight>
                <a:latin typeface="ＭＳ 明朝" panose="02020609040205080304" pitchFamily="17" charset="-128"/>
                <a:ea typeface="ＭＳ 明朝" panose="02020609040205080304" pitchFamily="17" charset="-128"/>
              </a:rPr>
              <a:t>細くて</a:t>
            </a:r>
            <a:r>
              <a:rPr lang="ja-JP" altLang="en-US" sz="2400" dirty="0">
                <a:solidFill>
                  <a:schemeClr val="tx2">
                    <a:lumMod val="50000"/>
                    <a:lumOff val="50000"/>
                  </a:schemeClr>
                </a:solidFill>
                <a:latin typeface="ＭＳ 明朝" panose="02020609040205080304" pitchFamily="17" charset="-128"/>
                <a:ea typeface="ＭＳ 明朝" panose="02020609040205080304" pitchFamily="17" charset="-128"/>
              </a:rPr>
              <a:t>読みにくい</a:t>
            </a:r>
            <a:endParaRPr lang="en-US" altLang="ja-JP" sz="2400" dirty="0">
              <a:solidFill>
                <a:schemeClr val="tx2">
                  <a:lumMod val="50000"/>
                  <a:lumOff val="50000"/>
                </a:schemeClr>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・明朝体は</a:t>
            </a:r>
            <a:r>
              <a:rPr lang="ja-JP" altLang="en-US" sz="2400" dirty="0">
                <a:solidFill>
                  <a:schemeClr val="bg1"/>
                </a:solidFill>
                <a:highlight>
                  <a:srgbClr val="FF00FF"/>
                </a:highlight>
                <a:latin typeface="ＭＳ 明朝" panose="02020609040205080304" pitchFamily="17" charset="-128"/>
                <a:ea typeface="ＭＳ 明朝" panose="02020609040205080304" pitchFamily="17" charset="-128"/>
              </a:rPr>
              <a:t>読ませるため</a:t>
            </a:r>
            <a:r>
              <a:rPr lang="ja-JP" altLang="en-US" sz="2400" dirty="0">
                <a:solidFill>
                  <a:schemeClr val="bg1"/>
                </a:solidFill>
                <a:latin typeface="ＭＳ 明朝" panose="02020609040205080304" pitchFamily="17" charset="-128"/>
                <a:ea typeface="ＭＳ 明朝" panose="02020609040205080304" pitchFamily="17" charset="-128"/>
              </a:rPr>
              <a:t>のフォント</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highlight>
                  <a:srgbClr val="0000FF"/>
                </a:highlight>
                <a:latin typeface="ＭＳ 明朝" panose="02020609040205080304" pitchFamily="17" charset="-128"/>
                <a:ea typeface="ＭＳ 明朝" panose="02020609040205080304" pitchFamily="17" charset="-128"/>
              </a:rPr>
              <a:t>標識</a:t>
            </a:r>
            <a:r>
              <a:rPr lang="ja-JP" altLang="en-US" sz="2400" dirty="0">
                <a:solidFill>
                  <a:schemeClr val="bg1"/>
                </a:solidFill>
                <a:latin typeface="ＭＳ 明朝" panose="02020609040205080304" pitchFamily="17" charset="-128"/>
                <a:ea typeface="ＭＳ 明朝" panose="02020609040205080304" pitchFamily="17" charset="-128"/>
              </a:rPr>
              <a:t>なども</a:t>
            </a:r>
            <a:r>
              <a:rPr lang="ja-JP" altLang="en-US" sz="2400" dirty="0">
                <a:solidFill>
                  <a:schemeClr val="accent2">
                    <a:lumMod val="60000"/>
                    <a:lumOff val="40000"/>
                  </a:schemeClr>
                </a:solidFill>
                <a:latin typeface="ＭＳ 明朝" panose="02020609040205080304" pitchFamily="17" charset="-128"/>
                <a:ea typeface="ＭＳ 明朝" panose="02020609040205080304" pitchFamily="17" charset="-128"/>
              </a:rPr>
              <a:t>ゴシック体</a:t>
            </a:r>
          </a:p>
        </p:txBody>
      </p:sp>
      <p:sp>
        <p:nvSpPr>
          <p:cNvPr id="29" name="テキスト ボックス 28">
            <a:extLst>
              <a:ext uri="{FF2B5EF4-FFF2-40B4-BE49-F238E27FC236}">
                <a16:creationId xmlns:a16="http://schemas.microsoft.com/office/drawing/2014/main" id="{6CCFDA68-6973-9390-5788-645D66278C9A}"/>
              </a:ext>
            </a:extLst>
          </p:cNvPr>
          <p:cNvSpPr txBox="1"/>
          <p:nvPr/>
        </p:nvSpPr>
        <p:spPr>
          <a:xfrm>
            <a:off x="268677" y="5280621"/>
            <a:ext cx="5827322"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背景とのコントラストは高く</a:t>
            </a:r>
          </a:p>
        </p:txBody>
      </p:sp>
      <p:sp>
        <p:nvSpPr>
          <p:cNvPr id="30" name="テキスト ボックス 29">
            <a:extLst>
              <a:ext uri="{FF2B5EF4-FFF2-40B4-BE49-F238E27FC236}">
                <a16:creationId xmlns:a16="http://schemas.microsoft.com/office/drawing/2014/main" id="{F9FA3912-42EA-AB09-2347-CD8023AE8D2A}"/>
              </a:ext>
            </a:extLst>
          </p:cNvPr>
          <p:cNvSpPr txBox="1"/>
          <p:nvPr/>
        </p:nvSpPr>
        <p:spPr>
          <a:xfrm>
            <a:off x="268677" y="5753629"/>
            <a:ext cx="11823306"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・文字を</a:t>
            </a:r>
            <a:r>
              <a:rPr lang="ja-JP" altLang="en-US" sz="2400" dirty="0">
                <a:solidFill>
                  <a:schemeClr val="bg1"/>
                </a:solidFill>
                <a:highlight>
                  <a:srgbClr val="FF00FF"/>
                </a:highlight>
                <a:latin typeface="ＭＳ 明朝" panose="02020609040205080304" pitchFamily="17" charset="-128"/>
                <a:ea typeface="ＭＳ 明朝" panose="02020609040205080304" pitchFamily="17" charset="-128"/>
              </a:rPr>
              <a:t>認識しずらい</a:t>
            </a:r>
            <a:r>
              <a:rPr lang="ja-JP" altLang="en-US" sz="2400" dirty="0">
                <a:solidFill>
                  <a:schemeClr val="bg1"/>
                </a:solidFill>
                <a:latin typeface="ＭＳ 明朝" panose="02020609040205080304" pitchFamily="17" charset="-128"/>
                <a:ea typeface="ＭＳ 明朝" panose="02020609040205080304" pitchFamily="17" charset="-128"/>
              </a:rPr>
              <a:t>⇐文字を探すので</a:t>
            </a:r>
            <a:r>
              <a:rPr lang="ja-JP" altLang="en-US" sz="2400" dirty="0">
                <a:solidFill>
                  <a:schemeClr val="accent5">
                    <a:lumMod val="20000"/>
                    <a:lumOff val="80000"/>
                  </a:schemeClr>
                </a:solidFill>
                <a:latin typeface="ＭＳ 明朝" panose="02020609040205080304" pitchFamily="17" charset="-128"/>
                <a:ea typeface="ＭＳ 明朝" panose="02020609040205080304" pitchFamily="17" charset="-128"/>
              </a:rPr>
              <a:t>疲れる</a:t>
            </a:r>
            <a:endParaRPr lang="en-US" altLang="ja-JP" sz="2400" dirty="0">
              <a:solidFill>
                <a:schemeClr val="accent5">
                  <a:lumMod val="20000"/>
                  <a:lumOff val="80000"/>
                </a:schemeClr>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highlight>
                  <a:srgbClr val="FFFF00"/>
                </a:highlight>
                <a:latin typeface="ＭＳ 明朝" panose="02020609040205080304" pitchFamily="17" charset="-128"/>
                <a:ea typeface="ＭＳ 明朝" panose="02020609040205080304" pitchFamily="17" charset="-128"/>
              </a:rPr>
              <a:t>読みにくい</a:t>
            </a:r>
            <a:r>
              <a:rPr lang="ja-JP" altLang="en-US"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accent6">
                    <a:lumMod val="60000"/>
                    <a:lumOff val="40000"/>
                  </a:schemeClr>
                </a:solidFill>
                <a:latin typeface="ＭＳ 明朝" panose="02020609040205080304" pitchFamily="17" charset="-128"/>
                <a:ea typeface="ＭＳ 明朝" panose="02020609040205080304" pitchFamily="17" charset="-128"/>
              </a:rPr>
              <a:t>読む気が失せる</a:t>
            </a:r>
            <a:endParaRPr lang="en-US" altLang="ja-JP" sz="2400" dirty="0">
              <a:solidFill>
                <a:schemeClr val="accent6">
                  <a:lumMod val="60000"/>
                  <a:lumOff val="40000"/>
                </a:schemeClr>
              </a:solidFill>
              <a:latin typeface="ＭＳ 明朝" panose="02020609040205080304" pitchFamily="17" charset="-128"/>
              <a:ea typeface="ＭＳ 明朝" panose="02020609040205080304" pitchFamily="17" charset="-128"/>
            </a:endParaRPr>
          </a:p>
        </p:txBody>
      </p:sp>
      <p:pic>
        <p:nvPicPr>
          <p:cNvPr id="7" name="グラフィックス 6" descr="カーソル 単色塗りつぶし">
            <a:extLst>
              <a:ext uri="{FF2B5EF4-FFF2-40B4-BE49-F238E27FC236}">
                <a16:creationId xmlns:a16="http://schemas.microsoft.com/office/drawing/2014/main" id="{E18D173E-7034-70C8-BEEB-31B54AD8B2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07054" y="2526911"/>
            <a:ext cx="914400" cy="914400"/>
          </a:xfrm>
          <a:prstGeom prst="rect">
            <a:avLst/>
          </a:prstGeom>
        </p:spPr>
      </p:pic>
    </p:spTree>
    <p:extLst>
      <p:ext uri="{BB962C8B-B14F-4D97-AF65-F5344CB8AC3E}">
        <p14:creationId xmlns:p14="http://schemas.microsoft.com/office/powerpoint/2010/main" val="2799127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2462BE7-E091-9B36-DB9C-504925387ECB}"/>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EEBF5BF-F013-8A32-7635-322744775B5F}"/>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C044AC20-B84A-61CD-CF00-D048C85C7E48}"/>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65DCCF3D-4D49-929E-8842-48E1E82682D7}"/>
              </a:ext>
            </a:extLst>
          </p:cNvPr>
          <p:cNvSpPr/>
          <p:nvPr/>
        </p:nvSpPr>
        <p:spPr>
          <a:xfrm>
            <a:off x="147637" y="523883"/>
            <a:ext cx="11896724" cy="615314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ED019781-A49A-88DB-5A4A-7461661CE6C4}"/>
              </a:ext>
            </a:extLst>
          </p:cNvPr>
          <p:cNvSpPr txBox="1"/>
          <p:nvPr/>
        </p:nvSpPr>
        <p:spPr>
          <a:xfrm>
            <a:off x="268679" y="764679"/>
            <a:ext cx="4350946"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文字サイズは大きめに</a:t>
            </a:r>
          </a:p>
        </p:txBody>
      </p:sp>
      <p:sp>
        <p:nvSpPr>
          <p:cNvPr id="24" name="テキスト ボックス 23">
            <a:extLst>
              <a:ext uri="{FF2B5EF4-FFF2-40B4-BE49-F238E27FC236}">
                <a16:creationId xmlns:a16="http://schemas.microsoft.com/office/drawing/2014/main" id="{4F741A67-8A49-8A10-EC3A-CB21B5D1CF92}"/>
              </a:ext>
            </a:extLst>
          </p:cNvPr>
          <p:cNvSpPr txBox="1"/>
          <p:nvPr/>
        </p:nvSpPr>
        <p:spPr>
          <a:xfrm>
            <a:off x="268678" y="1258037"/>
            <a:ext cx="11725274"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・後ろの席の人が読みにくい⇒できる限り</a:t>
            </a:r>
            <a:r>
              <a:rPr lang="en-US" altLang="ja-JP" sz="2400" dirty="0">
                <a:solidFill>
                  <a:schemeClr val="bg1"/>
                </a:solidFill>
                <a:latin typeface="ＭＳ 明朝" panose="02020609040205080304" pitchFamily="17" charset="-128"/>
                <a:ea typeface="ＭＳ 明朝" panose="02020609040205080304" pitchFamily="17" charset="-128"/>
              </a:rPr>
              <a:t>24pt</a:t>
            </a:r>
            <a:r>
              <a:rPr lang="ja-JP" altLang="en-US" sz="2400" dirty="0">
                <a:solidFill>
                  <a:schemeClr val="bg1"/>
                </a:solidFill>
                <a:latin typeface="ＭＳ 明朝" panose="02020609040205080304" pitchFamily="17" charset="-128"/>
                <a:ea typeface="ＭＳ 明朝" panose="02020609040205080304" pitchFamily="17" charset="-128"/>
              </a:rPr>
              <a:t>以上</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枚のスライドに入りきらない⇒文字数が多すぎる⇒文字数を減らす</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904C47BE-BC46-3A5B-FF65-7DFAFB657FCC}"/>
              </a:ext>
            </a:extLst>
          </p:cNvPr>
          <p:cNvSpPr txBox="1"/>
          <p:nvPr/>
        </p:nvSpPr>
        <p:spPr>
          <a:xfrm>
            <a:off x="268678" y="2416771"/>
            <a:ext cx="31888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色数は少なく</a:t>
            </a:r>
          </a:p>
        </p:txBody>
      </p:sp>
      <p:sp>
        <p:nvSpPr>
          <p:cNvPr id="26" name="テキスト ボックス 25">
            <a:extLst>
              <a:ext uri="{FF2B5EF4-FFF2-40B4-BE49-F238E27FC236}">
                <a16:creationId xmlns:a16="http://schemas.microsoft.com/office/drawing/2014/main" id="{FB94AC6D-1066-183F-BE38-CBC6FDF603B6}"/>
              </a:ext>
            </a:extLst>
          </p:cNvPr>
          <p:cNvSpPr txBox="1"/>
          <p:nvPr/>
        </p:nvSpPr>
        <p:spPr>
          <a:xfrm>
            <a:off x="268678" y="2889779"/>
            <a:ext cx="11725274"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・グラデーションは</a:t>
            </a:r>
            <a:r>
              <a:rPr lang="en-US" altLang="ja-JP" sz="2400" dirty="0">
                <a:solidFill>
                  <a:schemeClr val="bg1"/>
                </a:solidFill>
                <a:latin typeface="ＭＳ 明朝" panose="02020609040205080304" pitchFamily="17" charset="-128"/>
                <a:ea typeface="ＭＳ 明朝" panose="02020609040205080304" pitchFamily="17" charset="-128"/>
              </a:rPr>
              <a:t>NG</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latin typeface="ＭＳ 明朝" panose="02020609040205080304" pitchFamily="17" charset="-128"/>
                <a:ea typeface="ＭＳ 明朝" panose="02020609040205080304" pitchFamily="17" charset="-128"/>
              </a:rPr>
              <a:t>無駄な色</a:t>
            </a:r>
            <a:r>
              <a:rPr lang="en-US" altLang="ja-JP"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latin typeface="ＭＳ 明朝" panose="02020609040205080304" pitchFamily="17" charset="-128"/>
                <a:ea typeface="ＭＳ 明朝" panose="02020609040205080304" pitchFamily="17" charset="-128"/>
              </a:rPr>
              <a:t>が多い</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2</a:t>
            </a:r>
            <a:r>
              <a:rPr lang="ja-JP" altLang="en-US" sz="2400" dirty="0">
                <a:solidFill>
                  <a:schemeClr val="bg1"/>
                </a:solidFill>
                <a:latin typeface="ＭＳ 明朝" panose="02020609040205080304" pitchFamily="17" charset="-128"/>
                <a:ea typeface="ＭＳ 明朝" panose="02020609040205080304" pitchFamily="17" charset="-128"/>
              </a:rPr>
              <a:t>か所、</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2</a:t>
            </a:r>
            <a:r>
              <a:rPr lang="ja-JP" altLang="en-US" sz="2400" dirty="0">
                <a:solidFill>
                  <a:schemeClr val="bg1"/>
                </a:solidFill>
                <a:latin typeface="ＭＳ 明朝" panose="02020609040205080304" pitchFamily="17" charset="-128"/>
                <a:ea typeface="ＭＳ 明朝" panose="02020609040205080304" pitchFamily="17" charset="-128"/>
              </a:rPr>
              <a:t>色に抑える</a:t>
            </a:r>
          </a:p>
        </p:txBody>
      </p:sp>
      <p:sp>
        <p:nvSpPr>
          <p:cNvPr id="27" name="テキスト ボックス 26">
            <a:extLst>
              <a:ext uri="{FF2B5EF4-FFF2-40B4-BE49-F238E27FC236}">
                <a16:creationId xmlns:a16="http://schemas.microsoft.com/office/drawing/2014/main" id="{74BE4840-9C52-9BFC-49C1-8D0DC7E75A5F}"/>
              </a:ext>
            </a:extLst>
          </p:cNvPr>
          <p:cNvSpPr txBox="1"/>
          <p:nvPr/>
        </p:nvSpPr>
        <p:spPr>
          <a:xfrm>
            <a:off x="268678" y="3609009"/>
            <a:ext cx="34936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ゴシック体を使う</a:t>
            </a:r>
          </a:p>
        </p:txBody>
      </p:sp>
      <p:sp>
        <p:nvSpPr>
          <p:cNvPr id="28" name="テキスト ボックス 27">
            <a:extLst>
              <a:ext uri="{FF2B5EF4-FFF2-40B4-BE49-F238E27FC236}">
                <a16:creationId xmlns:a16="http://schemas.microsoft.com/office/drawing/2014/main" id="{8ED8F0FD-5CCD-FCFC-6F14-FFDA51D236D3}"/>
              </a:ext>
            </a:extLst>
          </p:cNvPr>
          <p:cNvSpPr txBox="1"/>
          <p:nvPr/>
        </p:nvSpPr>
        <p:spPr>
          <a:xfrm>
            <a:off x="268678" y="4116774"/>
            <a:ext cx="11682409"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・文字が細くて読みにくい</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・明朝体は読ませるためのフォント</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・標識などもゴシック体</a:t>
            </a:r>
          </a:p>
        </p:txBody>
      </p:sp>
      <p:sp>
        <p:nvSpPr>
          <p:cNvPr id="29" name="テキスト ボックス 28">
            <a:extLst>
              <a:ext uri="{FF2B5EF4-FFF2-40B4-BE49-F238E27FC236}">
                <a16:creationId xmlns:a16="http://schemas.microsoft.com/office/drawing/2014/main" id="{83F9127C-8E52-73B2-624A-535FF81F9930}"/>
              </a:ext>
            </a:extLst>
          </p:cNvPr>
          <p:cNvSpPr txBox="1"/>
          <p:nvPr/>
        </p:nvSpPr>
        <p:spPr>
          <a:xfrm>
            <a:off x="268677" y="5280621"/>
            <a:ext cx="5827322"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背景とのコントラストは高く</a:t>
            </a:r>
          </a:p>
        </p:txBody>
      </p:sp>
      <p:sp>
        <p:nvSpPr>
          <p:cNvPr id="30" name="テキスト ボックス 29">
            <a:extLst>
              <a:ext uri="{FF2B5EF4-FFF2-40B4-BE49-F238E27FC236}">
                <a16:creationId xmlns:a16="http://schemas.microsoft.com/office/drawing/2014/main" id="{AED194B4-3BF3-62AA-6446-E7A94B1FECAE}"/>
              </a:ext>
            </a:extLst>
          </p:cNvPr>
          <p:cNvSpPr txBox="1"/>
          <p:nvPr/>
        </p:nvSpPr>
        <p:spPr>
          <a:xfrm>
            <a:off x="268677" y="5753629"/>
            <a:ext cx="11823306"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・文字を認識しずらい⇐文字を探すので疲れる</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・読みにくい⇐読む気が失せる</a:t>
            </a:r>
            <a:endParaRPr lang="en-US" altLang="ja-JP" sz="2400" dirty="0">
              <a:solidFill>
                <a:schemeClr val="bg1"/>
              </a:solidFill>
              <a:latin typeface="ＭＳ 明朝" panose="02020609040205080304" pitchFamily="17" charset="-128"/>
              <a:ea typeface="ＭＳ 明朝" panose="02020609040205080304" pitchFamily="17" charset="-128"/>
            </a:endParaRPr>
          </a:p>
        </p:txBody>
      </p:sp>
      <p:pic>
        <p:nvPicPr>
          <p:cNvPr id="7" name="グラフィックス 6" descr="カーソル 単色塗りつぶし">
            <a:extLst>
              <a:ext uri="{FF2B5EF4-FFF2-40B4-BE49-F238E27FC236}">
                <a16:creationId xmlns:a16="http://schemas.microsoft.com/office/drawing/2014/main" id="{6E629771-607B-25A4-522B-2FCB09D6BA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07054" y="2526911"/>
            <a:ext cx="914400" cy="914400"/>
          </a:xfrm>
          <a:prstGeom prst="rect">
            <a:avLst/>
          </a:prstGeom>
        </p:spPr>
      </p:pic>
    </p:spTree>
    <p:extLst>
      <p:ext uri="{BB962C8B-B14F-4D97-AF65-F5344CB8AC3E}">
        <p14:creationId xmlns:p14="http://schemas.microsoft.com/office/powerpoint/2010/main" val="26561638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8A1CBA9-C036-39AB-F227-D630EBF0A3FE}"/>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9309147-0A30-C610-F8B8-D7BDB87C7BD5}"/>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9F9E7992-BEB3-D8CE-68D2-38040D5FF50C}"/>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AFDFCF7C-C8EB-BC27-8DD1-0EDA709E114D}"/>
              </a:ext>
            </a:extLst>
          </p:cNvPr>
          <p:cNvSpPr/>
          <p:nvPr/>
        </p:nvSpPr>
        <p:spPr>
          <a:xfrm>
            <a:off x="147637" y="523883"/>
            <a:ext cx="11896724" cy="615314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6D364BA8-4938-41FF-C8E3-971597681E22}"/>
              </a:ext>
            </a:extLst>
          </p:cNvPr>
          <p:cNvSpPr txBox="1"/>
          <p:nvPr/>
        </p:nvSpPr>
        <p:spPr>
          <a:xfrm>
            <a:off x="268679" y="764679"/>
            <a:ext cx="4350946"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文字サイズは大きめに</a:t>
            </a:r>
          </a:p>
        </p:txBody>
      </p:sp>
      <p:sp>
        <p:nvSpPr>
          <p:cNvPr id="24" name="テキスト ボックス 23">
            <a:extLst>
              <a:ext uri="{FF2B5EF4-FFF2-40B4-BE49-F238E27FC236}">
                <a16:creationId xmlns:a16="http://schemas.microsoft.com/office/drawing/2014/main" id="{7DEF7A93-0E5B-E309-0387-62FA5E01AA32}"/>
              </a:ext>
            </a:extLst>
          </p:cNvPr>
          <p:cNvSpPr txBox="1"/>
          <p:nvPr/>
        </p:nvSpPr>
        <p:spPr>
          <a:xfrm>
            <a:off x="268678" y="1258037"/>
            <a:ext cx="11725274"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・後ろの席の人が読みにくい⇒できる限り</a:t>
            </a:r>
            <a:r>
              <a:rPr lang="en-US" altLang="ja-JP" sz="2400" dirty="0">
                <a:solidFill>
                  <a:schemeClr val="bg1"/>
                </a:solidFill>
                <a:latin typeface="ＭＳ 明朝" panose="02020609040205080304" pitchFamily="17" charset="-128"/>
                <a:ea typeface="ＭＳ 明朝" panose="02020609040205080304" pitchFamily="17" charset="-128"/>
              </a:rPr>
              <a:t>24pt</a:t>
            </a:r>
            <a:r>
              <a:rPr lang="ja-JP" altLang="en-US" sz="2400" dirty="0">
                <a:solidFill>
                  <a:schemeClr val="bg1"/>
                </a:solidFill>
                <a:latin typeface="ＭＳ 明朝" panose="02020609040205080304" pitchFamily="17" charset="-128"/>
                <a:ea typeface="ＭＳ 明朝" panose="02020609040205080304" pitchFamily="17" charset="-128"/>
              </a:rPr>
              <a:t>以上</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枚のスライドに入りきらない⇒文字数が多すぎる⇒文字数を減らす</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2BCAF838-9489-F712-8CD0-8917B7CBE47F}"/>
              </a:ext>
            </a:extLst>
          </p:cNvPr>
          <p:cNvSpPr txBox="1"/>
          <p:nvPr/>
        </p:nvSpPr>
        <p:spPr>
          <a:xfrm>
            <a:off x="268678" y="2416771"/>
            <a:ext cx="31888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色数は少なく</a:t>
            </a:r>
          </a:p>
        </p:txBody>
      </p:sp>
      <p:sp>
        <p:nvSpPr>
          <p:cNvPr id="26" name="テキスト ボックス 25">
            <a:extLst>
              <a:ext uri="{FF2B5EF4-FFF2-40B4-BE49-F238E27FC236}">
                <a16:creationId xmlns:a16="http://schemas.microsoft.com/office/drawing/2014/main" id="{989FB73F-3B5F-9F25-EB79-FF02DE5A5EB6}"/>
              </a:ext>
            </a:extLst>
          </p:cNvPr>
          <p:cNvSpPr txBox="1"/>
          <p:nvPr/>
        </p:nvSpPr>
        <p:spPr>
          <a:xfrm>
            <a:off x="268678" y="2889779"/>
            <a:ext cx="11725274"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・グラデーションは</a:t>
            </a:r>
            <a:r>
              <a:rPr lang="en-US" altLang="ja-JP" sz="2400" dirty="0">
                <a:solidFill>
                  <a:schemeClr val="bg1"/>
                </a:solidFill>
                <a:latin typeface="ＭＳ 明朝" panose="02020609040205080304" pitchFamily="17" charset="-128"/>
                <a:ea typeface="ＭＳ 明朝" panose="02020609040205080304" pitchFamily="17" charset="-128"/>
              </a:rPr>
              <a:t>NG</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latin typeface="ＭＳ 明朝" panose="02020609040205080304" pitchFamily="17" charset="-128"/>
                <a:ea typeface="ＭＳ 明朝" panose="02020609040205080304" pitchFamily="17" charset="-128"/>
              </a:rPr>
              <a:t>無駄な色</a:t>
            </a:r>
            <a:r>
              <a:rPr lang="en-US" altLang="ja-JP" sz="2400" dirty="0">
                <a:solidFill>
                  <a:schemeClr val="bg1"/>
                </a:solidFill>
                <a:latin typeface="ＭＳ 明朝" panose="02020609040205080304" pitchFamily="17" charset="-128"/>
                <a:ea typeface="ＭＳ 明朝" panose="02020609040205080304" pitchFamily="17" charset="-128"/>
              </a:rPr>
              <a:t>｣</a:t>
            </a:r>
            <a:r>
              <a:rPr lang="ja-JP" altLang="en-US" sz="2400" dirty="0">
                <a:solidFill>
                  <a:schemeClr val="bg1"/>
                </a:solidFill>
                <a:latin typeface="ＭＳ 明朝" panose="02020609040205080304" pitchFamily="17" charset="-128"/>
                <a:ea typeface="ＭＳ 明朝" panose="02020609040205080304" pitchFamily="17" charset="-128"/>
              </a:rPr>
              <a:t>が多い</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2</a:t>
            </a:r>
            <a:r>
              <a:rPr lang="ja-JP" altLang="en-US" sz="2400" dirty="0">
                <a:solidFill>
                  <a:schemeClr val="bg1"/>
                </a:solidFill>
                <a:latin typeface="ＭＳ 明朝" panose="02020609040205080304" pitchFamily="17" charset="-128"/>
                <a:ea typeface="ＭＳ 明朝" panose="02020609040205080304" pitchFamily="17" charset="-128"/>
              </a:rPr>
              <a:t>か所、</a:t>
            </a:r>
            <a:r>
              <a:rPr lang="en-US" altLang="ja-JP" sz="2400" dirty="0">
                <a:solidFill>
                  <a:schemeClr val="bg1"/>
                </a:solidFill>
                <a:latin typeface="ＭＳ 明朝" panose="02020609040205080304" pitchFamily="17" charset="-128"/>
                <a:ea typeface="ＭＳ 明朝" panose="02020609040205080304" pitchFamily="17" charset="-128"/>
              </a:rPr>
              <a:t>1</a:t>
            </a:r>
            <a:r>
              <a:rPr lang="ja-JP" altLang="en-US" sz="2400" dirty="0">
                <a:solidFill>
                  <a:schemeClr val="bg1"/>
                </a:solidFill>
                <a:latin typeface="ＭＳ 明朝" panose="02020609040205080304" pitchFamily="17" charset="-128"/>
                <a:ea typeface="ＭＳ 明朝" panose="02020609040205080304" pitchFamily="17" charset="-128"/>
              </a:rPr>
              <a:t>～</a:t>
            </a:r>
            <a:r>
              <a:rPr lang="en-US" altLang="ja-JP" sz="2400" dirty="0">
                <a:solidFill>
                  <a:schemeClr val="bg1"/>
                </a:solidFill>
                <a:latin typeface="ＭＳ 明朝" panose="02020609040205080304" pitchFamily="17" charset="-128"/>
                <a:ea typeface="ＭＳ 明朝" panose="02020609040205080304" pitchFamily="17" charset="-128"/>
              </a:rPr>
              <a:t>2</a:t>
            </a:r>
            <a:r>
              <a:rPr lang="ja-JP" altLang="en-US" sz="2400" dirty="0">
                <a:solidFill>
                  <a:schemeClr val="bg1"/>
                </a:solidFill>
                <a:latin typeface="ＭＳ 明朝" panose="02020609040205080304" pitchFamily="17" charset="-128"/>
                <a:ea typeface="ＭＳ 明朝" panose="02020609040205080304" pitchFamily="17" charset="-128"/>
              </a:rPr>
              <a:t>色に抑える</a:t>
            </a:r>
          </a:p>
        </p:txBody>
      </p:sp>
      <p:sp>
        <p:nvSpPr>
          <p:cNvPr id="27" name="テキスト ボックス 26">
            <a:extLst>
              <a:ext uri="{FF2B5EF4-FFF2-40B4-BE49-F238E27FC236}">
                <a16:creationId xmlns:a16="http://schemas.microsoft.com/office/drawing/2014/main" id="{369B5F3C-0658-1232-020C-114B2FAFCC88}"/>
              </a:ext>
            </a:extLst>
          </p:cNvPr>
          <p:cNvSpPr txBox="1"/>
          <p:nvPr/>
        </p:nvSpPr>
        <p:spPr>
          <a:xfrm>
            <a:off x="268678" y="3609009"/>
            <a:ext cx="3493697"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ゴシック体を使う</a:t>
            </a:r>
          </a:p>
        </p:txBody>
      </p:sp>
      <p:sp>
        <p:nvSpPr>
          <p:cNvPr id="28" name="テキスト ボックス 27">
            <a:extLst>
              <a:ext uri="{FF2B5EF4-FFF2-40B4-BE49-F238E27FC236}">
                <a16:creationId xmlns:a16="http://schemas.microsoft.com/office/drawing/2014/main" id="{1D09C25C-4FF0-5172-F5AB-36134EA896E7}"/>
              </a:ext>
            </a:extLst>
          </p:cNvPr>
          <p:cNvSpPr txBox="1"/>
          <p:nvPr/>
        </p:nvSpPr>
        <p:spPr>
          <a:xfrm>
            <a:off x="268678" y="4116774"/>
            <a:ext cx="11682409" cy="1200329"/>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・文字が細くて読みにくい</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・明朝体は読ませるためのフォント</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・標識などもゴシック体</a:t>
            </a:r>
          </a:p>
        </p:txBody>
      </p:sp>
      <p:sp>
        <p:nvSpPr>
          <p:cNvPr id="29" name="テキスト ボックス 28">
            <a:extLst>
              <a:ext uri="{FF2B5EF4-FFF2-40B4-BE49-F238E27FC236}">
                <a16:creationId xmlns:a16="http://schemas.microsoft.com/office/drawing/2014/main" id="{1F5901CF-C55F-FD8B-86E1-DB923BD1A9DA}"/>
              </a:ext>
            </a:extLst>
          </p:cNvPr>
          <p:cNvSpPr txBox="1"/>
          <p:nvPr/>
        </p:nvSpPr>
        <p:spPr>
          <a:xfrm>
            <a:off x="268677" y="5280621"/>
            <a:ext cx="5827322" cy="584775"/>
          </a:xfrm>
          <a:prstGeom prst="rect">
            <a:avLst/>
          </a:prstGeom>
          <a:noFill/>
        </p:spPr>
        <p:txBody>
          <a:bodyPr wrap="square" rtlCol="0">
            <a:spAutoFit/>
          </a:bodyPr>
          <a:lstStyle/>
          <a:p>
            <a:r>
              <a:rPr kumimoji="1" lang="ja-JP" altLang="en-US" sz="3200" dirty="0">
                <a:solidFill>
                  <a:srgbClr val="FF0000"/>
                </a:solidFill>
                <a:latin typeface="ＭＳ 明朝" panose="02020609040205080304" pitchFamily="17" charset="-128"/>
                <a:ea typeface="ＭＳ 明朝" panose="02020609040205080304" pitchFamily="17" charset="-128"/>
              </a:rPr>
              <a:t>背景とのコントラストは高く</a:t>
            </a:r>
          </a:p>
        </p:txBody>
      </p:sp>
      <p:sp>
        <p:nvSpPr>
          <p:cNvPr id="30" name="テキスト ボックス 29">
            <a:extLst>
              <a:ext uri="{FF2B5EF4-FFF2-40B4-BE49-F238E27FC236}">
                <a16:creationId xmlns:a16="http://schemas.microsoft.com/office/drawing/2014/main" id="{45AD5609-D3EB-FC8A-C49E-450F8EA8CAAD}"/>
              </a:ext>
            </a:extLst>
          </p:cNvPr>
          <p:cNvSpPr txBox="1"/>
          <p:nvPr/>
        </p:nvSpPr>
        <p:spPr>
          <a:xfrm>
            <a:off x="268677" y="5753629"/>
            <a:ext cx="11823306" cy="830997"/>
          </a:xfrm>
          <a:prstGeom prst="rect">
            <a:avLst/>
          </a:prstGeom>
          <a:noFill/>
        </p:spPr>
        <p:txBody>
          <a:bodyPr wrap="square" rtlCol="0">
            <a:spAutoFit/>
          </a:bodyPr>
          <a:lstStyle/>
          <a:p>
            <a:r>
              <a:rPr lang="ja-JP" altLang="en-US" sz="2400" dirty="0">
                <a:solidFill>
                  <a:schemeClr val="bg1"/>
                </a:solidFill>
                <a:latin typeface="ＭＳ 明朝" panose="02020609040205080304" pitchFamily="17" charset="-128"/>
                <a:ea typeface="ＭＳ 明朝" panose="02020609040205080304" pitchFamily="17" charset="-128"/>
              </a:rPr>
              <a:t>・文字を認識しずらい⇐文字を探すので疲れる</a:t>
            </a:r>
            <a:endParaRPr lang="en-US" altLang="ja-JP" sz="2400" dirty="0">
              <a:solidFill>
                <a:schemeClr val="bg1"/>
              </a:solidFill>
              <a:latin typeface="ＭＳ 明朝" panose="02020609040205080304" pitchFamily="17" charset="-128"/>
              <a:ea typeface="ＭＳ 明朝" panose="02020609040205080304" pitchFamily="17" charset="-128"/>
            </a:endParaRPr>
          </a:p>
          <a:p>
            <a:r>
              <a:rPr lang="ja-JP" altLang="en-US" sz="2400" dirty="0">
                <a:solidFill>
                  <a:schemeClr val="bg1"/>
                </a:solidFill>
                <a:latin typeface="ＭＳ 明朝" panose="02020609040205080304" pitchFamily="17" charset="-128"/>
                <a:ea typeface="ＭＳ 明朝" panose="02020609040205080304" pitchFamily="17" charset="-128"/>
              </a:rPr>
              <a:t>・読みにくい⇐読む気が失せる</a:t>
            </a:r>
            <a:endParaRPr lang="en-US" altLang="ja-JP" sz="2400" dirty="0">
              <a:solidFill>
                <a:schemeClr val="bg1"/>
              </a:solidFill>
              <a:latin typeface="ＭＳ 明朝" panose="02020609040205080304" pitchFamily="17" charset="-128"/>
              <a:ea typeface="ＭＳ 明朝" panose="02020609040205080304" pitchFamily="17" charset="-128"/>
            </a:endParaRPr>
          </a:p>
        </p:txBody>
      </p:sp>
      <p:pic>
        <p:nvPicPr>
          <p:cNvPr id="3" name="グラフィックス 2" descr="カーソル 単色塗りつぶし">
            <a:extLst>
              <a:ext uri="{FF2B5EF4-FFF2-40B4-BE49-F238E27FC236}">
                <a16:creationId xmlns:a16="http://schemas.microsoft.com/office/drawing/2014/main" id="{C4858725-90AD-7119-3FC2-2EABB9FC19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07179" y="3703080"/>
            <a:ext cx="914400" cy="914400"/>
          </a:xfrm>
          <a:prstGeom prst="rect">
            <a:avLst/>
          </a:prstGeom>
        </p:spPr>
      </p:pic>
    </p:spTree>
    <p:extLst>
      <p:ext uri="{BB962C8B-B14F-4D97-AF65-F5344CB8AC3E}">
        <p14:creationId xmlns:p14="http://schemas.microsoft.com/office/powerpoint/2010/main" val="3086448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145DE30-3891-A839-64F4-7E7F0298300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55129F8-97D9-CC68-3B10-E39FD80C5072}"/>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052ED29E-9BC8-1312-C7B3-2293526B0E92}"/>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34240C3C-25E7-0E01-58D6-C1EA294544B9}"/>
              </a:ext>
            </a:extLst>
          </p:cNvPr>
          <p:cNvSpPr/>
          <p:nvPr/>
        </p:nvSpPr>
        <p:spPr>
          <a:xfrm>
            <a:off x="147637" y="523883"/>
            <a:ext cx="11896724" cy="615314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EE7D026-C121-5FD9-9C57-189BD8E217B9}"/>
              </a:ext>
            </a:extLst>
          </p:cNvPr>
          <p:cNvSpPr txBox="1"/>
          <p:nvPr/>
        </p:nvSpPr>
        <p:spPr>
          <a:xfrm>
            <a:off x="268679" y="764679"/>
            <a:ext cx="4350946"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2A90D0D0-1F22-F02F-514A-C8E729AA523A}"/>
              </a:ext>
            </a:extLst>
          </p:cNvPr>
          <p:cNvSpPr txBox="1"/>
          <p:nvPr/>
        </p:nvSpPr>
        <p:spPr>
          <a:xfrm>
            <a:off x="268678" y="1258037"/>
            <a:ext cx="11725274"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・後ろの席の人が読みにくい⇒できる限り</a:t>
            </a:r>
            <a:r>
              <a:rPr lang="en-US" altLang="ja-JP" sz="2400" dirty="0">
                <a:solidFill>
                  <a:schemeClr val="bg1"/>
                </a:solidFill>
                <a:latin typeface="メイリオ" panose="020B0604030504040204" pitchFamily="50" charset="-128"/>
                <a:ea typeface="メイリオ" panose="020B0604030504040204" pitchFamily="50" charset="-128"/>
              </a:rPr>
              <a:t>24pt</a:t>
            </a:r>
            <a:r>
              <a:rPr lang="ja-JP" altLang="en-US" sz="2400" dirty="0">
                <a:solidFill>
                  <a:schemeClr val="bg1"/>
                </a:solidFill>
                <a:latin typeface="メイリオ" panose="020B0604030504040204" pitchFamily="50" charset="-128"/>
                <a:ea typeface="メイリオ" panose="020B0604030504040204" pitchFamily="50" charset="-128"/>
              </a:rPr>
              <a:t>以上</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B828B473-02D7-5E6F-701B-994356D64953}"/>
              </a:ext>
            </a:extLst>
          </p:cNvPr>
          <p:cNvSpPr txBox="1"/>
          <p:nvPr/>
        </p:nvSpPr>
        <p:spPr>
          <a:xfrm>
            <a:off x="268678" y="2416771"/>
            <a:ext cx="3188897"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11B1F2D4-0A00-12CB-6B52-CF2E5A5788AD}"/>
              </a:ext>
            </a:extLst>
          </p:cNvPr>
          <p:cNvSpPr txBox="1"/>
          <p:nvPr/>
        </p:nvSpPr>
        <p:spPr>
          <a:xfrm>
            <a:off x="268678" y="2889779"/>
            <a:ext cx="11725274"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・グラデーションは</a:t>
            </a:r>
            <a:r>
              <a:rPr lang="en-US" altLang="ja-JP" sz="2400" dirty="0">
                <a:solidFill>
                  <a:schemeClr val="bg1"/>
                </a:solidFill>
                <a:latin typeface="メイリオ" panose="020B0604030504040204" pitchFamily="50" charset="-128"/>
                <a:ea typeface="メイリオ" panose="020B0604030504040204" pitchFamily="50" charset="-128"/>
              </a:rPr>
              <a:t>NG</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無駄な色</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が多い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か所、</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色に抑える</a:t>
            </a:r>
          </a:p>
        </p:txBody>
      </p:sp>
      <p:sp>
        <p:nvSpPr>
          <p:cNvPr id="27" name="テキスト ボックス 26">
            <a:extLst>
              <a:ext uri="{FF2B5EF4-FFF2-40B4-BE49-F238E27FC236}">
                <a16:creationId xmlns:a16="http://schemas.microsoft.com/office/drawing/2014/main" id="{4C0E46D8-CC03-283A-B022-1A8546BAD740}"/>
              </a:ext>
            </a:extLst>
          </p:cNvPr>
          <p:cNvSpPr txBox="1"/>
          <p:nvPr/>
        </p:nvSpPr>
        <p:spPr>
          <a:xfrm>
            <a:off x="268678" y="3609009"/>
            <a:ext cx="3493697"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ゴシック体を使う</a:t>
            </a:r>
          </a:p>
        </p:txBody>
      </p:sp>
      <p:sp>
        <p:nvSpPr>
          <p:cNvPr id="28" name="テキスト ボックス 27">
            <a:extLst>
              <a:ext uri="{FF2B5EF4-FFF2-40B4-BE49-F238E27FC236}">
                <a16:creationId xmlns:a16="http://schemas.microsoft.com/office/drawing/2014/main" id="{CF7397B5-AD78-6B3C-853E-64671E2638DC}"/>
              </a:ext>
            </a:extLst>
          </p:cNvPr>
          <p:cNvSpPr txBox="1"/>
          <p:nvPr/>
        </p:nvSpPr>
        <p:spPr>
          <a:xfrm>
            <a:off x="268678" y="4116774"/>
            <a:ext cx="11682409"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・文字が細くて読みにくい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・明朝体は読ませるためのフォント</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・標識などもゴシック体</a:t>
            </a:r>
          </a:p>
        </p:txBody>
      </p:sp>
      <p:sp>
        <p:nvSpPr>
          <p:cNvPr id="29" name="テキスト ボックス 28">
            <a:extLst>
              <a:ext uri="{FF2B5EF4-FFF2-40B4-BE49-F238E27FC236}">
                <a16:creationId xmlns:a16="http://schemas.microsoft.com/office/drawing/2014/main" id="{51076CC7-FA90-8943-157D-86A3391D4AE8}"/>
              </a:ext>
            </a:extLst>
          </p:cNvPr>
          <p:cNvSpPr txBox="1"/>
          <p:nvPr/>
        </p:nvSpPr>
        <p:spPr>
          <a:xfrm>
            <a:off x="268677" y="5280621"/>
            <a:ext cx="5827322"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124B817F-E874-DB62-1EE3-D9B56FCCB0BF}"/>
              </a:ext>
            </a:extLst>
          </p:cNvPr>
          <p:cNvSpPr txBox="1"/>
          <p:nvPr/>
        </p:nvSpPr>
        <p:spPr>
          <a:xfrm>
            <a:off x="268677" y="5753629"/>
            <a:ext cx="11823306"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・文字を認識しずらい⇐文字を探すので疲れる</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・読みにくい⇐読む気が失せる</a:t>
            </a:r>
            <a:endParaRPr lang="en-US" altLang="ja-JP" sz="2400" dirty="0">
              <a:solidFill>
                <a:schemeClr val="bg1"/>
              </a:solidFill>
              <a:latin typeface="メイリオ" panose="020B0604030504040204" pitchFamily="50" charset="-128"/>
              <a:ea typeface="メイリオ" panose="020B0604030504040204" pitchFamily="50" charset="-128"/>
            </a:endParaRPr>
          </a:p>
        </p:txBody>
      </p:sp>
      <p:pic>
        <p:nvPicPr>
          <p:cNvPr id="7" name="グラフィックス 6" descr="カーソル 単色塗りつぶし">
            <a:extLst>
              <a:ext uri="{FF2B5EF4-FFF2-40B4-BE49-F238E27FC236}">
                <a16:creationId xmlns:a16="http://schemas.microsoft.com/office/drawing/2014/main" id="{5E903286-BBE1-9BFE-30EE-F278F19C4D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07179" y="3703080"/>
            <a:ext cx="914400" cy="914400"/>
          </a:xfrm>
          <a:prstGeom prst="rect">
            <a:avLst/>
          </a:prstGeom>
        </p:spPr>
      </p:pic>
    </p:spTree>
    <p:extLst>
      <p:ext uri="{BB962C8B-B14F-4D97-AF65-F5344CB8AC3E}">
        <p14:creationId xmlns:p14="http://schemas.microsoft.com/office/powerpoint/2010/main" val="3266086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813FD0-FA3B-4C44-F823-0AD1F65507C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A10F84B-5B43-7CD4-3713-17FB5A34A22A}"/>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BC6C957B-4D55-5C48-5DDB-A1A8BAAEB602}"/>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2BBE4F57-D385-A72E-8BEF-80108590DBB6}"/>
              </a:ext>
            </a:extLst>
          </p:cNvPr>
          <p:cNvSpPr/>
          <p:nvPr/>
        </p:nvSpPr>
        <p:spPr>
          <a:xfrm>
            <a:off x="147637" y="523883"/>
            <a:ext cx="11896724" cy="615314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B748A28F-0B30-29D1-FE8A-E34B32BFF3D8}"/>
              </a:ext>
            </a:extLst>
          </p:cNvPr>
          <p:cNvSpPr txBox="1"/>
          <p:nvPr/>
        </p:nvSpPr>
        <p:spPr>
          <a:xfrm>
            <a:off x="268679" y="764679"/>
            <a:ext cx="4350946"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D68B3476-B11F-F4A0-252C-55E55FB7B663}"/>
              </a:ext>
            </a:extLst>
          </p:cNvPr>
          <p:cNvSpPr txBox="1"/>
          <p:nvPr/>
        </p:nvSpPr>
        <p:spPr>
          <a:xfrm>
            <a:off x="268678" y="1258037"/>
            <a:ext cx="11725274"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・後ろの席の人が読みにくい⇒できる限り</a:t>
            </a:r>
            <a:r>
              <a:rPr lang="en-US" altLang="ja-JP" sz="2400" dirty="0">
                <a:solidFill>
                  <a:schemeClr val="bg1"/>
                </a:solidFill>
                <a:latin typeface="メイリオ" panose="020B0604030504040204" pitchFamily="50" charset="-128"/>
                <a:ea typeface="メイリオ" panose="020B0604030504040204" pitchFamily="50" charset="-128"/>
              </a:rPr>
              <a:t>24pt</a:t>
            </a:r>
            <a:r>
              <a:rPr lang="ja-JP" altLang="en-US" sz="2400" dirty="0">
                <a:solidFill>
                  <a:schemeClr val="bg1"/>
                </a:solidFill>
                <a:latin typeface="メイリオ" panose="020B0604030504040204" pitchFamily="50" charset="-128"/>
                <a:ea typeface="メイリオ" panose="020B0604030504040204" pitchFamily="50" charset="-128"/>
              </a:rPr>
              <a:t>以上</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AB1DCD63-33E4-44C8-D31C-B16A29A3618D}"/>
              </a:ext>
            </a:extLst>
          </p:cNvPr>
          <p:cNvSpPr txBox="1"/>
          <p:nvPr/>
        </p:nvSpPr>
        <p:spPr>
          <a:xfrm>
            <a:off x="268678" y="2416771"/>
            <a:ext cx="3188897"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3C7A05A0-27BA-1261-7D12-A781C51BF130}"/>
              </a:ext>
            </a:extLst>
          </p:cNvPr>
          <p:cNvSpPr txBox="1"/>
          <p:nvPr/>
        </p:nvSpPr>
        <p:spPr>
          <a:xfrm>
            <a:off x="268678" y="2889779"/>
            <a:ext cx="11725274"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・グラデーションは</a:t>
            </a:r>
            <a:r>
              <a:rPr lang="en-US" altLang="ja-JP" sz="2400" dirty="0">
                <a:solidFill>
                  <a:schemeClr val="bg1"/>
                </a:solidFill>
                <a:latin typeface="メイリオ" panose="020B0604030504040204" pitchFamily="50" charset="-128"/>
                <a:ea typeface="メイリオ" panose="020B0604030504040204" pitchFamily="50" charset="-128"/>
              </a:rPr>
              <a:t>NG</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無駄な色</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が多い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か所、</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色に抑える</a:t>
            </a:r>
          </a:p>
        </p:txBody>
      </p:sp>
      <p:sp>
        <p:nvSpPr>
          <p:cNvPr id="27" name="テキスト ボックス 26">
            <a:extLst>
              <a:ext uri="{FF2B5EF4-FFF2-40B4-BE49-F238E27FC236}">
                <a16:creationId xmlns:a16="http://schemas.microsoft.com/office/drawing/2014/main" id="{8AB740FF-D97E-793E-24F8-1AFCCA48E79C}"/>
              </a:ext>
            </a:extLst>
          </p:cNvPr>
          <p:cNvSpPr txBox="1"/>
          <p:nvPr/>
        </p:nvSpPr>
        <p:spPr>
          <a:xfrm>
            <a:off x="268678" y="3609009"/>
            <a:ext cx="3493697"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ゴシック体を使う</a:t>
            </a:r>
          </a:p>
        </p:txBody>
      </p:sp>
      <p:sp>
        <p:nvSpPr>
          <p:cNvPr id="28" name="テキスト ボックス 27">
            <a:extLst>
              <a:ext uri="{FF2B5EF4-FFF2-40B4-BE49-F238E27FC236}">
                <a16:creationId xmlns:a16="http://schemas.microsoft.com/office/drawing/2014/main" id="{246E39D7-A70B-B5F5-98EF-5628EFD7296F}"/>
              </a:ext>
            </a:extLst>
          </p:cNvPr>
          <p:cNvSpPr txBox="1"/>
          <p:nvPr/>
        </p:nvSpPr>
        <p:spPr>
          <a:xfrm>
            <a:off x="268678" y="4116774"/>
            <a:ext cx="11682409"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・文字が細くて読みにくい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・明朝体は読ませるためのフォント</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・標識などもゴシック体</a:t>
            </a:r>
          </a:p>
        </p:txBody>
      </p:sp>
      <p:sp>
        <p:nvSpPr>
          <p:cNvPr id="29" name="テキスト ボックス 28">
            <a:extLst>
              <a:ext uri="{FF2B5EF4-FFF2-40B4-BE49-F238E27FC236}">
                <a16:creationId xmlns:a16="http://schemas.microsoft.com/office/drawing/2014/main" id="{0885C599-C6F9-FF66-5354-50067D7DD465}"/>
              </a:ext>
            </a:extLst>
          </p:cNvPr>
          <p:cNvSpPr txBox="1"/>
          <p:nvPr/>
        </p:nvSpPr>
        <p:spPr>
          <a:xfrm>
            <a:off x="268677" y="5280621"/>
            <a:ext cx="5827322" cy="584775"/>
          </a:xfrm>
          <a:prstGeom prst="rect">
            <a:avLst/>
          </a:prstGeom>
          <a:noFill/>
        </p:spPr>
        <p:txBody>
          <a:bodyPr wrap="square" rtlCol="0">
            <a:spAutoFit/>
          </a:bodyPr>
          <a:lstStyle/>
          <a:p>
            <a:r>
              <a:rPr kumimoji="1" lang="ja-JP" altLang="en-US" sz="3200" dirty="0">
                <a:solidFill>
                  <a:srgbClr val="FF0000"/>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DB1C5DB0-9F6B-238F-18D3-1EC7FA9011FD}"/>
              </a:ext>
            </a:extLst>
          </p:cNvPr>
          <p:cNvSpPr txBox="1"/>
          <p:nvPr/>
        </p:nvSpPr>
        <p:spPr>
          <a:xfrm>
            <a:off x="268677" y="5753629"/>
            <a:ext cx="11823306"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・文字を認識しずらい⇐文字を探すので疲れる</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・読みにくい⇐読む気が失せる</a:t>
            </a:r>
            <a:endParaRPr lang="en-US" altLang="ja-JP" sz="2400" dirty="0">
              <a:solidFill>
                <a:schemeClr val="bg1"/>
              </a:solidFill>
              <a:latin typeface="メイリオ" panose="020B0604030504040204" pitchFamily="50" charset="-128"/>
              <a:ea typeface="メイリオ" panose="020B0604030504040204" pitchFamily="50" charset="-128"/>
            </a:endParaRPr>
          </a:p>
        </p:txBody>
      </p:sp>
      <p:pic>
        <p:nvPicPr>
          <p:cNvPr id="7" name="グラフィックス 6" descr="カーソル 単色塗りつぶし">
            <a:extLst>
              <a:ext uri="{FF2B5EF4-FFF2-40B4-BE49-F238E27FC236}">
                <a16:creationId xmlns:a16="http://schemas.microsoft.com/office/drawing/2014/main" id="{B4969B27-2D64-3F43-C071-71230C1FA0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21704" y="5254727"/>
            <a:ext cx="914400" cy="914400"/>
          </a:xfrm>
          <a:prstGeom prst="rect">
            <a:avLst/>
          </a:prstGeom>
        </p:spPr>
      </p:pic>
    </p:spTree>
    <p:extLst>
      <p:ext uri="{BB962C8B-B14F-4D97-AF65-F5344CB8AC3E}">
        <p14:creationId xmlns:p14="http://schemas.microsoft.com/office/powerpoint/2010/main" val="4732973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4633E40-92CE-6E47-8BE6-E0F60A441D6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FC41C57-6A8C-D3AB-2E4B-287C761C0360}"/>
              </a:ext>
            </a:extLst>
          </p:cNvPr>
          <p:cNvSpPr txBox="1"/>
          <p:nvPr/>
        </p:nvSpPr>
        <p:spPr>
          <a:xfrm>
            <a:off x="-167492" y="0"/>
            <a:ext cx="273448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43E1EA2-D1BB-17DE-4847-6C5F9DE22E49}"/>
              </a:ext>
            </a:extLst>
          </p:cNvPr>
          <p:cNvSpPr/>
          <p:nvPr/>
        </p:nvSpPr>
        <p:spPr>
          <a:xfrm>
            <a:off x="-223838" y="-123773"/>
            <a:ext cx="2790826" cy="523883"/>
          </a:xfrm>
          <a:prstGeom prst="round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AB8558C-2004-5113-9930-07A4DDDCC720}"/>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CF09B05-FB8C-0631-1D66-5E84257876A6}"/>
              </a:ext>
            </a:extLst>
          </p:cNvPr>
          <p:cNvSpPr txBox="1"/>
          <p:nvPr/>
        </p:nvSpPr>
        <p:spPr>
          <a:xfrm>
            <a:off x="268679" y="764679"/>
            <a:ext cx="4350946"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ABD4CF8B-2603-CF54-8CE7-B5ED0657D867}"/>
              </a:ext>
            </a:extLst>
          </p:cNvPr>
          <p:cNvSpPr txBox="1"/>
          <p:nvPr/>
        </p:nvSpPr>
        <p:spPr>
          <a:xfrm>
            <a:off x="268678" y="1258037"/>
            <a:ext cx="11725274" cy="1200329"/>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・後ろの席の人が読みにくい⇒できる限り</a:t>
            </a:r>
            <a:r>
              <a:rPr lang="en-US" altLang="ja-JP" sz="2400" dirty="0">
                <a:latin typeface="メイリオ" panose="020B0604030504040204" pitchFamily="50" charset="-128"/>
                <a:ea typeface="メイリオ" panose="020B0604030504040204" pitchFamily="50" charset="-128"/>
              </a:rPr>
              <a:t>24pt</a:t>
            </a:r>
            <a:r>
              <a:rPr lang="ja-JP" altLang="en-US" sz="2400" dirty="0">
                <a:latin typeface="メイリオ" panose="020B0604030504040204" pitchFamily="50" charset="-128"/>
                <a:ea typeface="メイリオ" panose="020B0604030504040204" pitchFamily="50" charset="-128"/>
              </a:rPr>
              <a:t>以上</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40B3297E-3DD9-BFC3-A7AD-76D9A1778648}"/>
              </a:ext>
            </a:extLst>
          </p:cNvPr>
          <p:cNvSpPr txBox="1"/>
          <p:nvPr/>
        </p:nvSpPr>
        <p:spPr>
          <a:xfrm>
            <a:off x="268678" y="2416771"/>
            <a:ext cx="3188897"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8E955F6C-83A3-C265-90BF-AF9C8DFB8AFA}"/>
              </a:ext>
            </a:extLst>
          </p:cNvPr>
          <p:cNvSpPr txBox="1"/>
          <p:nvPr/>
        </p:nvSpPr>
        <p:spPr>
          <a:xfrm>
            <a:off x="268678" y="2889779"/>
            <a:ext cx="11725274"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・グラデーションは</a:t>
            </a:r>
            <a:r>
              <a:rPr lang="en-US" altLang="ja-JP" sz="2400" dirty="0">
                <a:latin typeface="メイリオ" panose="020B0604030504040204" pitchFamily="50" charset="-128"/>
                <a:ea typeface="メイリオ" panose="020B0604030504040204" pitchFamily="50" charset="-128"/>
              </a:rPr>
              <a:t>NG</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無駄な色</a:t>
            </a: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が多い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a:t>
            </a:r>
            <a:r>
              <a:rPr lang="ja-JP" altLang="en-US" sz="2400" dirty="0">
                <a:latin typeface="メイリオ" panose="020B0604030504040204" pitchFamily="50" charset="-128"/>
                <a:ea typeface="メイリオ" panose="020B0604030504040204" pitchFamily="50" charset="-128"/>
              </a:rPr>
              <a:t>か所、</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a:t>
            </a:r>
            <a:r>
              <a:rPr lang="ja-JP" altLang="en-US" sz="2400" dirty="0">
                <a:latin typeface="メイリオ" panose="020B0604030504040204" pitchFamily="50" charset="-128"/>
                <a:ea typeface="メイリオ" panose="020B0604030504040204" pitchFamily="50" charset="-128"/>
              </a:rPr>
              <a:t>色に抑える</a:t>
            </a:r>
          </a:p>
        </p:txBody>
      </p:sp>
      <p:sp>
        <p:nvSpPr>
          <p:cNvPr id="27" name="テキスト ボックス 26">
            <a:extLst>
              <a:ext uri="{FF2B5EF4-FFF2-40B4-BE49-F238E27FC236}">
                <a16:creationId xmlns:a16="http://schemas.microsoft.com/office/drawing/2014/main" id="{93DEBC69-6CA5-2575-C768-618FC079D61A}"/>
              </a:ext>
            </a:extLst>
          </p:cNvPr>
          <p:cNvSpPr txBox="1"/>
          <p:nvPr/>
        </p:nvSpPr>
        <p:spPr>
          <a:xfrm>
            <a:off x="268678" y="3609009"/>
            <a:ext cx="3493697"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ゴシック体を使う</a:t>
            </a:r>
          </a:p>
        </p:txBody>
      </p:sp>
      <p:sp>
        <p:nvSpPr>
          <p:cNvPr id="28" name="テキスト ボックス 27">
            <a:extLst>
              <a:ext uri="{FF2B5EF4-FFF2-40B4-BE49-F238E27FC236}">
                <a16:creationId xmlns:a16="http://schemas.microsoft.com/office/drawing/2014/main" id="{5A3C2091-01C2-1D02-8D5B-8EAD87B1540B}"/>
              </a:ext>
            </a:extLst>
          </p:cNvPr>
          <p:cNvSpPr txBox="1"/>
          <p:nvPr/>
        </p:nvSpPr>
        <p:spPr>
          <a:xfrm>
            <a:off x="268678" y="4116774"/>
            <a:ext cx="11682409" cy="1200329"/>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・文字が細くて読みにくい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・明朝体は読ませるためのフォント</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・標識などもゴシック体</a:t>
            </a:r>
          </a:p>
        </p:txBody>
      </p:sp>
      <p:sp>
        <p:nvSpPr>
          <p:cNvPr id="29" name="テキスト ボックス 28">
            <a:extLst>
              <a:ext uri="{FF2B5EF4-FFF2-40B4-BE49-F238E27FC236}">
                <a16:creationId xmlns:a16="http://schemas.microsoft.com/office/drawing/2014/main" id="{C06F7EE1-E9E2-E774-245F-1A074BE70B84}"/>
              </a:ext>
            </a:extLst>
          </p:cNvPr>
          <p:cNvSpPr txBox="1"/>
          <p:nvPr/>
        </p:nvSpPr>
        <p:spPr>
          <a:xfrm>
            <a:off x="268677" y="5280621"/>
            <a:ext cx="5827322"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CDEA71EC-5D06-D1BC-7689-5D39AA46E18C}"/>
              </a:ext>
            </a:extLst>
          </p:cNvPr>
          <p:cNvSpPr txBox="1"/>
          <p:nvPr/>
        </p:nvSpPr>
        <p:spPr>
          <a:xfrm>
            <a:off x="268677" y="5753629"/>
            <a:ext cx="11823306"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・文字を認識しずらい⇐文字を探すので疲れる</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・読みにくい⇐読む気が失せる</a:t>
            </a:r>
            <a:endParaRPr lang="en-US" altLang="ja-JP" sz="2400" dirty="0">
              <a:latin typeface="メイリオ" panose="020B0604030504040204" pitchFamily="50" charset="-128"/>
              <a:ea typeface="メイリオ" panose="020B0604030504040204" pitchFamily="50" charset="-128"/>
            </a:endParaRPr>
          </a:p>
        </p:txBody>
      </p:sp>
      <p:pic>
        <p:nvPicPr>
          <p:cNvPr id="7" name="グラフィックス 6" descr="カーソル 単色塗りつぶし">
            <a:extLst>
              <a:ext uri="{FF2B5EF4-FFF2-40B4-BE49-F238E27FC236}">
                <a16:creationId xmlns:a16="http://schemas.microsoft.com/office/drawing/2014/main" id="{96404D25-3C8B-ED58-1504-DA2AA8E224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02639" y="5276338"/>
            <a:ext cx="914400" cy="914400"/>
          </a:xfrm>
          <a:prstGeom prst="rect">
            <a:avLst/>
          </a:prstGeom>
        </p:spPr>
      </p:pic>
      <p:sp>
        <p:nvSpPr>
          <p:cNvPr id="3" name="テキスト ボックス 2">
            <a:extLst>
              <a:ext uri="{FF2B5EF4-FFF2-40B4-BE49-F238E27FC236}">
                <a16:creationId xmlns:a16="http://schemas.microsoft.com/office/drawing/2014/main" id="{2AAED4A0-57AC-24DB-30EA-2A552964058C}"/>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FBC5A24-4A6C-234D-D49D-D1C099902431}"/>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1D4916E-2B0A-C5A6-F88A-3B5D0FF5BE66}"/>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266260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9ACDA4E-0923-2360-9B0E-1BFEA65A115B}"/>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C3B5AB42-7F2A-A992-EDB3-06C1CA9F9316}"/>
              </a:ext>
            </a:extLst>
          </p:cNvPr>
          <p:cNvSpPr/>
          <p:nvPr/>
        </p:nvSpPr>
        <p:spPr>
          <a:xfrm>
            <a:off x="12215812"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604FDA2-CC3B-EB87-5371-A48C6E6F0DD6}"/>
              </a:ext>
            </a:extLst>
          </p:cNvPr>
          <p:cNvSpPr txBox="1"/>
          <p:nvPr/>
        </p:nvSpPr>
        <p:spPr>
          <a:xfrm>
            <a:off x="12336854" y="764679"/>
            <a:ext cx="4350946"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3F908EFC-682F-D676-8FE9-6E648C22FD93}"/>
              </a:ext>
            </a:extLst>
          </p:cNvPr>
          <p:cNvSpPr txBox="1"/>
          <p:nvPr/>
        </p:nvSpPr>
        <p:spPr>
          <a:xfrm>
            <a:off x="12336853" y="1258037"/>
            <a:ext cx="11725274" cy="1200329"/>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・後ろの席の人が読みにくい⇒できる限り</a:t>
            </a:r>
            <a:r>
              <a:rPr lang="en-US" altLang="ja-JP" sz="2400" dirty="0">
                <a:latin typeface="メイリオ" panose="020B0604030504040204" pitchFamily="50" charset="-128"/>
                <a:ea typeface="メイリオ" panose="020B0604030504040204" pitchFamily="50" charset="-128"/>
              </a:rPr>
              <a:t>24pt</a:t>
            </a:r>
            <a:r>
              <a:rPr lang="ja-JP" altLang="en-US" sz="2400" dirty="0">
                <a:latin typeface="メイリオ" panose="020B0604030504040204" pitchFamily="50" charset="-128"/>
                <a:ea typeface="メイリオ" panose="020B0604030504040204" pitchFamily="50" charset="-128"/>
              </a:rPr>
              <a:t>以上</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3C53ADB0-72D7-26D7-FE04-7B0CA0431F23}"/>
              </a:ext>
            </a:extLst>
          </p:cNvPr>
          <p:cNvSpPr txBox="1"/>
          <p:nvPr/>
        </p:nvSpPr>
        <p:spPr>
          <a:xfrm>
            <a:off x="12336853" y="2416771"/>
            <a:ext cx="3188897"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A30848BE-BB1A-52CD-F6CB-A8070B366776}"/>
              </a:ext>
            </a:extLst>
          </p:cNvPr>
          <p:cNvSpPr txBox="1"/>
          <p:nvPr/>
        </p:nvSpPr>
        <p:spPr>
          <a:xfrm>
            <a:off x="12336853" y="2889779"/>
            <a:ext cx="11725274"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・グラデーションは</a:t>
            </a:r>
            <a:r>
              <a:rPr lang="en-US" altLang="ja-JP" sz="2400" dirty="0">
                <a:latin typeface="メイリオ" panose="020B0604030504040204" pitchFamily="50" charset="-128"/>
                <a:ea typeface="メイリオ" panose="020B0604030504040204" pitchFamily="50" charset="-128"/>
              </a:rPr>
              <a:t>NG</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無駄な色</a:t>
            </a: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が多い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a:t>
            </a:r>
            <a:r>
              <a:rPr lang="ja-JP" altLang="en-US" sz="2400" dirty="0">
                <a:latin typeface="メイリオ" panose="020B0604030504040204" pitchFamily="50" charset="-128"/>
                <a:ea typeface="メイリオ" panose="020B0604030504040204" pitchFamily="50" charset="-128"/>
              </a:rPr>
              <a:t>か所、</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a:t>
            </a:r>
            <a:r>
              <a:rPr lang="ja-JP" altLang="en-US" sz="2400" dirty="0">
                <a:latin typeface="メイリオ" panose="020B0604030504040204" pitchFamily="50" charset="-128"/>
                <a:ea typeface="メイリオ" panose="020B0604030504040204" pitchFamily="50" charset="-128"/>
              </a:rPr>
              <a:t>色に抑える</a:t>
            </a:r>
          </a:p>
        </p:txBody>
      </p:sp>
      <p:sp>
        <p:nvSpPr>
          <p:cNvPr id="27" name="テキスト ボックス 26">
            <a:extLst>
              <a:ext uri="{FF2B5EF4-FFF2-40B4-BE49-F238E27FC236}">
                <a16:creationId xmlns:a16="http://schemas.microsoft.com/office/drawing/2014/main" id="{0469D04C-C37A-53DD-C6B5-92ABE70D2D39}"/>
              </a:ext>
            </a:extLst>
          </p:cNvPr>
          <p:cNvSpPr txBox="1"/>
          <p:nvPr/>
        </p:nvSpPr>
        <p:spPr>
          <a:xfrm>
            <a:off x="12336853" y="3609009"/>
            <a:ext cx="3493697"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ゴシック体を使う</a:t>
            </a:r>
          </a:p>
        </p:txBody>
      </p:sp>
      <p:sp>
        <p:nvSpPr>
          <p:cNvPr id="28" name="テキスト ボックス 27">
            <a:extLst>
              <a:ext uri="{FF2B5EF4-FFF2-40B4-BE49-F238E27FC236}">
                <a16:creationId xmlns:a16="http://schemas.microsoft.com/office/drawing/2014/main" id="{C28ACDA4-B7A8-1387-D1BA-909FEC719680}"/>
              </a:ext>
            </a:extLst>
          </p:cNvPr>
          <p:cNvSpPr txBox="1"/>
          <p:nvPr/>
        </p:nvSpPr>
        <p:spPr>
          <a:xfrm>
            <a:off x="12336853" y="4116774"/>
            <a:ext cx="11682409" cy="1200329"/>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・文字が細くて読みにくい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・明朝体は読ませるためのフォント</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・標識などもゴシック体</a:t>
            </a:r>
          </a:p>
        </p:txBody>
      </p:sp>
      <p:sp>
        <p:nvSpPr>
          <p:cNvPr id="29" name="テキスト ボックス 28">
            <a:extLst>
              <a:ext uri="{FF2B5EF4-FFF2-40B4-BE49-F238E27FC236}">
                <a16:creationId xmlns:a16="http://schemas.microsoft.com/office/drawing/2014/main" id="{2D340487-B5AC-01DD-F983-0DA0261CC580}"/>
              </a:ext>
            </a:extLst>
          </p:cNvPr>
          <p:cNvSpPr txBox="1"/>
          <p:nvPr/>
        </p:nvSpPr>
        <p:spPr>
          <a:xfrm>
            <a:off x="12336852" y="5280621"/>
            <a:ext cx="5827322"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5FFB65C4-5FAF-541B-406F-F2C9704F5334}"/>
              </a:ext>
            </a:extLst>
          </p:cNvPr>
          <p:cNvSpPr txBox="1"/>
          <p:nvPr/>
        </p:nvSpPr>
        <p:spPr>
          <a:xfrm>
            <a:off x="12336852" y="5753629"/>
            <a:ext cx="11823306"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・文字を認識しずらい⇐文字を探すので疲れる</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・読みにくい⇐読む気が失せる</a:t>
            </a:r>
            <a:endParaRPr lang="en-US" altLang="ja-JP" sz="2400" dirty="0">
              <a:latin typeface="メイリオ" panose="020B0604030504040204" pitchFamily="50" charset="-128"/>
              <a:ea typeface="メイリオ" panose="020B0604030504040204" pitchFamily="50" charset="-128"/>
            </a:endParaRPr>
          </a:p>
        </p:txBody>
      </p:sp>
      <p:pic>
        <p:nvPicPr>
          <p:cNvPr id="7" name="グラフィックス 6" descr="カーソル 単色塗りつぶし">
            <a:extLst>
              <a:ext uri="{FF2B5EF4-FFF2-40B4-BE49-F238E27FC236}">
                <a16:creationId xmlns:a16="http://schemas.microsoft.com/office/drawing/2014/main" id="{B6EB779C-15A1-010F-3462-B8C866E7A0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489879" y="5254727"/>
            <a:ext cx="914400" cy="914400"/>
          </a:xfrm>
          <a:prstGeom prst="rect">
            <a:avLst/>
          </a:prstGeom>
        </p:spPr>
      </p:pic>
      <p:sp>
        <p:nvSpPr>
          <p:cNvPr id="8" name="テキスト ボックス 7">
            <a:extLst>
              <a:ext uri="{FF2B5EF4-FFF2-40B4-BE49-F238E27FC236}">
                <a16:creationId xmlns:a16="http://schemas.microsoft.com/office/drawing/2014/main" id="{F2184FDA-3071-8B7F-D86C-629B1E3B253B}"/>
              </a:ext>
            </a:extLst>
          </p:cNvPr>
          <p:cNvSpPr txBox="1"/>
          <p:nvPr/>
        </p:nvSpPr>
        <p:spPr>
          <a:xfrm>
            <a:off x="485775" y="1140155"/>
            <a:ext cx="11325224" cy="1323439"/>
          </a:xfrm>
          <a:prstGeom prst="rect">
            <a:avLst/>
          </a:prstGeom>
          <a:noFill/>
        </p:spPr>
        <p:txBody>
          <a:bodyPr wrap="square" rtlCol="0">
            <a:spAutoFit/>
          </a:bodyPr>
          <a:lstStyle/>
          <a:p>
            <a:pPr algn="ctr"/>
            <a:r>
              <a:rPr kumimoji="1" lang="ja-JP" altLang="en-US" sz="80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8000" dirty="0">
              <a:solidFill>
                <a:schemeClr val="bg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14F5F3CE-3C28-3280-D671-A23488CEDF2C}"/>
              </a:ext>
            </a:extLst>
          </p:cNvPr>
          <p:cNvSpPr txBox="1"/>
          <p:nvPr/>
        </p:nvSpPr>
        <p:spPr>
          <a:xfrm>
            <a:off x="3062272" y="3074668"/>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4E123469-4152-B955-42A4-EBAC12753F5B}"/>
              </a:ext>
            </a:extLst>
          </p:cNvPr>
          <p:cNvSpPr txBox="1"/>
          <p:nvPr/>
        </p:nvSpPr>
        <p:spPr>
          <a:xfrm>
            <a:off x="3987800" y="4394406"/>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67B096C9-1158-2781-E925-17DFDA0E5F70}"/>
              </a:ext>
            </a:extLst>
          </p:cNvPr>
          <p:cNvSpPr txBox="1"/>
          <p:nvPr/>
        </p:nvSpPr>
        <p:spPr>
          <a:xfrm>
            <a:off x="3740143" y="5714145"/>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13" name="四角形: 角を丸くする 12">
            <a:extLst>
              <a:ext uri="{FF2B5EF4-FFF2-40B4-BE49-F238E27FC236}">
                <a16:creationId xmlns:a16="http://schemas.microsoft.com/office/drawing/2014/main" id="{3029D49C-41A1-D069-88D1-0CC6B9F4B77F}"/>
              </a:ext>
            </a:extLst>
          </p:cNvPr>
          <p:cNvSpPr/>
          <p:nvPr/>
        </p:nvSpPr>
        <p:spPr>
          <a:xfrm>
            <a:off x="485774" y="961728"/>
            <a:ext cx="11325225" cy="132343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2170199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F403382-57A1-84E2-A696-4474CFC2690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AA3FF20-15FF-887D-644F-BE3619F9F9A0}"/>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8AD656A5-E90F-F0A0-1DAE-4EAF1F6D70FC}"/>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193F7C28-2E9A-E048-7FEA-A67AB3E10BBA}"/>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3CD239D7-5587-9EC5-40D3-47500365F692}"/>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74A1AED8-6698-76F0-EB89-4F7E5955BB5D}"/>
              </a:ext>
            </a:extLst>
          </p:cNvPr>
          <p:cNvSpPr/>
          <p:nvPr/>
        </p:nvSpPr>
        <p:spPr>
          <a:xfrm>
            <a:off x="3167050" y="362123"/>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780589395"/>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31D77FE-BF9E-C8ED-B777-2C83A47DD7D0}"/>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9127A04-D2E7-D9F2-EEE5-B93FC84B0F4B}"/>
              </a:ext>
            </a:extLst>
          </p:cNvPr>
          <p:cNvSpPr txBox="1"/>
          <p:nvPr/>
        </p:nvSpPr>
        <p:spPr>
          <a:xfrm>
            <a:off x="3516309" y="5515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2448263B-A45F-75F6-1A35-E6774C1B1F6B}"/>
              </a:ext>
            </a:extLst>
          </p:cNvPr>
          <p:cNvSpPr txBox="1"/>
          <p:nvPr/>
        </p:nvSpPr>
        <p:spPr>
          <a:xfrm>
            <a:off x="3067035" y="21136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8A6B33AA-6A33-157C-137F-7B27690FE60A}"/>
              </a:ext>
            </a:extLst>
          </p:cNvPr>
          <p:cNvSpPr txBox="1"/>
          <p:nvPr/>
        </p:nvSpPr>
        <p:spPr>
          <a:xfrm>
            <a:off x="3975104" y="36757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AFF63F2-98B2-8C9F-A874-8000E463F32A}"/>
              </a:ext>
            </a:extLst>
          </p:cNvPr>
          <p:cNvSpPr txBox="1"/>
          <p:nvPr/>
        </p:nvSpPr>
        <p:spPr>
          <a:xfrm>
            <a:off x="3754431" y="523788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11112B1E-E05A-0D88-B734-DCC67163DEC8}"/>
              </a:ext>
            </a:extLst>
          </p:cNvPr>
          <p:cNvSpPr/>
          <p:nvPr/>
        </p:nvSpPr>
        <p:spPr>
          <a:xfrm>
            <a:off x="3167050" y="1895648"/>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77642383"/>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4FB8DD-A6C4-E2C5-DB09-752C82499B7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BC82DFF-39AC-5EC6-E085-AC044C5A4EA9}"/>
              </a:ext>
            </a:extLst>
          </p:cNvPr>
          <p:cNvSpPr txBox="1"/>
          <p:nvPr/>
        </p:nvSpPr>
        <p:spPr>
          <a:xfrm>
            <a:off x="3516309" y="34203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EF142B56-ABAF-4FFD-1777-A61C8F16F865}"/>
              </a:ext>
            </a:extLst>
          </p:cNvPr>
          <p:cNvSpPr txBox="1"/>
          <p:nvPr/>
        </p:nvSpPr>
        <p:spPr>
          <a:xfrm>
            <a:off x="-371475" y="1751737"/>
            <a:ext cx="12468225" cy="1323439"/>
          </a:xfrm>
          <a:prstGeom prst="rect">
            <a:avLst/>
          </a:prstGeom>
          <a:noFill/>
        </p:spPr>
        <p:txBody>
          <a:bodyPr wrap="square" rtlCol="0">
            <a:spAutoFit/>
          </a:bodyPr>
          <a:lstStyle/>
          <a:p>
            <a:pPr algn="ctr"/>
            <a:r>
              <a:rPr kumimoji="1" lang="ja-JP" altLang="en-US" sz="80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80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A15E6C5-22B5-18D1-E40C-EC79AB473AC1}"/>
              </a:ext>
            </a:extLst>
          </p:cNvPr>
          <p:cNvSpPr txBox="1"/>
          <p:nvPr/>
        </p:nvSpPr>
        <p:spPr>
          <a:xfrm>
            <a:off x="3975104" y="431396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32C66D1-DDC4-FA2E-D83D-A75D10F683D7}"/>
              </a:ext>
            </a:extLst>
          </p:cNvPr>
          <p:cNvSpPr txBox="1"/>
          <p:nvPr/>
        </p:nvSpPr>
        <p:spPr>
          <a:xfrm>
            <a:off x="3754431" y="567603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3F3E73EB-388F-9FE4-0C79-F1D7FB86B0B1}"/>
              </a:ext>
            </a:extLst>
          </p:cNvPr>
          <p:cNvSpPr/>
          <p:nvPr/>
        </p:nvSpPr>
        <p:spPr>
          <a:xfrm>
            <a:off x="86058" y="1420514"/>
            <a:ext cx="12035734" cy="185608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6283242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1896C7-0D3D-D072-9AF2-CD6DBCDCF85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E91794-2864-0CBD-E1E2-6C9269BD2DD3}"/>
              </a:ext>
            </a:extLst>
          </p:cNvPr>
          <p:cNvSpPr txBox="1"/>
          <p:nvPr/>
        </p:nvSpPr>
        <p:spPr>
          <a:xfrm>
            <a:off x="3516309" y="-648563"/>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D8C3EFF-2D5C-20FA-D37A-327A49BEA2A2}"/>
              </a:ext>
            </a:extLst>
          </p:cNvPr>
          <p:cNvSpPr txBox="1"/>
          <p:nvPr/>
        </p:nvSpPr>
        <p:spPr>
          <a:xfrm>
            <a:off x="-152399" y="0"/>
            <a:ext cx="325755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D8B7D498-F775-BE9F-B1B2-9446475B2A34}"/>
              </a:ext>
            </a:extLst>
          </p:cNvPr>
          <p:cNvSpPr txBox="1"/>
          <p:nvPr/>
        </p:nvSpPr>
        <p:spPr>
          <a:xfrm>
            <a:off x="3975104" y="685713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9542051A-2AA0-C642-72CD-4AC23336EDD9}"/>
              </a:ext>
            </a:extLst>
          </p:cNvPr>
          <p:cNvSpPr txBox="1"/>
          <p:nvPr/>
        </p:nvSpPr>
        <p:spPr>
          <a:xfrm>
            <a:off x="3754431" y="8219212"/>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642F45B-762A-6185-8A47-C20E4F0335C4}"/>
              </a:ext>
            </a:extLst>
          </p:cNvPr>
          <p:cNvSpPr/>
          <p:nvPr/>
        </p:nvSpPr>
        <p:spPr>
          <a:xfrm>
            <a:off x="-152398" y="-70763"/>
            <a:ext cx="3257550" cy="54163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79319656"/>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CBCFDDE-B25F-743C-87AD-B4FC065AA89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9BD46DFE-B124-0BC9-2607-F248A4F02BF0}"/>
              </a:ext>
            </a:extLst>
          </p:cNvPr>
          <p:cNvSpPr txBox="1"/>
          <p:nvPr/>
        </p:nvSpPr>
        <p:spPr>
          <a:xfrm>
            <a:off x="-152399" y="0"/>
            <a:ext cx="325755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882FF158-8FCF-BFB1-61C4-3FDC31BF2DE6}"/>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人間が一度に処理できる情報量には限りがあるため、プレゼンテーションのスライドを作る際には情報を詰め込みすぎないことが非常に重要です。文章が長すぎると聞き手は読むことに集中してしまい、発表者の話を聞かなくなってしまいます。そのため、長い文章を書くのではなく箇条書きを活用し、要素を整理することで視認性を高める工夫が必要です。また、グラフや図表を使用する際もただ貼り付けるだけでは不十分であり、そこから読み取れるメッセージを明記しないと聞き手はデータが示す意味を瞬時に理解することができません。</a:t>
            </a:r>
            <a:endParaRPr kumimoji="1" lang="ja-JP" altLang="en-US" dirty="0"/>
          </a:p>
        </p:txBody>
      </p:sp>
      <p:sp>
        <p:nvSpPr>
          <p:cNvPr id="9" name="四角形: 角を丸くする 8">
            <a:extLst>
              <a:ext uri="{FF2B5EF4-FFF2-40B4-BE49-F238E27FC236}">
                <a16:creationId xmlns:a16="http://schemas.microsoft.com/office/drawing/2014/main" id="{9407E447-2E2A-331E-0C04-40A7E70B1518}"/>
              </a:ext>
            </a:extLst>
          </p:cNvPr>
          <p:cNvSpPr/>
          <p:nvPr/>
        </p:nvSpPr>
        <p:spPr>
          <a:xfrm>
            <a:off x="-152398" y="-70763"/>
            <a:ext cx="3257550" cy="54163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4" name="グラフ 13">
            <a:extLst>
              <a:ext uri="{FF2B5EF4-FFF2-40B4-BE49-F238E27FC236}">
                <a16:creationId xmlns:a16="http://schemas.microsoft.com/office/drawing/2014/main" id="{A9A0BF22-1E6A-D4B3-DBC7-0754277B9C7C}"/>
              </a:ext>
            </a:extLst>
          </p:cNvPr>
          <p:cNvGraphicFramePr>
            <a:graphicFrameLocks/>
          </p:cNvGraphicFramePr>
          <p:nvPr>
            <p:extLst>
              <p:ext uri="{D42A27DB-BD31-4B8C-83A1-F6EECF244321}">
                <p14:modId xmlns:p14="http://schemas.microsoft.com/office/powerpoint/2010/main" val="2835527340"/>
              </p:ext>
            </p:extLst>
          </p:nvPr>
        </p:nvGraphicFramePr>
        <p:xfrm>
          <a:off x="3809999" y="3548063"/>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テキスト ボックス 17">
            <a:extLst>
              <a:ext uri="{FF2B5EF4-FFF2-40B4-BE49-F238E27FC236}">
                <a16:creationId xmlns:a16="http://schemas.microsoft.com/office/drawing/2014/main" id="{EBB145EF-4A34-75A2-9D4D-90A973E94184}"/>
              </a:ext>
            </a:extLst>
          </p:cNvPr>
          <p:cNvSpPr txBox="1"/>
          <p:nvPr/>
        </p:nvSpPr>
        <p:spPr>
          <a:xfrm>
            <a:off x="280987" y="1059626"/>
            <a:ext cx="11630026" cy="2585323"/>
          </a:xfrm>
          <a:prstGeom prst="rect">
            <a:avLst/>
          </a:prstGeom>
          <a:noFill/>
        </p:spPr>
        <p:txBody>
          <a:bodyPr wrap="square">
            <a:spAutoFit/>
          </a:bodyPr>
          <a:lstStyle/>
          <a:p>
            <a:r>
              <a:rPr lang="ja-JP" altLang="en-US" dirty="0"/>
              <a:t>人間が一度に処理できる情報量には限りがあります。そのため、プレゼンテーションのスライドを作る際には、情報を詰め込みすぎないようにすることが非常に重要です。文章が長すぎると、聞き手はスライドの文章を読むことに集中してしまい、発表者の話を聞けなくなってしまいます。そのため、長い文章をダラダラと書くのではなく箇条書きを活用たりして、要素を整理することで視認性を高める工夫が必要です。また、グラフや図表を使用する際もただ貼り付けるだけでは不十分であり、そこから読み取れるメッセージを明記しないと聞き手はデータが示す意味を瞬時に理解することができません。下記のグラフの通り、文字数が</a:t>
            </a:r>
            <a:r>
              <a:rPr lang="en-US" altLang="ja-JP" dirty="0"/>
              <a:t>50</a:t>
            </a:r>
            <a:r>
              <a:rPr lang="ja-JP" altLang="en-US" dirty="0"/>
              <a:t>文字を超えると理解度はおよそ</a:t>
            </a:r>
            <a:r>
              <a:rPr lang="en-US" altLang="ja-JP" dirty="0"/>
              <a:t>6</a:t>
            </a:r>
            <a:r>
              <a:rPr lang="ja-JP" altLang="en-US" dirty="0"/>
              <a:t>割まで減少するという体験の結果もでています。また、</a:t>
            </a:r>
            <a:r>
              <a:rPr lang="en-US" altLang="ja-JP" dirty="0"/>
              <a:t>1</a:t>
            </a:r>
            <a:r>
              <a:rPr lang="ja-JP" altLang="en-US" dirty="0"/>
              <a:t>枚のスライドの中に複数のメッセージが混ぜられていると、聞き手は結局なにを一番伝えたいのかを理解できません。そのため、</a:t>
            </a:r>
            <a:r>
              <a:rPr lang="en-US" altLang="ja-JP" dirty="0"/>
              <a:t>1</a:t>
            </a:r>
            <a:r>
              <a:rPr lang="ja-JP" altLang="en-US" dirty="0"/>
              <a:t>枚のスライドには</a:t>
            </a:r>
            <a:r>
              <a:rPr lang="en-US" altLang="ja-JP" dirty="0"/>
              <a:t>1</a:t>
            </a:r>
            <a:r>
              <a:rPr lang="ja-JP" altLang="en-US" dirty="0"/>
              <a:t>つのメッセージまでというルールを作り、それをを徹底すべきであると言えます。</a:t>
            </a:r>
            <a:endParaRPr lang="en-US" altLang="ja-JP" dirty="0"/>
          </a:p>
        </p:txBody>
      </p:sp>
      <p:cxnSp>
        <p:nvCxnSpPr>
          <p:cNvPr id="20" name="直線コネクタ 19">
            <a:extLst>
              <a:ext uri="{FF2B5EF4-FFF2-40B4-BE49-F238E27FC236}">
                <a16:creationId xmlns:a16="http://schemas.microsoft.com/office/drawing/2014/main" id="{9E6F4B94-78EC-1D26-9B51-3909FB98F070}"/>
              </a:ext>
            </a:extLst>
          </p:cNvPr>
          <p:cNvCxnSpPr/>
          <p:nvPr/>
        </p:nvCxnSpPr>
        <p:spPr>
          <a:xfrm>
            <a:off x="8382000" y="1909763"/>
            <a:ext cx="3395663"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AF94B0AC-696A-2018-7609-BEC268BC2476}"/>
              </a:ext>
            </a:extLst>
          </p:cNvPr>
          <p:cNvCxnSpPr>
            <a:cxnSpLocks/>
          </p:cNvCxnSpPr>
          <p:nvPr/>
        </p:nvCxnSpPr>
        <p:spPr>
          <a:xfrm>
            <a:off x="357188" y="2185988"/>
            <a:ext cx="30003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897238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15F51E-B9CC-4FD4-96D6-CECE0CBE6863}"/>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6186FF9-F466-F51C-99EE-3017AF42F19C}"/>
              </a:ext>
            </a:extLst>
          </p:cNvPr>
          <p:cNvSpPr txBox="1"/>
          <p:nvPr/>
        </p:nvSpPr>
        <p:spPr>
          <a:xfrm>
            <a:off x="-152399" y="0"/>
            <a:ext cx="325755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81FA170D-480B-529C-936D-C9A585A4BA16}"/>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四角形: 角を丸くする 8">
            <a:extLst>
              <a:ext uri="{FF2B5EF4-FFF2-40B4-BE49-F238E27FC236}">
                <a16:creationId xmlns:a16="http://schemas.microsoft.com/office/drawing/2014/main" id="{CABE9381-9D1F-04FB-D6B6-57112DA02BAA}"/>
              </a:ext>
            </a:extLst>
          </p:cNvPr>
          <p:cNvSpPr/>
          <p:nvPr/>
        </p:nvSpPr>
        <p:spPr>
          <a:xfrm>
            <a:off x="-152398" y="-70763"/>
            <a:ext cx="3257550" cy="54163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4" name="グラフ 13">
            <a:extLst>
              <a:ext uri="{FF2B5EF4-FFF2-40B4-BE49-F238E27FC236}">
                <a16:creationId xmlns:a16="http://schemas.microsoft.com/office/drawing/2014/main" id="{83422180-2C90-551D-AACC-CEE338AE48E9}"/>
              </a:ext>
            </a:extLst>
          </p:cNvPr>
          <p:cNvGraphicFramePr>
            <a:graphicFrameLocks/>
          </p:cNvGraphicFramePr>
          <p:nvPr/>
        </p:nvGraphicFramePr>
        <p:xfrm>
          <a:off x="3810000" y="2881313"/>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テキスト ボックス 17">
            <a:extLst>
              <a:ext uri="{FF2B5EF4-FFF2-40B4-BE49-F238E27FC236}">
                <a16:creationId xmlns:a16="http://schemas.microsoft.com/office/drawing/2014/main" id="{E1AFA08C-009F-AB7E-48B4-3C41626578E2}"/>
              </a:ext>
            </a:extLst>
          </p:cNvPr>
          <p:cNvSpPr txBox="1"/>
          <p:nvPr/>
        </p:nvSpPr>
        <p:spPr>
          <a:xfrm>
            <a:off x="3538537" y="1183451"/>
            <a:ext cx="4986338" cy="923330"/>
          </a:xfrm>
          <a:prstGeom prst="rect">
            <a:avLst/>
          </a:prstGeom>
          <a:noFill/>
        </p:spPr>
        <p:txBody>
          <a:bodyPr wrap="square">
            <a:spAutoFit/>
          </a:bodyPr>
          <a:lstStyle/>
          <a:p>
            <a:r>
              <a:rPr lang="ja-JP" altLang="en-US" dirty="0"/>
              <a:t>・一度に処理できる情報には限りがある</a:t>
            </a:r>
          </a:p>
          <a:p>
            <a:r>
              <a:rPr lang="ja-JP" altLang="en-US" dirty="0"/>
              <a:t>・文章が長いと「読む」ことに集中してしまう</a:t>
            </a:r>
          </a:p>
          <a:p>
            <a:r>
              <a:rPr lang="ja-JP" altLang="en-US" dirty="0"/>
              <a:t>・箇条書きを活用して視認性を高める</a:t>
            </a:r>
          </a:p>
        </p:txBody>
      </p:sp>
      <p:cxnSp>
        <p:nvCxnSpPr>
          <p:cNvPr id="7" name="直線コネクタ 6">
            <a:extLst>
              <a:ext uri="{FF2B5EF4-FFF2-40B4-BE49-F238E27FC236}">
                <a16:creationId xmlns:a16="http://schemas.microsoft.com/office/drawing/2014/main" id="{3BEA8E35-61D6-9DEE-BB7F-CEFBFB7D2317}"/>
              </a:ext>
            </a:extLst>
          </p:cNvPr>
          <p:cNvCxnSpPr>
            <a:cxnSpLocks/>
          </p:cNvCxnSpPr>
          <p:nvPr/>
        </p:nvCxnSpPr>
        <p:spPr>
          <a:xfrm>
            <a:off x="3810000" y="2285997"/>
            <a:ext cx="445293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8A383EA1-FE51-8A7E-16BD-82478A8909F6}"/>
              </a:ext>
            </a:extLst>
          </p:cNvPr>
          <p:cNvSpPr txBox="1"/>
          <p:nvPr/>
        </p:nvSpPr>
        <p:spPr>
          <a:xfrm>
            <a:off x="3538537" y="2265429"/>
            <a:ext cx="6196012" cy="369332"/>
          </a:xfrm>
          <a:prstGeom prst="rect">
            <a:avLst/>
          </a:prstGeom>
          <a:noFill/>
        </p:spPr>
        <p:txBody>
          <a:bodyPr wrap="square">
            <a:spAutoFit/>
          </a:bodyPr>
          <a:lstStyle/>
          <a:p>
            <a:r>
              <a:rPr lang="ja-JP" altLang="en-US" dirty="0"/>
              <a:t>・</a:t>
            </a:r>
            <a:r>
              <a:rPr lang="en-US" altLang="ja-JP" dirty="0"/>
              <a:t>1</a:t>
            </a:r>
            <a:r>
              <a:rPr lang="ja-JP" altLang="en-US" dirty="0"/>
              <a:t>スライド１メッセージ</a:t>
            </a:r>
          </a:p>
        </p:txBody>
      </p:sp>
      <p:sp>
        <p:nvSpPr>
          <p:cNvPr id="13" name="テキスト ボックス 12">
            <a:extLst>
              <a:ext uri="{FF2B5EF4-FFF2-40B4-BE49-F238E27FC236}">
                <a16:creationId xmlns:a16="http://schemas.microsoft.com/office/drawing/2014/main" id="{C88E9FA1-5C52-E006-A16A-490C177A0E8E}"/>
              </a:ext>
            </a:extLst>
          </p:cNvPr>
          <p:cNvSpPr txBox="1"/>
          <p:nvPr/>
        </p:nvSpPr>
        <p:spPr>
          <a:xfrm>
            <a:off x="3538537" y="2001439"/>
            <a:ext cx="6196012" cy="369332"/>
          </a:xfrm>
          <a:prstGeom prst="rect">
            <a:avLst/>
          </a:prstGeom>
          <a:noFill/>
        </p:spPr>
        <p:txBody>
          <a:bodyPr wrap="square">
            <a:spAutoFit/>
          </a:bodyPr>
          <a:lstStyle/>
          <a:p>
            <a:r>
              <a:rPr lang="ja-JP" altLang="en-US" dirty="0"/>
              <a:t>・グラフにはメッセージを添えることが重要</a:t>
            </a:r>
          </a:p>
        </p:txBody>
      </p:sp>
      <p:grpSp>
        <p:nvGrpSpPr>
          <p:cNvPr id="21" name="グループ化 20">
            <a:extLst>
              <a:ext uri="{FF2B5EF4-FFF2-40B4-BE49-F238E27FC236}">
                <a16:creationId xmlns:a16="http://schemas.microsoft.com/office/drawing/2014/main" id="{ACA92C0B-6EC7-9BB7-C02D-D9E9D7097508}"/>
              </a:ext>
            </a:extLst>
          </p:cNvPr>
          <p:cNvGrpSpPr/>
          <p:nvPr/>
        </p:nvGrpSpPr>
        <p:grpSpPr>
          <a:xfrm rot="21248605">
            <a:off x="6148813" y="3499167"/>
            <a:ext cx="3027561" cy="1190063"/>
            <a:chOff x="6392116" y="3390962"/>
            <a:chExt cx="3027561" cy="1190063"/>
          </a:xfrm>
        </p:grpSpPr>
        <p:sp>
          <p:nvSpPr>
            <p:cNvPr id="19" name="矢印: 下 18">
              <a:extLst>
                <a:ext uri="{FF2B5EF4-FFF2-40B4-BE49-F238E27FC236}">
                  <a16:creationId xmlns:a16="http://schemas.microsoft.com/office/drawing/2014/main" id="{70AC5167-00A7-7DAA-D90C-54FA8B51F647}"/>
                </a:ext>
              </a:extLst>
            </p:cNvPr>
            <p:cNvSpPr/>
            <p:nvPr/>
          </p:nvSpPr>
          <p:spPr>
            <a:xfrm rot="18549525">
              <a:off x="7310865" y="2549213"/>
              <a:ext cx="1190063" cy="2873561"/>
            </a:xfrm>
            <a:prstGeom prst="downArrow">
              <a:avLst>
                <a:gd name="adj1" fmla="val 35898"/>
                <a:gd name="adj2" fmla="val 71813"/>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テキスト ボックス 19">
              <a:extLst>
                <a:ext uri="{FF2B5EF4-FFF2-40B4-BE49-F238E27FC236}">
                  <a16:creationId xmlns:a16="http://schemas.microsoft.com/office/drawing/2014/main" id="{30FA3628-F329-DA19-2357-E3EF5E54B77E}"/>
                </a:ext>
              </a:extLst>
            </p:cNvPr>
            <p:cNvSpPr txBox="1"/>
            <p:nvPr/>
          </p:nvSpPr>
          <p:spPr>
            <a:xfrm rot="2376470">
              <a:off x="6392116" y="3812020"/>
              <a:ext cx="3027561" cy="369332"/>
            </a:xfrm>
            <a:prstGeom prst="rect">
              <a:avLst/>
            </a:prstGeom>
            <a:noFill/>
          </p:spPr>
          <p:txBody>
            <a:bodyPr wrap="square" rtlCol="0">
              <a:spAutoFit/>
            </a:bodyPr>
            <a:lstStyle/>
            <a:p>
              <a:r>
                <a:rPr lang="ja-JP" altLang="en-US" dirty="0">
                  <a:solidFill>
                    <a:schemeClr val="bg1"/>
                  </a:solidFill>
                </a:rPr>
                <a:t>文章が長いと理解力下がる</a:t>
              </a:r>
              <a:endParaRPr kumimoji="1" lang="ja-JP" altLang="en-US" dirty="0">
                <a:solidFill>
                  <a:schemeClr val="bg1"/>
                </a:solidFill>
              </a:endParaRPr>
            </a:p>
          </p:txBody>
        </p:sp>
      </p:grpSp>
      <p:cxnSp>
        <p:nvCxnSpPr>
          <p:cNvPr id="2" name="直線コネクタ 1">
            <a:extLst>
              <a:ext uri="{FF2B5EF4-FFF2-40B4-BE49-F238E27FC236}">
                <a16:creationId xmlns:a16="http://schemas.microsoft.com/office/drawing/2014/main" id="{BE0550DC-C528-BA39-2C3A-9C7FC222707F}"/>
              </a:ext>
            </a:extLst>
          </p:cNvPr>
          <p:cNvCxnSpPr>
            <a:cxnSpLocks/>
          </p:cNvCxnSpPr>
          <p:nvPr/>
        </p:nvCxnSpPr>
        <p:spPr>
          <a:xfrm>
            <a:off x="3810000" y="2571751"/>
            <a:ext cx="245268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201793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nodeType="clickEffect">
                                  <p:stCondLst>
                                    <p:cond delay="0"/>
                                  </p:stCondLst>
                                  <p:childTnLst>
                                    <p:animEffect transition="out" filter="wipe(left)">
                                      <p:cBhvr>
                                        <p:cTn id="16" dur="250"/>
                                        <p:tgtEl>
                                          <p:spTgt spid="7"/>
                                        </p:tgtEl>
                                      </p:cBhvr>
                                    </p:animEffect>
                                    <p:set>
                                      <p:cBhvr>
                                        <p:cTn id="17" dur="1" fill="hold">
                                          <p:stCondLst>
                                            <p:cond delay="249"/>
                                          </p:stCondLst>
                                        </p:cTn>
                                        <p:tgtEl>
                                          <p:spTgt spid="7"/>
                                        </p:tgtEl>
                                        <p:attrNameLst>
                                          <p:attrName>style.visibility</p:attrName>
                                        </p:attrNameLst>
                                      </p:cBhvr>
                                      <p:to>
                                        <p:strVal val="hidden"/>
                                      </p:to>
                                    </p:set>
                                  </p:childTnLst>
                                </p:cTn>
                              </p:par>
                              <p:par>
                                <p:cTn id="18" presetID="22" presetClass="entr" presetSubtype="8" fill="hold" nodeType="withEffect">
                                  <p:stCondLst>
                                    <p:cond delay="50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6D0BEE8-D2F7-26B1-4D33-52A1A701746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9047E5C-D857-7294-39AB-520A72017291}"/>
              </a:ext>
            </a:extLst>
          </p:cNvPr>
          <p:cNvSpPr txBox="1"/>
          <p:nvPr/>
        </p:nvSpPr>
        <p:spPr>
          <a:xfrm>
            <a:off x="-152399" y="0"/>
            <a:ext cx="3257550" cy="400110"/>
          </a:xfrm>
          <a:prstGeom prst="rect">
            <a:avLst/>
          </a:prstGeom>
          <a:noFill/>
        </p:spPr>
        <p:txBody>
          <a:bodyPr wrap="square" rtlCol="0">
            <a:spAutoFit/>
          </a:bodyPr>
          <a:lstStyle/>
          <a:p>
            <a:pPr algn="ctr"/>
            <a:r>
              <a:rPr kumimoji="1" lang="ja-JP" altLang="en-US" sz="20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2000"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D43E7501-7FCA-9E98-009E-91E55B566852}"/>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四角形: 角を丸くする 8">
            <a:extLst>
              <a:ext uri="{FF2B5EF4-FFF2-40B4-BE49-F238E27FC236}">
                <a16:creationId xmlns:a16="http://schemas.microsoft.com/office/drawing/2014/main" id="{870163D1-E8CB-C74D-C5D5-6225855781BB}"/>
              </a:ext>
            </a:extLst>
          </p:cNvPr>
          <p:cNvSpPr/>
          <p:nvPr/>
        </p:nvSpPr>
        <p:spPr>
          <a:xfrm>
            <a:off x="-152398" y="-70763"/>
            <a:ext cx="3257550" cy="54163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4" name="グラフ 13">
            <a:extLst>
              <a:ext uri="{FF2B5EF4-FFF2-40B4-BE49-F238E27FC236}">
                <a16:creationId xmlns:a16="http://schemas.microsoft.com/office/drawing/2014/main" id="{EB3C4FDC-295A-2DB2-AD1A-7B550247BFFA}"/>
              </a:ext>
            </a:extLst>
          </p:cNvPr>
          <p:cNvGraphicFramePr>
            <a:graphicFrameLocks/>
          </p:cNvGraphicFramePr>
          <p:nvPr/>
        </p:nvGraphicFramePr>
        <p:xfrm>
          <a:off x="3810000" y="2881313"/>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テキスト ボックス 17">
            <a:extLst>
              <a:ext uri="{FF2B5EF4-FFF2-40B4-BE49-F238E27FC236}">
                <a16:creationId xmlns:a16="http://schemas.microsoft.com/office/drawing/2014/main" id="{3799B5F3-6450-9652-7328-7AEEA0D2E056}"/>
              </a:ext>
            </a:extLst>
          </p:cNvPr>
          <p:cNvSpPr txBox="1"/>
          <p:nvPr/>
        </p:nvSpPr>
        <p:spPr>
          <a:xfrm>
            <a:off x="3538537" y="1183451"/>
            <a:ext cx="4986338" cy="923330"/>
          </a:xfrm>
          <a:prstGeom prst="rect">
            <a:avLst/>
          </a:prstGeom>
          <a:noFill/>
        </p:spPr>
        <p:txBody>
          <a:bodyPr wrap="square">
            <a:spAutoFit/>
          </a:bodyPr>
          <a:lstStyle/>
          <a:p>
            <a:r>
              <a:rPr lang="ja-JP" altLang="en-US" dirty="0"/>
              <a:t>・一度に処理できる情報には限りがある</a:t>
            </a:r>
          </a:p>
          <a:p>
            <a:r>
              <a:rPr lang="ja-JP" altLang="en-US" dirty="0"/>
              <a:t>・文章が長いと「読む」ことに集中してしまう</a:t>
            </a:r>
          </a:p>
          <a:p>
            <a:r>
              <a:rPr lang="ja-JP" altLang="en-US" dirty="0"/>
              <a:t>・箇条書きを活用して視認性を高める</a:t>
            </a:r>
          </a:p>
        </p:txBody>
      </p:sp>
      <p:sp>
        <p:nvSpPr>
          <p:cNvPr id="11" name="テキスト ボックス 10">
            <a:extLst>
              <a:ext uri="{FF2B5EF4-FFF2-40B4-BE49-F238E27FC236}">
                <a16:creationId xmlns:a16="http://schemas.microsoft.com/office/drawing/2014/main" id="{08551E4A-1659-D16F-8859-6132AA877FF2}"/>
              </a:ext>
            </a:extLst>
          </p:cNvPr>
          <p:cNvSpPr txBox="1"/>
          <p:nvPr/>
        </p:nvSpPr>
        <p:spPr>
          <a:xfrm>
            <a:off x="3538537" y="1981101"/>
            <a:ext cx="6196012" cy="369332"/>
          </a:xfrm>
          <a:prstGeom prst="rect">
            <a:avLst/>
          </a:prstGeom>
          <a:noFill/>
        </p:spPr>
        <p:txBody>
          <a:bodyPr wrap="square">
            <a:spAutoFit/>
          </a:bodyPr>
          <a:lstStyle/>
          <a:p>
            <a:r>
              <a:rPr lang="ja-JP" altLang="en-US" dirty="0"/>
              <a:t>・</a:t>
            </a:r>
            <a:r>
              <a:rPr lang="en-US" altLang="ja-JP" dirty="0"/>
              <a:t>1</a:t>
            </a:r>
            <a:r>
              <a:rPr lang="ja-JP" altLang="en-US" dirty="0"/>
              <a:t>スライド１メッセージ</a:t>
            </a:r>
          </a:p>
        </p:txBody>
      </p:sp>
      <p:grpSp>
        <p:nvGrpSpPr>
          <p:cNvPr id="21" name="グループ化 20">
            <a:extLst>
              <a:ext uri="{FF2B5EF4-FFF2-40B4-BE49-F238E27FC236}">
                <a16:creationId xmlns:a16="http://schemas.microsoft.com/office/drawing/2014/main" id="{373527EE-4DBC-441B-F1A0-1D80C9705DBA}"/>
              </a:ext>
            </a:extLst>
          </p:cNvPr>
          <p:cNvGrpSpPr/>
          <p:nvPr/>
        </p:nvGrpSpPr>
        <p:grpSpPr>
          <a:xfrm rot="21248605">
            <a:off x="6148813" y="3499167"/>
            <a:ext cx="3027561" cy="1190063"/>
            <a:chOff x="6392116" y="3390962"/>
            <a:chExt cx="3027561" cy="1190063"/>
          </a:xfrm>
        </p:grpSpPr>
        <p:sp>
          <p:nvSpPr>
            <p:cNvPr id="19" name="矢印: 下 18">
              <a:extLst>
                <a:ext uri="{FF2B5EF4-FFF2-40B4-BE49-F238E27FC236}">
                  <a16:creationId xmlns:a16="http://schemas.microsoft.com/office/drawing/2014/main" id="{73AE4908-0BE0-68D5-DC8C-0439257D3591}"/>
                </a:ext>
              </a:extLst>
            </p:cNvPr>
            <p:cNvSpPr/>
            <p:nvPr/>
          </p:nvSpPr>
          <p:spPr>
            <a:xfrm rot="18549525">
              <a:off x="7310865" y="2549213"/>
              <a:ext cx="1190063" cy="2873561"/>
            </a:xfrm>
            <a:prstGeom prst="downArrow">
              <a:avLst>
                <a:gd name="adj1" fmla="val 35898"/>
                <a:gd name="adj2" fmla="val 71813"/>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テキスト ボックス 19">
              <a:extLst>
                <a:ext uri="{FF2B5EF4-FFF2-40B4-BE49-F238E27FC236}">
                  <a16:creationId xmlns:a16="http://schemas.microsoft.com/office/drawing/2014/main" id="{21911242-CC6A-A25A-F397-C034C66BF41D}"/>
                </a:ext>
              </a:extLst>
            </p:cNvPr>
            <p:cNvSpPr txBox="1"/>
            <p:nvPr/>
          </p:nvSpPr>
          <p:spPr>
            <a:xfrm rot="2376470">
              <a:off x="6392116" y="3812020"/>
              <a:ext cx="3027561" cy="369332"/>
            </a:xfrm>
            <a:prstGeom prst="rect">
              <a:avLst/>
            </a:prstGeom>
            <a:noFill/>
          </p:spPr>
          <p:txBody>
            <a:bodyPr wrap="square" rtlCol="0">
              <a:spAutoFit/>
            </a:bodyPr>
            <a:lstStyle/>
            <a:p>
              <a:r>
                <a:rPr lang="ja-JP" altLang="en-US" dirty="0">
                  <a:solidFill>
                    <a:schemeClr val="bg1"/>
                  </a:solidFill>
                </a:rPr>
                <a:t>文章が長いと理解力下がる</a:t>
              </a:r>
              <a:endParaRPr kumimoji="1" lang="ja-JP" altLang="en-US" dirty="0">
                <a:solidFill>
                  <a:schemeClr val="bg1"/>
                </a:solidFill>
              </a:endParaRPr>
            </a:p>
          </p:txBody>
        </p:sp>
      </p:grpSp>
      <p:cxnSp>
        <p:nvCxnSpPr>
          <p:cNvPr id="2" name="直線コネクタ 1">
            <a:extLst>
              <a:ext uri="{FF2B5EF4-FFF2-40B4-BE49-F238E27FC236}">
                <a16:creationId xmlns:a16="http://schemas.microsoft.com/office/drawing/2014/main" id="{5F3FE602-E482-D64E-AAA7-7ABFADE86BF5}"/>
              </a:ext>
            </a:extLst>
          </p:cNvPr>
          <p:cNvCxnSpPr>
            <a:cxnSpLocks/>
          </p:cNvCxnSpPr>
          <p:nvPr/>
        </p:nvCxnSpPr>
        <p:spPr>
          <a:xfrm>
            <a:off x="3810000" y="2286001"/>
            <a:ext cx="245268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01E013ED-CC2B-E0FF-B3B0-982AEE2A81E2}"/>
              </a:ext>
            </a:extLst>
          </p:cNvPr>
          <p:cNvSpPr txBox="1"/>
          <p:nvPr/>
        </p:nvSpPr>
        <p:spPr>
          <a:xfrm>
            <a:off x="3516309" y="-648563"/>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A27FE4F-0293-EAD2-269F-D44BF9D5827C}"/>
              </a:ext>
            </a:extLst>
          </p:cNvPr>
          <p:cNvSpPr txBox="1"/>
          <p:nvPr/>
        </p:nvSpPr>
        <p:spPr>
          <a:xfrm>
            <a:off x="3975104" y="685713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861AFA4-6A04-04C9-B67D-056711566A19}"/>
              </a:ext>
            </a:extLst>
          </p:cNvPr>
          <p:cNvSpPr txBox="1"/>
          <p:nvPr/>
        </p:nvSpPr>
        <p:spPr>
          <a:xfrm>
            <a:off x="3754431" y="8219212"/>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613428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047FD6-CBF2-50B3-EFE5-D814F943409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F134BD3-30C3-0533-3302-EC623C55C499}"/>
              </a:ext>
            </a:extLst>
          </p:cNvPr>
          <p:cNvSpPr txBox="1"/>
          <p:nvPr/>
        </p:nvSpPr>
        <p:spPr>
          <a:xfrm>
            <a:off x="3516309" y="34203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3314AFD3-6196-A190-87A3-02A367F2E3F4}"/>
              </a:ext>
            </a:extLst>
          </p:cNvPr>
          <p:cNvSpPr txBox="1"/>
          <p:nvPr/>
        </p:nvSpPr>
        <p:spPr>
          <a:xfrm>
            <a:off x="-371475" y="1751737"/>
            <a:ext cx="12468225"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A3C92747-A88E-6640-FCEE-E18F9CB6B4FB}"/>
              </a:ext>
            </a:extLst>
          </p:cNvPr>
          <p:cNvSpPr txBox="1"/>
          <p:nvPr/>
        </p:nvSpPr>
        <p:spPr>
          <a:xfrm>
            <a:off x="3975104" y="4313962"/>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A66286A1-E3F3-A30E-7D4B-19BA98F63C18}"/>
              </a:ext>
            </a:extLst>
          </p:cNvPr>
          <p:cNvSpPr txBox="1"/>
          <p:nvPr/>
        </p:nvSpPr>
        <p:spPr>
          <a:xfrm>
            <a:off x="3754431" y="567603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1BC1932D-DC78-3128-87F8-CD21E6F774AC}"/>
              </a:ext>
            </a:extLst>
          </p:cNvPr>
          <p:cNvSpPr/>
          <p:nvPr/>
        </p:nvSpPr>
        <p:spPr>
          <a:xfrm>
            <a:off x="86058" y="1420514"/>
            <a:ext cx="12035734" cy="185608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 name="テキスト ボックス 3">
            <a:extLst>
              <a:ext uri="{FF2B5EF4-FFF2-40B4-BE49-F238E27FC236}">
                <a16:creationId xmlns:a16="http://schemas.microsoft.com/office/drawing/2014/main" id="{8024D332-3E0A-23F8-7F59-5D6DAF591A8A}"/>
              </a:ext>
            </a:extLst>
          </p:cNvPr>
          <p:cNvSpPr txBox="1"/>
          <p:nvPr/>
        </p:nvSpPr>
        <p:spPr>
          <a:xfrm>
            <a:off x="12194686" y="1582340"/>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6" name="テキスト ボックス 5">
            <a:extLst>
              <a:ext uri="{FF2B5EF4-FFF2-40B4-BE49-F238E27FC236}">
                <a16:creationId xmlns:a16="http://schemas.microsoft.com/office/drawing/2014/main" id="{C55DA533-6928-DF77-CBF6-79B3F0DA9F91}"/>
              </a:ext>
            </a:extLst>
          </p:cNvPr>
          <p:cNvSpPr txBox="1"/>
          <p:nvPr/>
        </p:nvSpPr>
        <p:spPr>
          <a:xfrm>
            <a:off x="12194687" y="2044005"/>
            <a:ext cx="31888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色数は少なく</a:t>
            </a:r>
          </a:p>
        </p:txBody>
      </p:sp>
      <p:sp>
        <p:nvSpPr>
          <p:cNvPr id="8" name="テキスト ボックス 7">
            <a:extLst>
              <a:ext uri="{FF2B5EF4-FFF2-40B4-BE49-F238E27FC236}">
                <a16:creationId xmlns:a16="http://schemas.microsoft.com/office/drawing/2014/main" id="{98246653-6CBA-60D9-85D8-C806F6084A76}"/>
              </a:ext>
            </a:extLst>
          </p:cNvPr>
          <p:cNvSpPr txBox="1"/>
          <p:nvPr/>
        </p:nvSpPr>
        <p:spPr>
          <a:xfrm>
            <a:off x="12194688" y="2505670"/>
            <a:ext cx="34936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ゴシック体を使う</a:t>
            </a:r>
          </a:p>
        </p:txBody>
      </p:sp>
      <p:sp>
        <p:nvSpPr>
          <p:cNvPr id="10" name="テキスト ボックス 9">
            <a:extLst>
              <a:ext uri="{FF2B5EF4-FFF2-40B4-BE49-F238E27FC236}">
                <a16:creationId xmlns:a16="http://schemas.microsoft.com/office/drawing/2014/main" id="{FAA68AB5-16BC-15BB-C9A7-15D1CA5CB42C}"/>
              </a:ext>
            </a:extLst>
          </p:cNvPr>
          <p:cNvSpPr txBox="1"/>
          <p:nvPr/>
        </p:nvSpPr>
        <p:spPr>
          <a:xfrm>
            <a:off x="12194687" y="2967335"/>
            <a:ext cx="5827322"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背景とのコントラストは高く</a:t>
            </a:r>
          </a:p>
        </p:txBody>
      </p:sp>
      <p:sp>
        <p:nvSpPr>
          <p:cNvPr id="11" name="テキスト ボックス 10">
            <a:extLst>
              <a:ext uri="{FF2B5EF4-FFF2-40B4-BE49-F238E27FC236}">
                <a16:creationId xmlns:a16="http://schemas.microsoft.com/office/drawing/2014/main" id="{1B2ECD6B-6BFF-BD49-D8E0-084B94ED212B}"/>
              </a:ext>
            </a:extLst>
          </p:cNvPr>
          <p:cNvSpPr txBox="1"/>
          <p:nvPr/>
        </p:nvSpPr>
        <p:spPr>
          <a:xfrm>
            <a:off x="12722066" y="3432585"/>
            <a:ext cx="10547623"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文字を認識しずらい⇐文字を探すので疲れる</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読みにくい⇐読む気が失せる</a:t>
            </a:r>
            <a:endParaRPr lang="en-US" altLang="ja-JP" sz="2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2053083"/>
      </p:ext>
    </p:extLst>
  </p:cSld>
  <p:clrMapOvr>
    <a:masterClrMapping/>
  </p:clrMapOvr>
  <mc:AlternateContent xmlns:mc="http://schemas.openxmlformats.org/markup-compatibility/2006" xmlns:p159="http://schemas.microsoft.com/office/powerpoint/2015/09/main">
    <mc:Choice Requires="p159">
      <p:transition spd="med" advClick="0" advTm="0">
        <p159:morph option="byObject"/>
      </p:transition>
    </mc:Choice>
    <mc:Fallback xmlns="">
      <p:transition spd="med" advClick="0" advTm="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D92D6AE-74E4-AB73-979F-5B52A45CB21B}"/>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F899397-B16B-5730-83A8-DA88964EE6EF}"/>
              </a:ext>
            </a:extLst>
          </p:cNvPr>
          <p:cNvSpPr txBox="1"/>
          <p:nvPr/>
        </p:nvSpPr>
        <p:spPr>
          <a:xfrm>
            <a:off x="3516309" y="5515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「見やすさ」のマナー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F9BFB0D1-EA54-9F94-9160-C0F825F1BA9A}"/>
              </a:ext>
            </a:extLst>
          </p:cNvPr>
          <p:cNvSpPr txBox="1"/>
          <p:nvPr/>
        </p:nvSpPr>
        <p:spPr>
          <a:xfrm>
            <a:off x="3067035" y="21136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2F29CCC-D3A8-06D5-3A13-4E18F155A383}"/>
              </a:ext>
            </a:extLst>
          </p:cNvPr>
          <p:cNvSpPr txBox="1"/>
          <p:nvPr/>
        </p:nvSpPr>
        <p:spPr>
          <a:xfrm>
            <a:off x="3975104" y="3675787"/>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D379FDCA-C853-BFA8-35C4-953375ED2A7E}"/>
              </a:ext>
            </a:extLst>
          </p:cNvPr>
          <p:cNvSpPr txBox="1"/>
          <p:nvPr/>
        </p:nvSpPr>
        <p:spPr>
          <a:xfrm>
            <a:off x="3754431" y="523788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AFE95AB4-5BA0-81A0-365E-F2D3BD6D9F4F}"/>
              </a:ext>
            </a:extLst>
          </p:cNvPr>
          <p:cNvSpPr/>
          <p:nvPr/>
        </p:nvSpPr>
        <p:spPr>
          <a:xfrm>
            <a:off x="3167050" y="1895648"/>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9573572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6674B8-0A12-7D92-BA73-DA505C8700E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330BE90-0FCC-B643-4593-E1EBEC685211}"/>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AA280862-5E96-3ABC-7C47-2D954F19BA75}"/>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14ECCEAD-C8CF-BC5D-61EE-B2F20D1CFC60}"/>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F544F846-1A61-BC97-7E9A-948B7394F6B3}"/>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78635B1C-5525-A3DF-FA10-6901CDDF360A}"/>
              </a:ext>
            </a:extLst>
          </p:cNvPr>
          <p:cNvSpPr/>
          <p:nvPr/>
        </p:nvSpPr>
        <p:spPr>
          <a:xfrm>
            <a:off x="3167050" y="3486323"/>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266809087"/>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4E1E46C-159F-95B0-0CCE-E494EA3AEC8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D8D9802-08F8-4D7C-F0D2-7C8F0B3EC10D}"/>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CA26F535-DAC1-BE9B-FD9C-A2FF90AF46AE}"/>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27839E4B-6381-DDC4-4051-08B5F722A8A1}"/>
              </a:ext>
            </a:extLst>
          </p:cNvPr>
          <p:cNvSpPr txBox="1"/>
          <p:nvPr/>
        </p:nvSpPr>
        <p:spPr>
          <a:xfrm>
            <a:off x="1571849" y="3380392"/>
            <a:ext cx="8486779"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381AAE50-E944-BDE0-2F86-ADABE353F71A}"/>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2CFE81B5-D286-3102-A9FD-5BB200284B1D}"/>
              </a:ext>
            </a:extLst>
          </p:cNvPr>
          <p:cNvSpPr/>
          <p:nvPr/>
        </p:nvSpPr>
        <p:spPr>
          <a:xfrm>
            <a:off x="1587699" y="3242764"/>
            <a:ext cx="9032452" cy="139293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937054258"/>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4668C89-5B90-B6F3-C678-5137D377E44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90A7930-819C-D3DF-16A3-4DCAEFCFFEA8}"/>
              </a:ext>
            </a:extLst>
          </p:cNvPr>
          <p:cNvSpPr txBox="1"/>
          <p:nvPr/>
        </p:nvSpPr>
        <p:spPr>
          <a:xfrm>
            <a:off x="3516309" y="-2229713"/>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560C3001-BF01-3C8E-7A29-C8574E00D463}"/>
              </a:ext>
            </a:extLst>
          </p:cNvPr>
          <p:cNvSpPr txBox="1"/>
          <p:nvPr/>
        </p:nvSpPr>
        <p:spPr>
          <a:xfrm>
            <a:off x="3067035" y="-667613"/>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9A410B03-B871-0DC2-77B1-EE63724EA566}"/>
              </a:ext>
            </a:extLst>
          </p:cNvPr>
          <p:cNvSpPr txBox="1"/>
          <p:nvPr/>
        </p:nvSpPr>
        <p:spPr>
          <a:xfrm>
            <a:off x="-161700" y="75217"/>
            <a:ext cx="22857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60D54DA7-79C0-9415-8B22-EA080A903502}"/>
              </a:ext>
            </a:extLst>
          </p:cNvPr>
          <p:cNvSpPr txBox="1"/>
          <p:nvPr/>
        </p:nvSpPr>
        <p:spPr>
          <a:xfrm>
            <a:off x="3754431" y="68761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A6A9F4A1-CD49-3424-13D2-2175E18DBCF1}"/>
              </a:ext>
            </a:extLst>
          </p:cNvPr>
          <p:cNvSpPr/>
          <p:nvPr/>
        </p:nvSpPr>
        <p:spPr>
          <a:xfrm>
            <a:off x="-161702" y="-114300"/>
            <a:ext cx="2285777" cy="589627"/>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246058796"/>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1B3DBC-0867-BF7D-3090-C94E0A49329B}"/>
            </a:ext>
          </a:extLst>
        </p:cNvPr>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8AAC614B-FE48-2909-E45E-4D6C413CBB71}"/>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A3AEBFDA-0AF1-8F46-E78E-39C7877B20B0}"/>
              </a:ext>
            </a:extLst>
          </p:cNvPr>
          <p:cNvSpPr txBox="1"/>
          <p:nvPr/>
        </p:nvSpPr>
        <p:spPr>
          <a:xfrm>
            <a:off x="-161700" y="75217"/>
            <a:ext cx="22857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AB1A4DA4-2B89-BA1D-C2BF-37CF9F347CCF}"/>
              </a:ext>
            </a:extLst>
          </p:cNvPr>
          <p:cNvSpPr/>
          <p:nvPr/>
        </p:nvSpPr>
        <p:spPr>
          <a:xfrm>
            <a:off x="-161702" y="-114300"/>
            <a:ext cx="2285777" cy="589627"/>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19" name="四角形: 角を丸くする 18">
            <a:extLst>
              <a:ext uri="{FF2B5EF4-FFF2-40B4-BE49-F238E27FC236}">
                <a16:creationId xmlns:a16="http://schemas.microsoft.com/office/drawing/2014/main" id="{D83BCF21-E781-3A35-A0F1-B0DA83129664}"/>
              </a:ext>
            </a:extLst>
          </p:cNvPr>
          <p:cNvSpPr/>
          <p:nvPr/>
        </p:nvSpPr>
        <p:spPr>
          <a:xfrm>
            <a:off x="1556658" y="1134971"/>
            <a:ext cx="6794356" cy="1904176"/>
          </a:xfrm>
          <a:prstGeom prst="roundRect">
            <a:avLst>
              <a:gd name="adj" fmla="val 21848"/>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C7DB9B0-A733-16EB-CE8B-97AD131CD491}"/>
              </a:ext>
            </a:extLst>
          </p:cNvPr>
          <p:cNvSpPr txBox="1"/>
          <p:nvPr/>
        </p:nvSpPr>
        <p:spPr>
          <a:xfrm>
            <a:off x="1531343" y="1204969"/>
            <a:ext cx="3057414" cy="584775"/>
          </a:xfrm>
          <a:prstGeom prst="rect">
            <a:avLst/>
          </a:prstGeom>
          <a:noFill/>
        </p:spPr>
        <p:txBody>
          <a:bodyPr wrap="square" rtlCol="0">
            <a:spAutoFit/>
          </a:bodyPr>
          <a:lstStyle/>
          <a:p>
            <a:r>
              <a:rPr lang="ja-JP" altLang="en-US" sz="3200" dirty="0">
                <a:solidFill>
                  <a:schemeClr val="bg1"/>
                </a:solidFill>
                <a:latin typeface="メイリオ" panose="020B0604030504040204" pitchFamily="50" charset="-128"/>
                <a:ea typeface="メイリオ" panose="020B0604030504040204" pitchFamily="50" charset="-128"/>
              </a:rPr>
              <a:t>配置をそろえる</a:t>
            </a:r>
            <a:endParaRPr kumimoji="1" lang="ja-JP" altLang="en-US" sz="3200" dirty="0">
              <a:solidFill>
                <a:schemeClr val="bg1"/>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25E71977-1DAD-7D1A-7426-69C9B77140B0}"/>
              </a:ext>
            </a:extLst>
          </p:cNvPr>
          <p:cNvSpPr txBox="1"/>
          <p:nvPr/>
        </p:nvSpPr>
        <p:spPr>
          <a:xfrm>
            <a:off x="2017007" y="1641257"/>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・タイトル、箇条書きの行頭、画像の端 など</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895C2369-D6BE-2518-E41A-47936436FA93}"/>
              </a:ext>
            </a:extLst>
          </p:cNvPr>
          <p:cNvSpPr txBox="1"/>
          <p:nvPr/>
        </p:nvSpPr>
        <p:spPr>
          <a:xfrm>
            <a:off x="1874132" y="1994508"/>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・無意識に気持ち悪く感じる</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E16D7EAD-CC1E-6737-7413-BA435A9CEC3E}"/>
              </a:ext>
            </a:extLst>
          </p:cNvPr>
          <p:cNvSpPr txBox="1"/>
          <p:nvPr/>
        </p:nvSpPr>
        <p:spPr>
          <a:xfrm>
            <a:off x="2070193" y="2354544"/>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配置</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機能を使ってそろえるべし</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91ED73F0-3595-D90F-6A33-5484EFD94C68}"/>
              </a:ext>
            </a:extLst>
          </p:cNvPr>
          <p:cNvSpPr txBox="1"/>
          <p:nvPr/>
        </p:nvSpPr>
        <p:spPr>
          <a:xfrm>
            <a:off x="1969381" y="2653155"/>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・基本</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左揃え</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で</a:t>
            </a:r>
            <a:r>
              <a:rPr kumimoji="1" lang="en-US" altLang="ja-JP" sz="2400" dirty="0">
                <a:solidFill>
                  <a:schemeClr val="bg1"/>
                </a:solidFill>
                <a:latin typeface="メイリオ" panose="020B0604030504040204" pitchFamily="50" charset="-128"/>
                <a:ea typeface="メイリオ" panose="020B0604030504040204" pitchFamily="50" charset="-128"/>
              </a:rPr>
              <a:t>OK</a:t>
            </a:r>
          </a:p>
        </p:txBody>
      </p:sp>
      <p:sp>
        <p:nvSpPr>
          <p:cNvPr id="18" name="四角形: 角を丸くする 17">
            <a:extLst>
              <a:ext uri="{FF2B5EF4-FFF2-40B4-BE49-F238E27FC236}">
                <a16:creationId xmlns:a16="http://schemas.microsoft.com/office/drawing/2014/main" id="{00BE2E1E-C264-EBBD-C8C3-F71856BED2EF}"/>
              </a:ext>
            </a:extLst>
          </p:cNvPr>
          <p:cNvSpPr/>
          <p:nvPr/>
        </p:nvSpPr>
        <p:spPr>
          <a:xfrm>
            <a:off x="1703593" y="3162773"/>
            <a:ext cx="4996948" cy="1149574"/>
          </a:xfrm>
          <a:prstGeom prst="roundRect">
            <a:avLst>
              <a:gd name="adj" fmla="val 21549"/>
            </a:avLst>
          </a:prstGeom>
          <a:solidFill>
            <a:schemeClr val="accent3"/>
          </a:solid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433DE42-E24D-385F-29FA-4364EF325A59}"/>
              </a:ext>
            </a:extLst>
          </p:cNvPr>
          <p:cNvSpPr txBox="1"/>
          <p:nvPr/>
        </p:nvSpPr>
        <p:spPr>
          <a:xfrm>
            <a:off x="1639206" y="3138319"/>
            <a:ext cx="3057414" cy="584775"/>
          </a:xfrm>
          <a:prstGeom prst="rect">
            <a:avLst/>
          </a:prstGeom>
          <a:noFill/>
        </p:spPr>
        <p:txBody>
          <a:bodyPr wrap="square" rtlCol="0">
            <a:spAutoFit/>
          </a:bodyPr>
          <a:lstStyle/>
          <a:p>
            <a:r>
              <a:rPr lang="ja-JP" altLang="en-US" sz="3200" dirty="0">
                <a:solidFill>
                  <a:schemeClr val="bg1"/>
                </a:solidFill>
                <a:latin typeface="メイリオ" panose="020B0604030504040204" pitchFamily="50" charset="-128"/>
                <a:ea typeface="メイリオ" panose="020B0604030504040204" pitchFamily="50" charset="-128"/>
              </a:rPr>
              <a:t>余白を作る</a:t>
            </a:r>
            <a:endParaRPr kumimoji="1" lang="ja-JP" altLang="en-US" sz="3200"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D78901F7-127F-2B82-E329-077C1647EC14}"/>
              </a:ext>
            </a:extLst>
          </p:cNvPr>
          <p:cNvSpPr txBox="1"/>
          <p:nvPr/>
        </p:nvSpPr>
        <p:spPr>
          <a:xfrm>
            <a:off x="1870733" y="3598535"/>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・ツメツメだと読みにくい</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C4FE4ED8-05F1-360D-A2E1-0C3EE21DB95A}"/>
              </a:ext>
            </a:extLst>
          </p:cNvPr>
          <p:cNvSpPr txBox="1"/>
          <p:nvPr/>
        </p:nvSpPr>
        <p:spPr>
          <a:xfrm>
            <a:off x="1981995" y="3927858"/>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・余白があると洗練された印象に</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383951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A7C930F-0149-60F2-83B4-6D2B6F762821}"/>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AC32D8D8-B6A3-15C6-4953-17B0C81D3BAC}"/>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EC575A3C-B53E-682F-CC1E-112E98247D59}"/>
              </a:ext>
            </a:extLst>
          </p:cNvPr>
          <p:cNvSpPr txBox="1"/>
          <p:nvPr/>
        </p:nvSpPr>
        <p:spPr>
          <a:xfrm>
            <a:off x="-161700" y="75217"/>
            <a:ext cx="22857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A7FBEBC8-7EC5-FDFA-B585-A036D1D35AED}"/>
              </a:ext>
            </a:extLst>
          </p:cNvPr>
          <p:cNvSpPr/>
          <p:nvPr/>
        </p:nvSpPr>
        <p:spPr>
          <a:xfrm>
            <a:off x="-161702" y="-114300"/>
            <a:ext cx="2285777" cy="589627"/>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19" name="四角形: 角を丸くする 18">
            <a:extLst>
              <a:ext uri="{FF2B5EF4-FFF2-40B4-BE49-F238E27FC236}">
                <a16:creationId xmlns:a16="http://schemas.microsoft.com/office/drawing/2014/main" id="{F6910C92-92F7-6E54-2119-70A95ED533B6}"/>
              </a:ext>
            </a:extLst>
          </p:cNvPr>
          <p:cNvSpPr/>
          <p:nvPr/>
        </p:nvSpPr>
        <p:spPr>
          <a:xfrm>
            <a:off x="2163728" y="987294"/>
            <a:ext cx="7492487" cy="2651632"/>
          </a:xfrm>
          <a:prstGeom prst="roundRect">
            <a:avLst>
              <a:gd name="adj" fmla="val 21848"/>
            </a:avLst>
          </a:prstGeom>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1E068B0-6308-1B3C-5607-3D3227787AD4}"/>
              </a:ext>
            </a:extLst>
          </p:cNvPr>
          <p:cNvSpPr txBox="1"/>
          <p:nvPr/>
        </p:nvSpPr>
        <p:spPr>
          <a:xfrm>
            <a:off x="2343301" y="1148367"/>
            <a:ext cx="3057414" cy="584775"/>
          </a:xfrm>
          <a:prstGeom prst="rect">
            <a:avLst/>
          </a:prstGeom>
          <a:noFill/>
        </p:spPr>
        <p:txBody>
          <a:bodyPr wrap="square" rtlCol="0">
            <a:spAutoFit/>
          </a:bodyPr>
          <a:lstStyle/>
          <a:p>
            <a:r>
              <a:rPr lang="ja-JP" altLang="en-US" sz="3200" dirty="0">
                <a:solidFill>
                  <a:schemeClr val="bg1"/>
                </a:solidFill>
                <a:latin typeface="メイリオ" panose="020B0604030504040204" pitchFamily="50" charset="-128"/>
                <a:ea typeface="メイリオ" panose="020B0604030504040204" pitchFamily="50" charset="-128"/>
              </a:rPr>
              <a:t>配置をそろえる</a:t>
            </a:r>
            <a:endParaRPr kumimoji="1" lang="ja-JP" altLang="en-US" sz="3200" dirty="0">
              <a:solidFill>
                <a:schemeClr val="bg1"/>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D98C036D-F0E7-1A95-D68D-A36E2DF53976}"/>
              </a:ext>
            </a:extLst>
          </p:cNvPr>
          <p:cNvSpPr txBox="1"/>
          <p:nvPr/>
        </p:nvSpPr>
        <p:spPr>
          <a:xfrm>
            <a:off x="2482205" y="1735018"/>
            <a:ext cx="8088533"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・タイトル、箇条書きの行頭、画像の端 など</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0DC1D20A-3D15-A56E-CA31-57D48A8BB22C}"/>
              </a:ext>
            </a:extLst>
          </p:cNvPr>
          <p:cNvSpPr txBox="1"/>
          <p:nvPr/>
        </p:nvSpPr>
        <p:spPr>
          <a:xfrm>
            <a:off x="2482204" y="2178977"/>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・無意識に気持ち悪く感じる</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723DFD37-A715-E15B-8AFF-A15466CB609E}"/>
              </a:ext>
            </a:extLst>
          </p:cNvPr>
          <p:cNvSpPr txBox="1"/>
          <p:nvPr/>
        </p:nvSpPr>
        <p:spPr>
          <a:xfrm>
            <a:off x="2477804" y="2637354"/>
            <a:ext cx="814171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配置</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機能を使ってそろえるべし</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07DDD11B-683A-F6A0-BF17-EB835958C942}"/>
              </a:ext>
            </a:extLst>
          </p:cNvPr>
          <p:cNvSpPr txBox="1"/>
          <p:nvPr/>
        </p:nvSpPr>
        <p:spPr>
          <a:xfrm>
            <a:off x="2477804" y="3100895"/>
            <a:ext cx="8040907"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・基本</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左揃え</a:t>
            </a:r>
            <a:r>
              <a:rPr kumimoji="1" lang="en-US" altLang="ja-JP" sz="2400" dirty="0">
                <a:solidFill>
                  <a:schemeClr val="bg1"/>
                </a:solidFill>
                <a:latin typeface="メイリオ" panose="020B0604030504040204" pitchFamily="50" charset="-128"/>
                <a:ea typeface="メイリオ" panose="020B0604030504040204" pitchFamily="50" charset="-128"/>
              </a:rPr>
              <a:t>｣</a:t>
            </a:r>
            <a:r>
              <a:rPr kumimoji="1" lang="ja-JP" altLang="en-US" sz="2400" dirty="0">
                <a:solidFill>
                  <a:schemeClr val="bg1"/>
                </a:solidFill>
                <a:latin typeface="メイリオ" panose="020B0604030504040204" pitchFamily="50" charset="-128"/>
                <a:ea typeface="メイリオ" panose="020B0604030504040204" pitchFamily="50" charset="-128"/>
              </a:rPr>
              <a:t>で</a:t>
            </a:r>
            <a:r>
              <a:rPr kumimoji="1" lang="en-US" altLang="ja-JP" sz="2400" dirty="0">
                <a:solidFill>
                  <a:schemeClr val="bg1"/>
                </a:solidFill>
                <a:latin typeface="メイリオ" panose="020B0604030504040204" pitchFamily="50" charset="-128"/>
                <a:ea typeface="メイリオ" panose="020B0604030504040204" pitchFamily="50" charset="-128"/>
              </a:rPr>
              <a:t>OK</a:t>
            </a:r>
          </a:p>
        </p:txBody>
      </p:sp>
      <p:sp>
        <p:nvSpPr>
          <p:cNvPr id="18" name="四角形: 角を丸くする 17">
            <a:extLst>
              <a:ext uri="{FF2B5EF4-FFF2-40B4-BE49-F238E27FC236}">
                <a16:creationId xmlns:a16="http://schemas.microsoft.com/office/drawing/2014/main" id="{585AA45B-52C3-6BF5-81FE-D472BEE8ABF5}"/>
              </a:ext>
            </a:extLst>
          </p:cNvPr>
          <p:cNvSpPr/>
          <p:nvPr/>
        </p:nvSpPr>
        <p:spPr>
          <a:xfrm>
            <a:off x="2163727" y="4053290"/>
            <a:ext cx="7492487" cy="2081914"/>
          </a:xfrm>
          <a:prstGeom prst="roundRect">
            <a:avLst>
              <a:gd name="adj" fmla="val 21549"/>
            </a:avLst>
          </a:prstGeom>
          <a:solidFill>
            <a:schemeClr val="accent3"/>
          </a:solid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89F9BBA-C19F-EA6B-A5C3-6FEDCACE9B45}"/>
              </a:ext>
            </a:extLst>
          </p:cNvPr>
          <p:cNvSpPr txBox="1"/>
          <p:nvPr/>
        </p:nvSpPr>
        <p:spPr>
          <a:xfrm>
            <a:off x="2343301" y="4216240"/>
            <a:ext cx="3057414" cy="584775"/>
          </a:xfrm>
          <a:prstGeom prst="rect">
            <a:avLst/>
          </a:prstGeom>
          <a:noFill/>
        </p:spPr>
        <p:txBody>
          <a:bodyPr wrap="square" rtlCol="0">
            <a:spAutoFit/>
          </a:bodyPr>
          <a:lstStyle/>
          <a:p>
            <a:r>
              <a:rPr lang="ja-JP" altLang="en-US" sz="3200" dirty="0">
                <a:solidFill>
                  <a:schemeClr val="bg1"/>
                </a:solidFill>
                <a:latin typeface="メイリオ" panose="020B0604030504040204" pitchFamily="50" charset="-128"/>
                <a:ea typeface="メイリオ" panose="020B0604030504040204" pitchFamily="50" charset="-128"/>
              </a:rPr>
              <a:t>余白を作る</a:t>
            </a:r>
            <a:endParaRPr kumimoji="1" lang="ja-JP" altLang="en-US" sz="3200"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8E7AFF9-DF19-B7AE-01B6-B27718AEDB70}"/>
              </a:ext>
            </a:extLst>
          </p:cNvPr>
          <p:cNvSpPr txBox="1"/>
          <p:nvPr/>
        </p:nvSpPr>
        <p:spPr>
          <a:xfrm>
            <a:off x="2482203" y="4744288"/>
            <a:ext cx="7942259"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・ツメツメだと読みにくい</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340E603B-D8E3-D291-810E-A269CBF79E47}"/>
              </a:ext>
            </a:extLst>
          </p:cNvPr>
          <p:cNvSpPr txBox="1"/>
          <p:nvPr/>
        </p:nvSpPr>
        <p:spPr>
          <a:xfrm>
            <a:off x="2471496" y="5208913"/>
            <a:ext cx="8053521" cy="461665"/>
          </a:xfrm>
          <a:prstGeom prst="rect">
            <a:avLst/>
          </a:prstGeom>
          <a:noFill/>
        </p:spPr>
        <p:txBody>
          <a:bodyPr wrap="square" rtlCol="0">
            <a:spAutoFit/>
          </a:bodyPr>
          <a:lstStyle/>
          <a:p>
            <a:r>
              <a:rPr kumimoji="1" lang="ja-JP" altLang="en-US" sz="2400" dirty="0">
                <a:solidFill>
                  <a:schemeClr val="bg1"/>
                </a:solidFill>
                <a:latin typeface="メイリオ" panose="020B0604030504040204" pitchFamily="50" charset="-128"/>
                <a:ea typeface="メイリオ" panose="020B0604030504040204" pitchFamily="50" charset="-128"/>
              </a:rPr>
              <a:t>・余白があると洗練された印象に</a:t>
            </a:r>
            <a:endParaRPr kumimoji="1" lang="en-US" altLang="ja-JP" sz="2400" dirty="0">
              <a:solidFill>
                <a:schemeClr val="bg1"/>
              </a:solidFill>
              <a:latin typeface="メイリオ" panose="020B0604030504040204" pitchFamily="50" charset="-128"/>
              <a:ea typeface="メイリオ" panose="020B0604030504040204" pitchFamily="50" charset="-128"/>
            </a:endParaRPr>
          </a:p>
        </p:txBody>
      </p:sp>
      <p:cxnSp>
        <p:nvCxnSpPr>
          <p:cNvPr id="7" name="直線コネクタ 6">
            <a:extLst>
              <a:ext uri="{FF2B5EF4-FFF2-40B4-BE49-F238E27FC236}">
                <a16:creationId xmlns:a16="http://schemas.microsoft.com/office/drawing/2014/main" id="{2A45E718-2D45-B4B0-92D6-2BDBCFC5C212}"/>
              </a:ext>
            </a:extLst>
          </p:cNvPr>
          <p:cNvCxnSpPr/>
          <p:nvPr/>
        </p:nvCxnSpPr>
        <p:spPr>
          <a:xfrm>
            <a:off x="2131663" y="523883"/>
            <a:ext cx="0" cy="6153142"/>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74504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4207FD-3C29-6EBD-6E75-365993946578}"/>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E15A8779-A7DA-8C54-50D5-43643030A290}"/>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F9E387A8-D6C2-614F-AFB4-0FCCB96C2906}"/>
              </a:ext>
            </a:extLst>
          </p:cNvPr>
          <p:cNvSpPr txBox="1"/>
          <p:nvPr/>
        </p:nvSpPr>
        <p:spPr>
          <a:xfrm>
            <a:off x="-161700" y="75217"/>
            <a:ext cx="22857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1F50C606-63B0-6956-0DA5-F1C30EC553EC}"/>
              </a:ext>
            </a:extLst>
          </p:cNvPr>
          <p:cNvSpPr/>
          <p:nvPr/>
        </p:nvSpPr>
        <p:spPr>
          <a:xfrm>
            <a:off x="-161702" y="-114300"/>
            <a:ext cx="2285777" cy="589627"/>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F1CA3894-0B18-D7CA-B7EF-DCEFE48B8CA4}"/>
              </a:ext>
            </a:extLst>
          </p:cNvPr>
          <p:cNvSpPr txBox="1"/>
          <p:nvPr/>
        </p:nvSpPr>
        <p:spPr>
          <a:xfrm>
            <a:off x="2343301" y="1148367"/>
            <a:ext cx="3057414" cy="584775"/>
          </a:xfrm>
          <a:prstGeom prst="rect">
            <a:avLst/>
          </a:prstGeom>
          <a:noFill/>
        </p:spPr>
        <p:txBody>
          <a:bodyPr wrap="square" rtlCol="0">
            <a:spAutoFit/>
          </a:bodyPr>
          <a:lstStyle/>
          <a:p>
            <a:r>
              <a:rPr lang="ja-JP" altLang="en-US" sz="3200" dirty="0">
                <a:latin typeface="メイリオ" panose="020B0604030504040204" pitchFamily="50" charset="-128"/>
                <a:ea typeface="メイリオ" panose="020B0604030504040204" pitchFamily="50" charset="-128"/>
              </a:rPr>
              <a:t>配置をそろえる</a:t>
            </a:r>
            <a:endParaRPr kumimoji="1" lang="ja-JP" altLang="en-US" sz="32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79DC30A-F3A5-A285-44D1-9E074DCB6F4E}"/>
              </a:ext>
            </a:extLst>
          </p:cNvPr>
          <p:cNvSpPr txBox="1"/>
          <p:nvPr/>
        </p:nvSpPr>
        <p:spPr>
          <a:xfrm>
            <a:off x="2482205" y="1735018"/>
            <a:ext cx="8088533" cy="461665"/>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・タイトル、箇条書きの行頭、画像の端 など</a:t>
            </a:r>
            <a:endParaRPr kumimoji="1" lang="en-US" altLang="ja-JP" sz="24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73F31C98-116E-420B-7895-F0BE9AF2A559}"/>
              </a:ext>
            </a:extLst>
          </p:cNvPr>
          <p:cNvSpPr txBox="1"/>
          <p:nvPr/>
        </p:nvSpPr>
        <p:spPr>
          <a:xfrm>
            <a:off x="2482204" y="2178977"/>
            <a:ext cx="7942259" cy="461665"/>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・無意識に気持ち悪く感じる</a:t>
            </a:r>
            <a:endParaRPr kumimoji="1" lang="en-US" altLang="ja-JP" sz="24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9071C2E9-2B7A-5E08-6D52-8DC004018D01}"/>
              </a:ext>
            </a:extLst>
          </p:cNvPr>
          <p:cNvSpPr txBox="1"/>
          <p:nvPr/>
        </p:nvSpPr>
        <p:spPr>
          <a:xfrm>
            <a:off x="2477804" y="2637354"/>
            <a:ext cx="8141719" cy="461665"/>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配置</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機能を使ってそろえるべし</a:t>
            </a:r>
            <a:endParaRPr kumimoji="1" lang="en-US" altLang="ja-JP" sz="24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E61AE0AE-3FB0-FAC8-5F06-080936182439}"/>
              </a:ext>
            </a:extLst>
          </p:cNvPr>
          <p:cNvSpPr txBox="1"/>
          <p:nvPr/>
        </p:nvSpPr>
        <p:spPr>
          <a:xfrm>
            <a:off x="2477804" y="3100895"/>
            <a:ext cx="8040907" cy="461665"/>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・基本</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左揃え</a:t>
            </a:r>
            <a:r>
              <a:rPr kumimoji="1" lang="en-US" altLang="ja-JP" sz="2400" dirty="0">
                <a:latin typeface="メイリオ" panose="020B0604030504040204" pitchFamily="50" charset="-128"/>
                <a:ea typeface="メイリオ" panose="020B0604030504040204" pitchFamily="50" charset="-128"/>
              </a:rPr>
              <a:t>｣</a:t>
            </a:r>
            <a:r>
              <a:rPr kumimoji="1" lang="ja-JP" altLang="en-US" sz="2400" dirty="0">
                <a:latin typeface="メイリオ" panose="020B0604030504040204" pitchFamily="50" charset="-128"/>
                <a:ea typeface="メイリオ" panose="020B0604030504040204" pitchFamily="50" charset="-128"/>
              </a:rPr>
              <a:t>で</a:t>
            </a:r>
            <a:r>
              <a:rPr kumimoji="1" lang="en-US" altLang="ja-JP" sz="2400" dirty="0">
                <a:latin typeface="メイリオ" panose="020B0604030504040204" pitchFamily="50" charset="-128"/>
                <a:ea typeface="メイリオ" panose="020B0604030504040204" pitchFamily="50" charset="-128"/>
              </a:rPr>
              <a:t>OK</a:t>
            </a:r>
          </a:p>
        </p:txBody>
      </p:sp>
      <p:sp>
        <p:nvSpPr>
          <p:cNvPr id="11" name="テキスト ボックス 10">
            <a:extLst>
              <a:ext uri="{FF2B5EF4-FFF2-40B4-BE49-F238E27FC236}">
                <a16:creationId xmlns:a16="http://schemas.microsoft.com/office/drawing/2014/main" id="{719B921A-BC7D-3177-1D88-2C6BCAF6AF24}"/>
              </a:ext>
            </a:extLst>
          </p:cNvPr>
          <p:cNvSpPr txBox="1"/>
          <p:nvPr/>
        </p:nvSpPr>
        <p:spPr>
          <a:xfrm>
            <a:off x="2343301" y="4216240"/>
            <a:ext cx="3057414" cy="584775"/>
          </a:xfrm>
          <a:prstGeom prst="rect">
            <a:avLst/>
          </a:prstGeom>
          <a:noFill/>
        </p:spPr>
        <p:txBody>
          <a:bodyPr wrap="square" rtlCol="0">
            <a:spAutoFit/>
          </a:bodyPr>
          <a:lstStyle/>
          <a:p>
            <a:r>
              <a:rPr lang="ja-JP" altLang="en-US" sz="3200" dirty="0">
                <a:latin typeface="メイリオ" panose="020B0604030504040204" pitchFamily="50" charset="-128"/>
                <a:ea typeface="メイリオ" panose="020B0604030504040204" pitchFamily="50" charset="-128"/>
              </a:rPr>
              <a:t>余白を作る</a:t>
            </a:r>
            <a:endParaRPr kumimoji="1" lang="ja-JP" altLang="en-US" sz="320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23275469-2AFF-8CCE-BD2C-8E936337ACC5}"/>
              </a:ext>
            </a:extLst>
          </p:cNvPr>
          <p:cNvSpPr txBox="1"/>
          <p:nvPr/>
        </p:nvSpPr>
        <p:spPr>
          <a:xfrm>
            <a:off x="2482203" y="4744288"/>
            <a:ext cx="7942259" cy="461665"/>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・ツメツメだと読みにくい</a:t>
            </a:r>
            <a:endParaRPr kumimoji="1" lang="en-US" altLang="ja-JP" sz="24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2B01CE02-14CF-2B6A-2258-042511169E48}"/>
              </a:ext>
            </a:extLst>
          </p:cNvPr>
          <p:cNvSpPr txBox="1"/>
          <p:nvPr/>
        </p:nvSpPr>
        <p:spPr>
          <a:xfrm>
            <a:off x="2471496" y="5208913"/>
            <a:ext cx="8053521" cy="461665"/>
          </a:xfrm>
          <a:prstGeom prst="rect">
            <a:avLst/>
          </a:prstGeom>
          <a:noFill/>
        </p:spPr>
        <p:txBody>
          <a:bodyPr wrap="square" rtlCol="0">
            <a:spAutoFit/>
          </a:bodyPr>
          <a:lstStyle/>
          <a:p>
            <a:r>
              <a:rPr kumimoji="1" lang="ja-JP" altLang="en-US" sz="2400" dirty="0">
                <a:latin typeface="メイリオ" panose="020B0604030504040204" pitchFamily="50" charset="-128"/>
                <a:ea typeface="メイリオ" panose="020B0604030504040204" pitchFamily="50" charset="-128"/>
              </a:rPr>
              <a:t>・余白があると洗練された印象に</a:t>
            </a:r>
            <a:endParaRPr kumimoji="1" lang="en-US" altLang="ja-JP" sz="24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4292230C-F3D1-CE59-2636-16CFB0464C65}"/>
              </a:ext>
            </a:extLst>
          </p:cNvPr>
          <p:cNvSpPr txBox="1"/>
          <p:nvPr/>
        </p:nvSpPr>
        <p:spPr>
          <a:xfrm>
            <a:off x="3516309" y="-2229713"/>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 name="テキスト ボックス 3">
            <a:extLst>
              <a:ext uri="{FF2B5EF4-FFF2-40B4-BE49-F238E27FC236}">
                <a16:creationId xmlns:a16="http://schemas.microsoft.com/office/drawing/2014/main" id="{B62D8495-7AA3-A07B-681F-CEF59290B1AA}"/>
              </a:ext>
            </a:extLst>
          </p:cNvPr>
          <p:cNvSpPr txBox="1"/>
          <p:nvPr/>
        </p:nvSpPr>
        <p:spPr>
          <a:xfrm>
            <a:off x="3067035" y="-667613"/>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17E28445-9DD5-F441-8C3A-9DADE21349A3}"/>
              </a:ext>
            </a:extLst>
          </p:cNvPr>
          <p:cNvSpPr txBox="1"/>
          <p:nvPr/>
        </p:nvSpPr>
        <p:spPr>
          <a:xfrm>
            <a:off x="3754431" y="68761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Tree>
    <p:extLst>
      <p:ext uri="{BB962C8B-B14F-4D97-AF65-F5344CB8AC3E}">
        <p14:creationId xmlns:p14="http://schemas.microsoft.com/office/powerpoint/2010/main" val="13643507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13B142D-77F6-0115-7AA5-96A12A5644A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CC94CB3-FFC5-DDF4-49F3-D701CCFF1B86}"/>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BA74B786-BB98-208D-7F70-05BC0EDFF473}"/>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76B71300-D0FE-329A-87A8-B550C2B9DD7F}"/>
              </a:ext>
            </a:extLst>
          </p:cNvPr>
          <p:cNvSpPr txBox="1"/>
          <p:nvPr/>
        </p:nvSpPr>
        <p:spPr>
          <a:xfrm>
            <a:off x="1571849" y="3380392"/>
            <a:ext cx="8486779"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C1A56859-86ED-710F-285B-3B2FEFC5FF38}"/>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74F58707-AC22-C2BF-4B48-B43E0E12DB6E}"/>
              </a:ext>
            </a:extLst>
          </p:cNvPr>
          <p:cNvSpPr/>
          <p:nvPr/>
        </p:nvSpPr>
        <p:spPr>
          <a:xfrm>
            <a:off x="1587699" y="3242764"/>
            <a:ext cx="9032452" cy="1392936"/>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779476428"/>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ABB0E1F-0B4B-168E-F993-2ED2413061D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7E51A39-3FC4-A457-C5C9-CF0EF2ACDB0C}"/>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D467FF8B-83F7-4DCC-6CC3-B2AD7E1A8AF0}"/>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7C8CF20E-E605-F8AB-E7B1-7D054A43E280}"/>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B6F59830-6127-2742-19BF-224D53C8EE90}"/>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59E36791-6252-288E-D639-D07AFBC49BE3}"/>
              </a:ext>
            </a:extLst>
          </p:cNvPr>
          <p:cNvSpPr/>
          <p:nvPr/>
        </p:nvSpPr>
        <p:spPr>
          <a:xfrm>
            <a:off x="3167050" y="5057948"/>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10681910"/>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4B7CAB1-2E7F-20A9-1D9B-87E4EECB2EE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7E6A260-9A2E-835B-052E-997CD505B98F}"/>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01FC1F51-1BE5-02EB-8324-4C18C2FCCEDD}"/>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F3DBC3FA-8B85-7798-9D8A-1ABBCCE0E6AE}"/>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17EABD08-2E0B-9397-316E-2831605CC3ED}"/>
              </a:ext>
            </a:extLst>
          </p:cNvPr>
          <p:cNvSpPr txBox="1"/>
          <p:nvPr/>
        </p:nvSpPr>
        <p:spPr>
          <a:xfrm>
            <a:off x="781050" y="4990237"/>
            <a:ext cx="1020126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5FD55FE3-B95B-971D-733C-936E648CE1DF}"/>
              </a:ext>
            </a:extLst>
          </p:cNvPr>
          <p:cNvSpPr/>
          <p:nvPr/>
        </p:nvSpPr>
        <p:spPr>
          <a:xfrm>
            <a:off x="1457325" y="4794283"/>
            <a:ext cx="9293200" cy="143314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599803901"/>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5C5E477-9EE5-D51E-C424-5C4F5EEE283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02A2FBC-72B3-254F-CC67-055A8C02DC92}"/>
              </a:ext>
            </a:extLst>
          </p:cNvPr>
          <p:cNvSpPr txBox="1"/>
          <p:nvPr/>
        </p:nvSpPr>
        <p:spPr>
          <a:xfrm>
            <a:off x="3516309" y="-3782288"/>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382C5C71-BA60-03D0-0A28-6C8AB98F22B4}"/>
              </a:ext>
            </a:extLst>
          </p:cNvPr>
          <p:cNvSpPr txBox="1"/>
          <p:nvPr/>
        </p:nvSpPr>
        <p:spPr>
          <a:xfrm>
            <a:off x="3067035" y="-2220188"/>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D1077D79-88CF-AA3F-3374-981E6800AD4A}"/>
              </a:ext>
            </a:extLst>
          </p:cNvPr>
          <p:cNvSpPr txBox="1"/>
          <p:nvPr/>
        </p:nvSpPr>
        <p:spPr>
          <a:xfrm>
            <a:off x="3975104" y="-658088"/>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56B41CB4-62D1-6D7F-50F7-2ABAADECC86D}"/>
              </a:ext>
            </a:extLst>
          </p:cNvPr>
          <p:cNvSpPr txBox="1"/>
          <p:nvPr/>
        </p:nvSpPr>
        <p:spPr>
          <a:xfrm>
            <a:off x="-219075" y="0"/>
            <a:ext cx="257175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341E947B-EF8A-33D1-6F73-FAB3B2F6AEA9}"/>
              </a:ext>
            </a:extLst>
          </p:cNvPr>
          <p:cNvSpPr/>
          <p:nvPr/>
        </p:nvSpPr>
        <p:spPr>
          <a:xfrm>
            <a:off x="-219075" y="-149132"/>
            <a:ext cx="2486025" cy="549242"/>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25246188"/>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5CCCEB-FEAE-1F30-DD18-84E32DA2FD63}"/>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F60850EF-E45C-AB4C-2DEB-622160F80D84}"/>
              </a:ext>
            </a:extLst>
          </p:cNvPr>
          <p:cNvSpPr txBox="1"/>
          <p:nvPr/>
        </p:nvSpPr>
        <p:spPr>
          <a:xfrm>
            <a:off x="-219075" y="0"/>
            <a:ext cx="257175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960C935E-C6A6-8B8C-673A-D6D47744791C}"/>
              </a:ext>
            </a:extLst>
          </p:cNvPr>
          <p:cNvSpPr/>
          <p:nvPr/>
        </p:nvSpPr>
        <p:spPr>
          <a:xfrm>
            <a:off x="-219075" y="-149132"/>
            <a:ext cx="2486025" cy="549242"/>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 name="正方形/長方形 3">
            <a:extLst>
              <a:ext uri="{FF2B5EF4-FFF2-40B4-BE49-F238E27FC236}">
                <a16:creationId xmlns:a16="http://schemas.microsoft.com/office/drawing/2014/main" id="{E9C5215C-9BE3-67A9-C35C-F7443E373AB6}"/>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aphicFrame>
        <p:nvGraphicFramePr>
          <p:cNvPr id="6" name="グラフ 5">
            <a:extLst>
              <a:ext uri="{FF2B5EF4-FFF2-40B4-BE49-F238E27FC236}">
                <a16:creationId xmlns:a16="http://schemas.microsoft.com/office/drawing/2014/main" id="{9D8CF0D1-1783-C861-8565-7FF34712D4E6}"/>
              </a:ext>
            </a:extLst>
          </p:cNvPr>
          <p:cNvGraphicFramePr>
            <a:graphicFrameLocks/>
          </p:cNvGraphicFramePr>
          <p:nvPr>
            <p:extLst>
              <p:ext uri="{D42A27DB-BD31-4B8C-83A1-F6EECF244321}">
                <p14:modId xmlns:p14="http://schemas.microsoft.com/office/powerpoint/2010/main" val="346817474"/>
              </p:ext>
            </p:extLst>
          </p:nvPr>
        </p:nvGraphicFramePr>
        <p:xfrm>
          <a:off x="866776" y="792285"/>
          <a:ext cx="10458450" cy="52734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7670104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0559844-65AE-440B-84EB-073E0083DC1E}"/>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D904277E-F0C7-DF38-C4A3-DC58E5C43A77}"/>
              </a:ext>
            </a:extLst>
          </p:cNvPr>
          <p:cNvSpPr txBox="1"/>
          <p:nvPr/>
        </p:nvSpPr>
        <p:spPr>
          <a:xfrm>
            <a:off x="-219075" y="0"/>
            <a:ext cx="257175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2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931F7A80-2C75-59B0-BC7C-531F644F6D83}"/>
              </a:ext>
            </a:extLst>
          </p:cNvPr>
          <p:cNvSpPr/>
          <p:nvPr/>
        </p:nvSpPr>
        <p:spPr>
          <a:xfrm>
            <a:off x="-219075" y="-149132"/>
            <a:ext cx="2486025" cy="549242"/>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 name="正方形/長方形 3">
            <a:extLst>
              <a:ext uri="{FF2B5EF4-FFF2-40B4-BE49-F238E27FC236}">
                <a16:creationId xmlns:a16="http://schemas.microsoft.com/office/drawing/2014/main" id="{8E834923-87DC-BCCA-DDFC-94AB341A7355}"/>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AF13D16D-B1EE-F9FE-D78D-8BC84E903ACB}"/>
              </a:ext>
            </a:extLst>
          </p:cNvPr>
          <p:cNvSpPr txBox="1"/>
          <p:nvPr/>
        </p:nvSpPr>
        <p:spPr>
          <a:xfrm>
            <a:off x="3418563" y="6139000"/>
            <a:ext cx="5361192" cy="369332"/>
          </a:xfrm>
          <a:prstGeom prst="rect">
            <a:avLst/>
          </a:prstGeom>
          <a:noFill/>
        </p:spPr>
        <p:txBody>
          <a:bodyPr wrap="square" rtlCol="0">
            <a:spAutoFit/>
          </a:bodyPr>
          <a:lstStyle/>
          <a:p>
            <a:r>
              <a:rPr kumimoji="1" lang="ja-JP" altLang="en-US" dirty="0"/>
              <a:t>出典）</a:t>
            </a:r>
            <a:r>
              <a:rPr lang="en-US" altLang="ja-JP" dirty="0"/>
              <a:t>e-Stat </a:t>
            </a:r>
            <a:r>
              <a:rPr lang="en-US" altLang="ja-JP" sz="1200" dirty="0"/>
              <a:t>https://www.e-stat.go.jp/dbview?sid=0003109741</a:t>
            </a:r>
            <a:endParaRPr kumimoji="1" lang="ja-JP" altLang="en-US" sz="1200" dirty="0"/>
          </a:p>
        </p:txBody>
      </p:sp>
      <p:cxnSp>
        <p:nvCxnSpPr>
          <p:cNvPr id="5" name="直線コネクタ 4">
            <a:extLst>
              <a:ext uri="{FF2B5EF4-FFF2-40B4-BE49-F238E27FC236}">
                <a16:creationId xmlns:a16="http://schemas.microsoft.com/office/drawing/2014/main" id="{4E0CD605-0359-E3F1-190A-FBBA4B47F1C2}"/>
              </a:ext>
            </a:extLst>
          </p:cNvPr>
          <p:cNvCxnSpPr>
            <a:cxnSpLocks/>
          </p:cNvCxnSpPr>
          <p:nvPr/>
        </p:nvCxnSpPr>
        <p:spPr>
          <a:xfrm>
            <a:off x="3190915" y="6423565"/>
            <a:ext cx="5588840" cy="0"/>
          </a:xfrm>
          <a:prstGeom prst="line">
            <a:avLst/>
          </a:prstGeom>
          <a:ln>
            <a:gradFill>
              <a:gsLst>
                <a:gs pos="20000">
                  <a:srgbClr val="FF0000"/>
                </a:gs>
                <a:gs pos="0">
                  <a:srgbClr val="FF0000">
                    <a:alpha val="0"/>
                  </a:srgbClr>
                </a:gs>
                <a:gs pos="80000">
                  <a:srgbClr val="FF0000"/>
                </a:gs>
                <a:gs pos="100000">
                  <a:srgbClr val="FF0000">
                    <a:alpha val="0"/>
                  </a:srgbClr>
                </a:gs>
              </a:gsLst>
              <a:lin ang="0" scaled="0"/>
            </a:gra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94DB43EE-4969-A7BD-EAB0-FD843527EA8B}"/>
              </a:ext>
            </a:extLst>
          </p:cNvPr>
          <p:cNvSpPr txBox="1"/>
          <p:nvPr/>
        </p:nvSpPr>
        <p:spPr>
          <a:xfrm>
            <a:off x="3516309" y="-3782288"/>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2" name="テキスト ボックス 11">
            <a:extLst>
              <a:ext uri="{FF2B5EF4-FFF2-40B4-BE49-F238E27FC236}">
                <a16:creationId xmlns:a16="http://schemas.microsoft.com/office/drawing/2014/main" id="{5C3B18D3-2064-84E9-8919-35FB827C5096}"/>
              </a:ext>
            </a:extLst>
          </p:cNvPr>
          <p:cNvSpPr txBox="1"/>
          <p:nvPr/>
        </p:nvSpPr>
        <p:spPr>
          <a:xfrm>
            <a:off x="3067035" y="-2220188"/>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3" name="テキスト ボックス 12">
            <a:extLst>
              <a:ext uri="{FF2B5EF4-FFF2-40B4-BE49-F238E27FC236}">
                <a16:creationId xmlns:a16="http://schemas.microsoft.com/office/drawing/2014/main" id="{E92ADD8D-0BCE-5C97-79EA-37782621761A}"/>
              </a:ext>
            </a:extLst>
          </p:cNvPr>
          <p:cNvSpPr txBox="1"/>
          <p:nvPr/>
        </p:nvSpPr>
        <p:spPr>
          <a:xfrm>
            <a:off x="3975104" y="-658088"/>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aphicFrame>
        <p:nvGraphicFramePr>
          <p:cNvPr id="14" name="グラフ 13">
            <a:extLst>
              <a:ext uri="{FF2B5EF4-FFF2-40B4-BE49-F238E27FC236}">
                <a16:creationId xmlns:a16="http://schemas.microsoft.com/office/drawing/2014/main" id="{E248657C-0367-0683-0713-26776721934D}"/>
              </a:ext>
            </a:extLst>
          </p:cNvPr>
          <p:cNvGraphicFramePr>
            <a:graphicFrameLocks/>
          </p:cNvGraphicFramePr>
          <p:nvPr>
            <p:extLst>
              <p:ext uri="{D42A27DB-BD31-4B8C-83A1-F6EECF244321}">
                <p14:modId xmlns:p14="http://schemas.microsoft.com/office/powerpoint/2010/main" val="1646896215"/>
              </p:ext>
            </p:extLst>
          </p:nvPr>
        </p:nvGraphicFramePr>
        <p:xfrm>
          <a:off x="866776" y="792285"/>
          <a:ext cx="10458450" cy="52734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8679339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4C73FF-38BB-E4EF-CE50-5D99EAE9E11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44EBA02-CA2C-832B-1910-39601D6E4CAF}"/>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EA1FDA0E-D6F1-9164-5A9F-FB0644E99998}"/>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62BA86AB-845A-53D0-3A87-65A79E291B2F}"/>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E4CD5A7A-5045-EDD5-83E9-6017D974B800}"/>
              </a:ext>
            </a:extLst>
          </p:cNvPr>
          <p:cNvSpPr txBox="1"/>
          <p:nvPr/>
        </p:nvSpPr>
        <p:spPr>
          <a:xfrm>
            <a:off x="781050" y="4990237"/>
            <a:ext cx="1020126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80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1CACC0B4-4E1C-CD7D-D2C3-2DD09ADF8E8D}"/>
              </a:ext>
            </a:extLst>
          </p:cNvPr>
          <p:cNvSpPr/>
          <p:nvPr/>
        </p:nvSpPr>
        <p:spPr>
          <a:xfrm>
            <a:off x="1457325" y="4794283"/>
            <a:ext cx="9293200" cy="143314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509274665"/>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48FD49-59F3-EFA8-54FF-C8764907FBF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9D1B400-6C69-9CF5-8A96-0024A4BCDDB4}"/>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83E805A6-6F67-5DF5-697B-67BCEA6B291F}"/>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D0D24854-A5EF-B01F-CFFA-D069B49D609F}"/>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76C6AE56-E1D6-9D9C-DCC3-04CF4E0930CB}"/>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1BA419C1-B582-727D-F6EB-AFB349253C30}"/>
              </a:ext>
            </a:extLst>
          </p:cNvPr>
          <p:cNvSpPr/>
          <p:nvPr/>
        </p:nvSpPr>
        <p:spPr>
          <a:xfrm>
            <a:off x="3167050" y="5057948"/>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28036236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041EACD-F3A5-6E5C-DA52-5C6F238BEB1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CED17CF-48BA-30EF-9937-3FA8E50A4B2D}"/>
              </a:ext>
            </a:extLst>
          </p:cNvPr>
          <p:cNvSpPr txBox="1"/>
          <p:nvPr/>
        </p:nvSpPr>
        <p:spPr>
          <a:xfrm>
            <a:off x="3516309" y="5515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「見やすさ」のマナー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3" name="テキスト ボックス 2">
            <a:extLst>
              <a:ext uri="{FF2B5EF4-FFF2-40B4-BE49-F238E27FC236}">
                <a16:creationId xmlns:a16="http://schemas.microsoft.com/office/drawing/2014/main" id="{2A389A1F-6467-151F-8E73-EC54AF02C3EA}"/>
              </a:ext>
            </a:extLst>
          </p:cNvPr>
          <p:cNvSpPr txBox="1"/>
          <p:nvPr/>
        </p:nvSpPr>
        <p:spPr>
          <a:xfrm>
            <a:off x="3067035" y="21136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「分かりやすさ」のマナー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 name="テキスト ボックス 4">
            <a:extLst>
              <a:ext uri="{FF2B5EF4-FFF2-40B4-BE49-F238E27FC236}">
                <a16:creationId xmlns:a16="http://schemas.microsoft.com/office/drawing/2014/main" id="{852E83E0-9A26-0780-B3C7-CB1C6B1D3666}"/>
              </a:ext>
            </a:extLst>
          </p:cNvPr>
          <p:cNvSpPr txBox="1"/>
          <p:nvPr/>
        </p:nvSpPr>
        <p:spPr>
          <a:xfrm>
            <a:off x="3975104" y="36757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「整頓」のマナー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テキスト ボックス 6">
            <a:extLst>
              <a:ext uri="{FF2B5EF4-FFF2-40B4-BE49-F238E27FC236}">
                <a16:creationId xmlns:a16="http://schemas.microsoft.com/office/drawing/2014/main" id="{1399CE62-2AEF-B142-CF7E-86A20AA40A8C}"/>
              </a:ext>
            </a:extLst>
          </p:cNvPr>
          <p:cNvSpPr txBox="1"/>
          <p:nvPr/>
        </p:nvSpPr>
        <p:spPr>
          <a:xfrm>
            <a:off x="3754431" y="5237887"/>
            <a:ext cx="58737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rPr>
              <a:t>「ルール」のマナー</a:t>
            </a:r>
            <a:endParaRPr kumimoji="1" lang="en-US" altLang="ja-JP" sz="3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9" name="四角形: 角を丸くする 8">
            <a:extLst>
              <a:ext uri="{FF2B5EF4-FFF2-40B4-BE49-F238E27FC236}">
                <a16:creationId xmlns:a16="http://schemas.microsoft.com/office/drawing/2014/main" id="{92596692-D60E-4FEB-3688-C92AF8D0DBAA}"/>
              </a:ext>
            </a:extLst>
          </p:cNvPr>
          <p:cNvSpPr/>
          <p:nvPr/>
        </p:nvSpPr>
        <p:spPr>
          <a:xfrm>
            <a:off x="3167050" y="6894339"/>
            <a:ext cx="5873750" cy="905818"/>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 name="テキスト ボックス 3">
            <a:extLst>
              <a:ext uri="{FF2B5EF4-FFF2-40B4-BE49-F238E27FC236}">
                <a16:creationId xmlns:a16="http://schemas.microsoft.com/office/drawing/2014/main" id="{9695F3AA-FEE4-7106-DD40-28117AD769CD}"/>
              </a:ext>
            </a:extLst>
          </p:cNvPr>
          <p:cNvSpPr txBox="1"/>
          <p:nvPr/>
        </p:nvSpPr>
        <p:spPr>
          <a:xfrm>
            <a:off x="12206285" y="3016973"/>
            <a:ext cx="306546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4800" dirty="0">
                <a:solidFill>
                  <a:prstClr val="white"/>
                </a:solidFill>
                <a:latin typeface="メイリオ" panose="020B0604030504040204" pitchFamily="50" charset="-128"/>
                <a:ea typeface="メイリオ" panose="020B0604030504040204" pitchFamily="50" charset="-128"/>
              </a:rPr>
              <a:t>おわり</a:t>
            </a:r>
            <a:endParaRPr kumimoji="1" lang="en-US" altLang="ja-JP" sz="48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Tree>
    <p:extLst>
      <p:ext uri="{BB962C8B-B14F-4D97-AF65-F5344CB8AC3E}">
        <p14:creationId xmlns:p14="http://schemas.microsoft.com/office/powerpoint/2010/main" val="851530975"/>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67418AA-B2D6-15D7-1708-B50A8A12C8F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B75EA1FA-BD7F-B385-9C99-F38587300CF8}"/>
              </a:ext>
            </a:extLst>
          </p:cNvPr>
          <p:cNvSpPr/>
          <p:nvPr/>
        </p:nvSpPr>
        <p:spPr>
          <a:xfrm>
            <a:off x="147637" y="523883"/>
            <a:ext cx="11896724" cy="6153142"/>
          </a:xfrm>
          <a:prstGeom prst="rect">
            <a:avLst/>
          </a:prstGeom>
          <a:gradFill flip="none" rotWithShape="1">
            <a:gsLst>
              <a:gs pos="14000">
                <a:schemeClr val="accent4">
                  <a:lumMod val="20000"/>
                  <a:lumOff val="80000"/>
                </a:schemeClr>
              </a:gs>
              <a:gs pos="100000">
                <a:schemeClr val="accent5">
                  <a:lumMod val="20000"/>
                  <a:lumOff val="80000"/>
                </a:schemeClr>
              </a:gs>
            </a:gsLst>
            <a:lin ang="3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23" name="テキスト ボックス 22">
            <a:extLst>
              <a:ext uri="{FF2B5EF4-FFF2-40B4-BE49-F238E27FC236}">
                <a16:creationId xmlns:a16="http://schemas.microsoft.com/office/drawing/2014/main" id="{BFB42764-6232-7461-EA91-E89B76CB5431}"/>
              </a:ext>
            </a:extLst>
          </p:cNvPr>
          <p:cNvSpPr txBox="1"/>
          <p:nvPr/>
        </p:nvSpPr>
        <p:spPr>
          <a:xfrm>
            <a:off x="268679" y="764679"/>
            <a:ext cx="253841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FF0000"/>
                </a:solidFill>
                <a:effectLst/>
                <a:uLnTx/>
                <a:uFillTx/>
                <a:latin typeface="ＭＳ 明朝" panose="02020609040205080304" pitchFamily="17" charset="-128"/>
                <a:ea typeface="ＭＳ 明朝" panose="02020609040205080304" pitchFamily="17" charset="-128"/>
                <a:cs typeface="+mn-cs"/>
              </a:rPr>
              <a:t>文字サイズは大きめに</a:t>
            </a:r>
          </a:p>
        </p:txBody>
      </p:sp>
      <p:sp>
        <p:nvSpPr>
          <p:cNvPr id="24" name="テキスト ボックス 23">
            <a:extLst>
              <a:ext uri="{FF2B5EF4-FFF2-40B4-BE49-F238E27FC236}">
                <a16:creationId xmlns:a16="http://schemas.microsoft.com/office/drawing/2014/main" id="{152A80D8-1ADB-6388-62FF-E5D3356055D5}"/>
              </a:ext>
            </a:extLst>
          </p:cNvPr>
          <p:cNvSpPr txBox="1"/>
          <p:nvPr/>
        </p:nvSpPr>
        <p:spPr>
          <a:xfrm>
            <a:off x="319087" y="1064437"/>
            <a:ext cx="11725274"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srgbClr val="196B24"/>
                </a:solidFill>
                <a:effectLst/>
                <a:uLnTx/>
                <a:uFillTx/>
                <a:latin typeface="ＭＳ 明朝" panose="02020609040205080304" pitchFamily="17" charset="-128"/>
                <a:ea typeface="ＭＳ 明朝" panose="02020609040205080304" pitchFamily="17" charset="-128"/>
                <a:cs typeface="+mn-cs"/>
              </a:rPr>
              <a:t>後ろの席の人が読みにくい</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prstClr val="white"/>
                </a:solidFill>
                <a:effectLst/>
                <a:highlight>
                  <a:srgbClr val="FFFF00"/>
                </a:highlight>
                <a:uLnTx/>
                <a:uFillTx/>
                <a:latin typeface="ＭＳ 明朝" panose="02020609040205080304" pitchFamily="17" charset="-128"/>
                <a:ea typeface="ＭＳ 明朝" panose="02020609040205080304" pitchFamily="17" charset="-128"/>
                <a:cs typeface="+mn-cs"/>
              </a:rPr>
              <a:t>できる限り</a:t>
            </a:r>
            <a:r>
              <a:rPr kumimoji="1" lang="en-US" altLang="ja-JP" sz="1400" b="0" i="0" u="none" strike="noStrike" kern="1200" cap="none" spc="0" normalizeH="0" baseline="0" noProof="0" dirty="0">
                <a:ln>
                  <a:noFill/>
                </a:ln>
                <a:solidFill>
                  <a:srgbClr val="A02B93"/>
                </a:solidFill>
                <a:effectLst/>
                <a:highlight>
                  <a:srgbClr val="FFFF00"/>
                </a:highlight>
                <a:uLnTx/>
                <a:uFillTx/>
                <a:latin typeface="ＭＳ 明朝" panose="02020609040205080304" pitchFamily="17" charset="-128"/>
                <a:ea typeface="ＭＳ 明朝" panose="02020609040205080304" pitchFamily="17" charset="-128"/>
                <a:cs typeface="+mn-cs"/>
              </a:rPr>
              <a:t>24pt</a:t>
            </a:r>
            <a:r>
              <a:rPr kumimoji="1" lang="ja-JP" altLang="en-US" sz="1400" b="0" i="0" u="none" strike="noStrike" kern="1200" cap="none" spc="0" normalizeH="0" baseline="0" noProof="0" dirty="0">
                <a:ln>
                  <a:noFill/>
                </a:ln>
                <a:solidFill>
                  <a:srgbClr val="A02B93"/>
                </a:solidFill>
                <a:effectLst/>
                <a:highlight>
                  <a:srgbClr val="FFFF00"/>
                </a:highlight>
                <a:uLnTx/>
                <a:uFillTx/>
                <a:latin typeface="ＭＳ 明朝" panose="02020609040205080304" pitchFamily="17" charset="-128"/>
                <a:ea typeface="ＭＳ 明朝" panose="02020609040205080304" pitchFamily="17" charset="-128"/>
                <a:cs typeface="+mn-cs"/>
              </a:rPr>
              <a:t>以上</a:t>
            </a:r>
            <a:endParaRPr kumimoji="1" lang="en-US" altLang="ja-JP" sz="1400" b="0" i="0" u="none" strike="noStrike" kern="1200" cap="none" spc="0" normalizeH="0" baseline="0" noProof="0" dirty="0">
              <a:ln>
                <a:noFill/>
              </a:ln>
              <a:solidFill>
                <a:srgbClr val="A02B93"/>
              </a:solidFill>
              <a:effectLst/>
              <a:highlight>
                <a:srgbClr val="FFFF00"/>
              </a:highlight>
              <a:uLnTx/>
              <a:uFillTx/>
              <a:latin typeface="ＭＳ 明朝" panose="02020609040205080304" pitchFamily="17" charset="-128"/>
              <a:ea typeface="ＭＳ 明朝" panose="02020609040205080304" pitchFamily="17"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en-US" altLang="ja-JP"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1</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枚のスライドに</a:t>
            </a:r>
            <a:r>
              <a:rPr kumimoji="1" lang="ja-JP" altLang="en-US" sz="1400" b="0" i="0" u="none" strike="noStrike" kern="1200" cap="none" spc="0" normalizeH="0" baseline="0" noProof="0" dirty="0">
                <a:ln>
                  <a:noFill/>
                </a:ln>
                <a:solidFill>
                  <a:srgbClr val="0E2841">
                    <a:lumMod val="75000"/>
                    <a:lumOff val="25000"/>
                  </a:srgbClr>
                </a:solidFill>
                <a:effectLst/>
                <a:uLnTx/>
                <a:uFillTx/>
                <a:latin typeface="ＭＳ 明朝" panose="02020609040205080304" pitchFamily="17" charset="-128"/>
                <a:ea typeface="ＭＳ 明朝" panose="02020609040205080304" pitchFamily="17" charset="-128"/>
                <a:cs typeface="+mn-cs"/>
              </a:rPr>
              <a:t>入りきらない</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srgbClr val="E97132">
                    <a:lumMod val="75000"/>
                  </a:srgbClr>
                </a:solidFill>
                <a:effectLst/>
                <a:uLnTx/>
                <a:uFillTx/>
                <a:latin typeface="ＭＳ 明朝" panose="02020609040205080304" pitchFamily="17" charset="-128"/>
                <a:ea typeface="ＭＳ 明朝" panose="02020609040205080304" pitchFamily="17" charset="-128"/>
                <a:cs typeface="+mn-cs"/>
              </a:rPr>
              <a:t>文字数が多すぎる</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srgbClr val="E97132"/>
                </a:solidFill>
                <a:effectLst/>
                <a:uLnTx/>
                <a:uFillTx/>
                <a:latin typeface="ＭＳ 明朝" panose="02020609040205080304" pitchFamily="17" charset="-128"/>
                <a:ea typeface="ＭＳ 明朝" panose="02020609040205080304" pitchFamily="17" charset="-128"/>
                <a:cs typeface="+mn-cs"/>
              </a:rPr>
              <a:t>文字数を減らす</a:t>
            </a:r>
            <a:endParaRPr kumimoji="1" lang="en-US" altLang="ja-JP" sz="1400" b="0" i="0" u="none" strike="noStrike" kern="1200" cap="none" spc="0" normalizeH="0" baseline="0" noProof="0" dirty="0">
              <a:ln>
                <a:noFill/>
              </a:ln>
              <a:solidFill>
                <a:srgbClr val="E97132"/>
              </a:solidFill>
              <a:effectLst/>
              <a:uLnTx/>
              <a:uFillTx/>
              <a:latin typeface="ＭＳ 明朝" panose="02020609040205080304" pitchFamily="17" charset="-128"/>
              <a:ea typeface="ＭＳ 明朝" panose="02020609040205080304" pitchFamily="17"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・どうしてもの場合、</a:t>
            </a:r>
            <a:r>
              <a:rPr kumimoji="1" lang="ja-JP" altLang="en-US" sz="1400" b="0" i="0" u="none" strike="noStrike" kern="1200" cap="none" spc="0" normalizeH="0" baseline="0" noProof="0" dirty="0">
                <a:ln>
                  <a:noFill/>
                </a:ln>
                <a:solidFill>
                  <a:srgbClr val="4EA72E">
                    <a:lumMod val="75000"/>
                  </a:srgbClr>
                </a:solidFill>
                <a:effectLst/>
                <a:uLnTx/>
                <a:uFillTx/>
                <a:latin typeface="ＭＳ 明朝" panose="02020609040205080304" pitchFamily="17" charset="-128"/>
                <a:ea typeface="ＭＳ 明朝" panose="02020609040205080304" pitchFamily="17" charset="-128"/>
                <a:cs typeface="+mn-cs"/>
              </a:rPr>
              <a:t>アニメーション</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で</a:t>
            </a:r>
            <a:r>
              <a:rPr kumimoji="1" lang="ja-JP" altLang="en-US" sz="1400" b="0" i="0" u="none" strike="noStrike" kern="1200" cap="none" spc="0" normalizeH="0" baseline="0" noProof="0" dirty="0">
                <a:ln>
                  <a:noFill/>
                </a:ln>
                <a:solidFill>
                  <a:prstClr val="white"/>
                </a:solidFill>
                <a:effectLst/>
                <a:highlight>
                  <a:srgbClr val="00FF00"/>
                </a:highlight>
                <a:uLnTx/>
                <a:uFillTx/>
                <a:latin typeface="ＭＳ 明朝" panose="02020609040205080304" pitchFamily="17" charset="-128"/>
                <a:ea typeface="ＭＳ 明朝" panose="02020609040205080304" pitchFamily="17" charset="-128"/>
                <a:cs typeface="+mn-cs"/>
              </a:rPr>
              <a:t>その時読んでほしい内容だけ</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文字を大きく</a:t>
            </a:r>
          </a:p>
        </p:txBody>
      </p:sp>
      <p:sp>
        <p:nvSpPr>
          <p:cNvPr id="25" name="テキスト ボックス 24">
            <a:extLst>
              <a:ext uri="{FF2B5EF4-FFF2-40B4-BE49-F238E27FC236}">
                <a16:creationId xmlns:a16="http://schemas.microsoft.com/office/drawing/2014/main" id="{5086BA7E-AD4F-CA9D-EBAB-90A3C3971AA1}"/>
              </a:ext>
            </a:extLst>
          </p:cNvPr>
          <p:cNvSpPr txBox="1"/>
          <p:nvPr/>
        </p:nvSpPr>
        <p:spPr>
          <a:xfrm>
            <a:off x="268678" y="2129074"/>
            <a:ext cx="253841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FF0000"/>
                </a:solidFill>
                <a:effectLst/>
                <a:uLnTx/>
                <a:uFillTx/>
                <a:latin typeface="ＭＳ 明朝" panose="02020609040205080304" pitchFamily="17" charset="-128"/>
                <a:ea typeface="ＭＳ 明朝" panose="02020609040205080304" pitchFamily="17" charset="-128"/>
                <a:cs typeface="+mn-cs"/>
              </a:rPr>
              <a:t>色数は少なく</a:t>
            </a:r>
          </a:p>
        </p:txBody>
      </p:sp>
      <p:sp>
        <p:nvSpPr>
          <p:cNvPr id="26" name="テキスト ボックス 25">
            <a:extLst>
              <a:ext uri="{FF2B5EF4-FFF2-40B4-BE49-F238E27FC236}">
                <a16:creationId xmlns:a16="http://schemas.microsoft.com/office/drawing/2014/main" id="{77997CED-28FC-C09D-DF70-D7898DA65967}"/>
              </a:ext>
            </a:extLst>
          </p:cNvPr>
          <p:cNvSpPr txBox="1"/>
          <p:nvPr/>
        </p:nvSpPr>
        <p:spPr>
          <a:xfrm>
            <a:off x="319087" y="2504928"/>
            <a:ext cx="1172527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srgbClr val="156082">
                    <a:lumMod val="60000"/>
                    <a:lumOff val="40000"/>
                  </a:srgbClr>
                </a:solidFill>
                <a:effectLst/>
                <a:uLnTx/>
                <a:uFillTx/>
                <a:latin typeface="ＭＳ 明朝" panose="02020609040205080304" pitchFamily="17" charset="-128"/>
                <a:ea typeface="ＭＳ 明朝" panose="02020609040205080304" pitchFamily="17" charset="-128"/>
                <a:cs typeface="+mn-cs"/>
              </a:rPr>
              <a:t>グラデーション</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は</a:t>
            </a:r>
            <a:r>
              <a:rPr kumimoji="1" lang="en-US" altLang="ja-JP"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NG</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en-US" altLang="ja-JP" sz="1400" b="0" i="0" u="none" strike="noStrike" kern="1200" cap="none" spc="0" normalizeH="0" baseline="0" noProof="0" dirty="0">
                <a:ln>
                  <a:noFill/>
                </a:ln>
                <a:solidFill>
                  <a:srgbClr val="156082">
                    <a:lumMod val="60000"/>
                    <a:lumOff val="40000"/>
                  </a:srgbClr>
                </a:solidFill>
                <a:effectLst/>
                <a:highlight>
                  <a:srgbClr val="FF0000"/>
                </a:highligh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srgbClr val="156082">
                    <a:lumMod val="60000"/>
                    <a:lumOff val="40000"/>
                  </a:srgbClr>
                </a:solidFill>
                <a:effectLst/>
                <a:highlight>
                  <a:srgbClr val="FF0000"/>
                </a:highlight>
                <a:uLnTx/>
                <a:uFillTx/>
                <a:latin typeface="ＭＳ 明朝" panose="02020609040205080304" pitchFamily="17" charset="-128"/>
                <a:ea typeface="ＭＳ 明朝" panose="02020609040205080304" pitchFamily="17" charset="-128"/>
                <a:cs typeface="+mn-cs"/>
              </a:rPr>
              <a:t>無駄な色</a:t>
            </a:r>
            <a:r>
              <a:rPr kumimoji="1" lang="en-US" altLang="ja-JP" sz="1400" b="0" i="0" u="none" strike="noStrike" kern="1200" cap="none" spc="0" normalizeH="0" baseline="0" noProof="0" dirty="0">
                <a:ln>
                  <a:noFill/>
                </a:ln>
                <a:solidFill>
                  <a:srgbClr val="156082">
                    <a:lumMod val="60000"/>
                    <a:lumOff val="40000"/>
                  </a:srgbClr>
                </a:solidFill>
                <a:effectLst/>
                <a:highlight>
                  <a:srgbClr val="FF0000"/>
                </a:highligh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が多い</a:t>
            </a:r>
            <a:endParaRPr kumimoji="1" lang="en-US" altLang="ja-JP"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en-US" altLang="ja-JP" sz="1400" b="0" i="0" u="none" strike="noStrike" kern="1200" cap="none" spc="0" normalizeH="0" baseline="0" noProof="0" dirty="0">
                <a:ln>
                  <a:noFill/>
                </a:ln>
                <a:solidFill>
                  <a:srgbClr val="4EA72E"/>
                </a:solidFill>
                <a:effectLst/>
                <a:uLnTx/>
                <a:uFillTx/>
                <a:latin typeface="ＭＳ 明朝" panose="02020609040205080304" pitchFamily="17" charset="-128"/>
                <a:ea typeface="ＭＳ 明朝" panose="02020609040205080304" pitchFamily="17" charset="-128"/>
                <a:cs typeface="+mn-cs"/>
              </a:rPr>
              <a:t>1</a:t>
            </a:r>
            <a:r>
              <a:rPr kumimoji="1" lang="ja-JP" altLang="en-US" sz="1400" b="0" i="0" u="none" strike="noStrike" kern="1200" cap="none" spc="0" normalizeH="0" baseline="0" noProof="0" dirty="0">
                <a:ln>
                  <a:noFill/>
                </a:ln>
                <a:solidFill>
                  <a:srgbClr val="4EA72E"/>
                </a:solidFill>
                <a:effectLst/>
                <a:uLnTx/>
                <a:uFillTx/>
                <a:latin typeface="ＭＳ 明朝" panose="02020609040205080304" pitchFamily="17" charset="-128"/>
                <a:ea typeface="ＭＳ 明朝" panose="02020609040205080304" pitchFamily="17" charset="-128"/>
                <a:cs typeface="+mn-cs"/>
              </a:rPr>
              <a:t>～</a:t>
            </a:r>
            <a:r>
              <a:rPr kumimoji="1" lang="en-US" altLang="ja-JP" sz="1400" b="0" i="0" u="none" strike="noStrike" kern="1200" cap="none" spc="0" normalizeH="0" baseline="0" noProof="0" dirty="0">
                <a:ln>
                  <a:noFill/>
                </a:ln>
                <a:solidFill>
                  <a:srgbClr val="4EA72E"/>
                </a:solidFill>
                <a:effectLst/>
                <a:uLnTx/>
                <a:uFillTx/>
                <a:latin typeface="ＭＳ 明朝" panose="02020609040205080304" pitchFamily="17" charset="-128"/>
                <a:ea typeface="ＭＳ 明朝" panose="02020609040205080304" pitchFamily="17" charset="-128"/>
                <a:cs typeface="+mn-cs"/>
              </a:rPr>
              <a:t>2</a:t>
            </a:r>
            <a:r>
              <a:rPr kumimoji="1" lang="ja-JP" altLang="en-US" sz="1400" b="0" i="0" u="none" strike="noStrike" kern="1200" cap="none" spc="0" normalizeH="0" baseline="0" noProof="0" dirty="0">
                <a:ln>
                  <a:noFill/>
                </a:ln>
                <a:solidFill>
                  <a:srgbClr val="4EA72E"/>
                </a:solidFill>
                <a:effectLst/>
                <a:uLnTx/>
                <a:uFillTx/>
                <a:latin typeface="ＭＳ 明朝" panose="02020609040205080304" pitchFamily="17" charset="-128"/>
                <a:ea typeface="ＭＳ 明朝" panose="02020609040205080304" pitchFamily="17" charset="-128"/>
                <a:cs typeface="+mn-cs"/>
              </a:rPr>
              <a:t>か所</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en-US" altLang="ja-JP" sz="1400" b="0" i="0" u="none" strike="noStrike" kern="1200" cap="none" spc="0" normalizeH="0" baseline="0" noProof="0" dirty="0">
                <a:ln>
                  <a:noFill/>
                </a:ln>
                <a:solidFill>
                  <a:srgbClr val="A02B93">
                    <a:lumMod val="60000"/>
                    <a:lumOff val="40000"/>
                  </a:srgbClr>
                </a:solidFill>
                <a:effectLst/>
                <a:uLnTx/>
                <a:uFillTx/>
                <a:latin typeface="ＭＳ 明朝" panose="02020609040205080304" pitchFamily="17" charset="-128"/>
                <a:ea typeface="ＭＳ 明朝" panose="02020609040205080304" pitchFamily="17" charset="-128"/>
                <a:cs typeface="+mn-cs"/>
              </a:rPr>
              <a:t>1</a:t>
            </a:r>
            <a:r>
              <a:rPr kumimoji="1" lang="ja-JP" altLang="en-US" sz="1400" b="0" i="0" u="none" strike="noStrike" kern="1200" cap="none" spc="0" normalizeH="0" baseline="0" noProof="0" dirty="0">
                <a:ln>
                  <a:noFill/>
                </a:ln>
                <a:solidFill>
                  <a:srgbClr val="A02B93">
                    <a:lumMod val="60000"/>
                    <a:lumOff val="40000"/>
                  </a:srgbClr>
                </a:solidFill>
                <a:effectLst/>
                <a:uLnTx/>
                <a:uFillTx/>
                <a:latin typeface="ＭＳ 明朝" panose="02020609040205080304" pitchFamily="17" charset="-128"/>
                <a:ea typeface="ＭＳ 明朝" panose="02020609040205080304" pitchFamily="17" charset="-128"/>
                <a:cs typeface="+mn-cs"/>
              </a:rPr>
              <a:t>～</a:t>
            </a:r>
            <a:r>
              <a:rPr kumimoji="1" lang="en-US" altLang="ja-JP" sz="1400" b="0" i="0" u="none" strike="noStrike" kern="1200" cap="none" spc="0" normalizeH="0" baseline="0" noProof="0" dirty="0">
                <a:ln>
                  <a:noFill/>
                </a:ln>
                <a:solidFill>
                  <a:srgbClr val="A02B93">
                    <a:lumMod val="60000"/>
                    <a:lumOff val="40000"/>
                  </a:srgbClr>
                </a:solidFill>
                <a:effectLst/>
                <a:uLnTx/>
                <a:uFillTx/>
                <a:latin typeface="ＭＳ 明朝" panose="02020609040205080304" pitchFamily="17" charset="-128"/>
                <a:ea typeface="ＭＳ 明朝" panose="02020609040205080304" pitchFamily="17" charset="-128"/>
                <a:cs typeface="+mn-cs"/>
              </a:rPr>
              <a:t>2</a:t>
            </a:r>
            <a:r>
              <a:rPr kumimoji="1" lang="ja-JP" altLang="en-US" sz="1400" b="0" i="0" u="none" strike="noStrike" kern="1200" cap="none" spc="0" normalizeH="0" baseline="0" noProof="0" dirty="0">
                <a:ln>
                  <a:noFill/>
                </a:ln>
                <a:solidFill>
                  <a:srgbClr val="A02B93">
                    <a:lumMod val="60000"/>
                    <a:lumOff val="40000"/>
                  </a:srgbClr>
                </a:solidFill>
                <a:effectLst/>
                <a:uLnTx/>
                <a:uFillTx/>
                <a:latin typeface="ＭＳ 明朝" panose="02020609040205080304" pitchFamily="17" charset="-128"/>
                <a:ea typeface="ＭＳ 明朝" panose="02020609040205080304" pitchFamily="17" charset="-128"/>
                <a:cs typeface="+mn-cs"/>
              </a:rPr>
              <a:t>色</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に抑える</a:t>
            </a:r>
          </a:p>
        </p:txBody>
      </p:sp>
      <p:sp>
        <p:nvSpPr>
          <p:cNvPr id="27" name="テキスト ボックス 26">
            <a:extLst>
              <a:ext uri="{FF2B5EF4-FFF2-40B4-BE49-F238E27FC236}">
                <a16:creationId xmlns:a16="http://schemas.microsoft.com/office/drawing/2014/main" id="{7DBB42F2-DBC6-0E74-E06E-232E5A051828}"/>
              </a:ext>
            </a:extLst>
          </p:cNvPr>
          <p:cNvSpPr txBox="1"/>
          <p:nvPr/>
        </p:nvSpPr>
        <p:spPr>
          <a:xfrm>
            <a:off x="268678" y="3609009"/>
            <a:ext cx="253841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FF0000"/>
                </a:solidFill>
                <a:effectLst/>
                <a:uLnTx/>
                <a:uFillTx/>
                <a:latin typeface="ＭＳ 明朝" panose="02020609040205080304" pitchFamily="17" charset="-128"/>
                <a:ea typeface="ＭＳ 明朝" panose="02020609040205080304" pitchFamily="17" charset="-128"/>
                <a:cs typeface="+mn-cs"/>
              </a:rPr>
              <a:t>ゴシック体を使う</a:t>
            </a:r>
          </a:p>
        </p:txBody>
      </p:sp>
      <p:sp>
        <p:nvSpPr>
          <p:cNvPr id="28" name="テキスト ボックス 27">
            <a:extLst>
              <a:ext uri="{FF2B5EF4-FFF2-40B4-BE49-F238E27FC236}">
                <a16:creationId xmlns:a16="http://schemas.microsoft.com/office/drawing/2014/main" id="{83F0A533-15CD-97D8-FBB8-05BD0279BF95}"/>
              </a:ext>
            </a:extLst>
          </p:cNvPr>
          <p:cNvSpPr txBox="1"/>
          <p:nvPr/>
        </p:nvSpPr>
        <p:spPr>
          <a:xfrm>
            <a:off x="361952" y="4019095"/>
            <a:ext cx="11682409"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・文字が</a:t>
            </a:r>
            <a:r>
              <a:rPr kumimoji="1" lang="ja-JP" altLang="en-US" sz="1400" b="0" i="0" u="none" strike="noStrike" kern="1200" cap="none" spc="0" normalizeH="0" baseline="0" noProof="0" dirty="0">
                <a:ln>
                  <a:noFill/>
                </a:ln>
                <a:solidFill>
                  <a:prstClr val="white"/>
                </a:solidFill>
                <a:effectLst/>
                <a:highlight>
                  <a:srgbClr val="00FF00"/>
                </a:highlight>
                <a:uLnTx/>
                <a:uFillTx/>
                <a:latin typeface="ＭＳ 明朝" panose="02020609040205080304" pitchFamily="17" charset="-128"/>
                <a:ea typeface="ＭＳ 明朝" panose="02020609040205080304" pitchFamily="17" charset="-128"/>
                <a:cs typeface="+mn-cs"/>
              </a:rPr>
              <a:t>細くて</a:t>
            </a:r>
            <a:r>
              <a:rPr kumimoji="1" lang="ja-JP" altLang="en-US" sz="1400" b="0" i="0" u="none" strike="noStrike" kern="1200" cap="none" spc="0" normalizeH="0" baseline="0" noProof="0" dirty="0">
                <a:ln>
                  <a:noFill/>
                </a:ln>
                <a:solidFill>
                  <a:srgbClr val="0E2841">
                    <a:lumMod val="50000"/>
                    <a:lumOff val="50000"/>
                  </a:srgbClr>
                </a:solidFill>
                <a:effectLst/>
                <a:uLnTx/>
                <a:uFillTx/>
                <a:latin typeface="ＭＳ 明朝" panose="02020609040205080304" pitchFamily="17" charset="-128"/>
                <a:ea typeface="ＭＳ 明朝" panose="02020609040205080304" pitchFamily="17" charset="-128"/>
                <a:cs typeface="+mn-cs"/>
              </a:rPr>
              <a:t>読みにくい</a:t>
            </a:r>
            <a:endParaRPr kumimoji="1" lang="en-US" altLang="ja-JP" sz="1400" b="0" i="0" u="none" strike="noStrike" kern="1200" cap="none" spc="0" normalizeH="0" baseline="0" noProof="0" dirty="0">
              <a:ln>
                <a:noFill/>
              </a:ln>
              <a:solidFill>
                <a:srgbClr val="0E2841">
                  <a:lumMod val="50000"/>
                  <a:lumOff val="50000"/>
                </a:srgbClr>
              </a:solidFill>
              <a:effectLst/>
              <a:uLnTx/>
              <a:uFillTx/>
              <a:latin typeface="ＭＳ 明朝" panose="02020609040205080304" pitchFamily="17" charset="-128"/>
              <a:ea typeface="ＭＳ 明朝" panose="02020609040205080304" pitchFamily="17"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・明朝体は</a:t>
            </a:r>
            <a:r>
              <a:rPr kumimoji="1" lang="ja-JP" altLang="en-US" sz="1400" b="0" i="0" u="none" strike="noStrike" kern="1200" cap="none" spc="0" normalizeH="0" baseline="0" noProof="0" dirty="0">
                <a:ln>
                  <a:noFill/>
                </a:ln>
                <a:solidFill>
                  <a:prstClr val="white"/>
                </a:solidFill>
                <a:effectLst/>
                <a:highlight>
                  <a:srgbClr val="FF00FF"/>
                </a:highlight>
                <a:uLnTx/>
                <a:uFillTx/>
                <a:latin typeface="ＭＳ 明朝" panose="02020609040205080304" pitchFamily="17" charset="-128"/>
                <a:ea typeface="ＭＳ 明朝" panose="02020609040205080304" pitchFamily="17" charset="-128"/>
                <a:cs typeface="+mn-cs"/>
              </a:rPr>
              <a:t>読ませるため</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のフォント</a:t>
            </a:r>
            <a:endParaRPr kumimoji="1" lang="en-US" altLang="ja-JP"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prstClr val="white"/>
                </a:solidFill>
                <a:effectLst/>
                <a:highlight>
                  <a:srgbClr val="0000FF"/>
                </a:highlight>
                <a:uLnTx/>
                <a:uFillTx/>
                <a:latin typeface="ＭＳ 明朝" panose="02020609040205080304" pitchFamily="17" charset="-128"/>
                <a:ea typeface="ＭＳ 明朝" panose="02020609040205080304" pitchFamily="17" charset="-128"/>
                <a:cs typeface="+mn-cs"/>
              </a:rPr>
              <a:t>標識</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なども</a:t>
            </a:r>
            <a:r>
              <a:rPr kumimoji="1" lang="ja-JP" altLang="en-US" sz="1400" b="0" i="0" u="none" strike="noStrike" kern="1200" cap="none" spc="0" normalizeH="0" baseline="0" noProof="0" dirty="0">
                <a:ln>
                  <a:noFill/>
                </a:ln>
                <a:solidFill>
                  <a:srgbClr val="E97132">
                    <a:lumMod val="60000"/>
                    <a:lumOff val="40000"/>
                  </a:srgbClr>
                </a:solidFill>
                <a:effectLst/>
                <a:uLnTx/>
                <a:uFillTx/>
                <a:latin typeface="ＭＳ 明朝" panose="02020609040205080304" pitchFamily="17" charset="-128"/>
                <a:ea typeface="ＭＳ 明朝" panose="02020609040205080304" pitchFamily="17" charset="-128"/>
                <a:cs typeface="+mn-cs"/>
              </a:rPr>
              <a:t>ゴシック体</a:t>
            </a:r>
          </a:p>
        </p:txBody>
      </p:sp>
      <p:sp>
        <p:nvSpPr>
          <p:cNvPr id="29" name="テキスト ボックス 28">
            <a:extLst>
              <a:ext uri="{FF2B5EF4-FFF2-40B4-BE49-F238E27FC236}">
                <a16:creationId xmlns:a16="http://schemas.microsoft.com/office/drawing/2014/main" id="{E57FA3EC-4E03-1720-8B91-ED19E65CDD9F}"/>
              </a:ext>
            </a:extLst>
          </p:cNvPr>
          <p:cNvSpPr txBox="1"/>
          <p:nvPr/>
        </p:nvSpPr>
        <p:spPr>
          <a:xfrm>
            <a:off x="268678" y="5232267"/>
            <a:ext cx="283647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FF0000"/>
                </a:solidFill>
                <a:effectLst/>
                <a:uLnTx/>
                <a:uFillTx/>
                <a:latin typeface="ＭＳ 明朝" panose="02020609040205080304" pitchFamily="17" charset="-128"/>
                <a:ea typeface="ＭＳ 明朝" panose="02020609040205080304" pitchFamily="17" charset="-128"/>
                <a:cs typeface="+mn-cs"/>
              </a:rPr>
              <a:t>背景とのコントラストは高く</a:t>
            </a:r>
          </a:p>
        </p:txBody>
      </p:sp>
      <p:sp>
        <p:nvSpPr>
          <p:cNvPr id="30" name="テキスト ボックス 29">
            <a:extLst>
              <a:ext uri="{FF2B5EF4-FFF2-40B4-BE49-F238E27FC236}">
                <a16:creationId xmlns:a16="http://schemas.microsoft.com/office/drawing/2014/main" id="{B43DABD8-3385-F270-7977-E38F43865053}"/>
              </a:ext>
            </a:extLst>
          </p:cNvPr>
          <p:cNvSpPr txBox="1"/>
          <p:nvPr/>
        </p:nvSpPr>
        <p:spPr>
          <a:xfrm>
            <a:off x="268678" y="5570101"/>
            <a:ext cx="1182330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・文字を</a:t>
            </a:r>
            <a:r>
              <a:rPr kumimoji="1" lang="ja-JP" altLang="en-US" sz="1400" b="0" i="0" u="none" strike="noStrike" kern="1200" cap="none" spc="0" normalizeH="0" baseline="0" noProof="0" dirty="0">
                <a:ln>
                  <a:noFill/>
                </a:ln>
                <a:solidFill>
                  <a:prstClr val="white"/>
                </a:solidFill>
                <a:effectLst/>
                <a:highlight>
                  <a:srgbClr val="FF00FF"/>
                </a:highlight>
                <a:uLnTx/>
                <a:uFillTx/>
                <a:latin typeface="ＭＳ 明朝" panose="02020609040205080304" pitchFamily="17" charset="-128"/>
                <a:ea typeface="ＭＳ 明朝" panose="02020609040205080304" pitchFamily="17" charset="-128"/>
                <a:cs typeface="+mn-cs"/>
              </a:rPr>
              <a:t>認識しずらい</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⇐文字を探すので</a:t>
            </a:r>
            <a:r>
              <a:rPr kumimoji="1" lang="ja-JP" altLang="en-US" sz="1400" b="0" i="0" u="none" strike="noStrike" kern="1200" cap="none" spc="0" normalizeH="0" baseline="0" noProof="0" dirty="0">
                <a:ln>
                  <a:noFill/>
                </a:ln>
                <a:solidFill>
                  <a:srgbClr val="A02B93">
                    <a:lumMod val="20000"/>
                    <a:lumOff val="80000"/>
                  </a:srgbClr>
                </a:solidFill>
                <a:effectLst/>
                <a:uLnTx/>
                <a:uFillTx/>
                <a:latin typeface="ＭＳ 明朝" panose="02020609040205080304" pitchFamily="17" charset="-128"/>
                <a:ea typeface="ＭＳ 明朝" panose="02020609040205080304" pitchFamily="17" charset="-128"/>
                <a:cs typeface="+mn-cs"/>
              </a:rPr>
              <a:t>疲れる</a:t>
            </a:r>
            <a:endParaRPr kumimoji="1" lang="en-US" altLang="ja-JP" sz="1400" b="0" i="0" u="none" strike="noStrike" kern="1200" cap="none" spc="0" normalizeH="0" baseline="0" noProof="0" dirty="0">
              <a:ln>
                <a:noFill/>
              </a:ln>
              <a:solidFill>
                <a:srgbClr val="A02B93">
                  <a:lumMod val="20000"/>
                  <a:lumOff val="80000"/>
                </a:srgbClr>
              </a:solidFill>
              <a:effectLst/>
              <a:uLnTx/>
              <a:uFillTx/>
              <a:latin typeface="ＭＳ 明朝" panose="02020609040205080304" pitchFamily="17" charset="-128"/>
              <a:ea typeface="ＭＳ 明朝" panose="02020609040205080304" pitchFamily="17"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prstClr val="black"/>
                </a:solidFill>
                <a:effectLst/>
                <a:highlight>
                  <a:srgbClr val="FFFF00"/>
                </a:highlight>
                <a:uLnTx/>
                <a:uFillTx/>
                <a:latin typeface="ＭＳ 明朝" panose="02020609040205080304" pitchFamily="17" charset="-128"/>
                <a:ea typeface="ＭＳ 明朝" panose="02020609040205080304" pitchFamily="17" charset="-128"/>
                <a:cs typeface="+mn-cs"/>
              </a:rPr>
              <a:t>読みにくい</a:t>
            </a:r>
            <a:r>
              <a:rPr kumimoji="1" lang="ja-JP" altLang="en-US" sz="1400" b="0" i="0" u="none" strike="noStrike" kern="1200" cap="none" spc="0" normalizeH="0" baseline="0" noProof="0" dirty="0">
                <a:ln>
                  <a:noFill/>
                </a:ln>
                <a:solidFill>
                  <a:prstClr val="white"/>
                </a:solidFill>
                <a:effectLst/>
                <a:uLnTx/>
                <a:uFillTx/>
                <a:latin typeface="ＭＳ 明朝" panose="02020609040205080304" pitchFamily="17" charset="-128"/>
                <a:ea typeface="ＭＳ 明朝" panose="02020609040205080304" pitchFamily="17" charset="-128"/>
                <a:cs typeface="+mn-cs"/>
              </a:rPr>
              <a:t>⇐</a:t>
            </a:r>
            <a:r>
              <a:rPr kumimoji="1" lang="ja-JP" altLang="en-US" sz="1400" b="0" i="0" u="none" strike="noStrike" kern="1200" cap="none" spc="0" normalizeH="0" baseline="0" noProof="0" dirty="0">
                <a:ln>
                  <a:noFill/>
                </a:ln>
                <a:solidFill>
                  <a:srgbClr val="4EA72E">
                    <a:lumMod val="60000"/>
                    <a:lumOff val="40000"/>
                  </a:srgbClr>
                </a:solidFill>
                <a:effectLst/>
                <a:uLnTx/>
                <a:uFillTx/>
                <a:latin typeface="ＭＳ 明朝" panose="02020609040205080304" pitchFamily="17" charset="-128"/>
                <a:ea typeface="ＭＳ 明朝" panose="02020609040205080304" pitchFamily="17" charset="-128"/>
                <a:cs typeface="+mn-cs"/>
              </a:rPr>
              <a:t>読む気が失せる</a:t>
            </a:r>
            <a:endParaRPr kumimoji="1" lang="en-US" altLang="ja-JP" sz="1400" b="0" i="0" u="none" strike="noStrike" kern="1200" cap="none" spc="0" normalizeH="0" baseline="0" noProof="0" dirty="0">
              <a:ln>
                <a:noFill/>
              </a:ln>
              <a:solidFill>
                <a:srgbClr val="4EA72E">
                  <a:lumMod val="60000"/>
                  <a:lumOff val="40000"/>
                </a:srgbClr>
              </a:solidFill>
              <a:effectLst/>
              <a:uLnTx/>
              <a:uFillTx/>
              <a:latin typeface="ＭＳ 明朝" panose="02020609040205080304" pitchFamily="17" charset="-128"/>
              <a:ea typeface="ＭＳ 明朝" panose="02020609040205080304" pitchFamily="17" charset="-128"/>
              <a:cs typeface="+mn-cs"/>
            </a:endParaRPr>
          </a:p>
        </p:txBody>
      </p:sp>
      <p:pic>
        <p:nvPicPr>
          <p:cNvPr id="3" name="グラフィックス 2" descr="カーソル 単色塗りつぶし">
            <a:extLst>
              <a:ext uri="{FF2B5EF4-FFF2-40B4-BE49-F238E27FC236}">
                <a16:creationId xmlns:a16="http://schemas.microsoft.com/office/drawing/2014/main" id="{3CDDDC5C-8FC1-1437-E4BA-4DA3C8C985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63438" y="6760066"/>
            <a:ext cx="914400" cy="914400"/>
          </a:xfrm>
          <a:prstGeom prst="rect">
            <a:avLst/>
          </a:prstGeom>
        </p:spPr>
      </p:pic>
    </p:spTree>
    <p:extLst>
      <p:ext uri="{BB962C8B-B14F-4D97-AF65-F5344CB8AC3E}">
        <p14:creationId xmlns:p14="http://schemas.microsoft.com/office/powerpoint/2010/main" val="40780810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CCD3FC-A14C-9DF9-E3CC-832BD98C3F48}"/>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43E6D3E-E73D-296F-EFC1-E4A0A2452C7F}"/>
              </a:ext>
            </a:extLst>
          </p:cNvPr>
          <p:cNvSpPr/>
          <p:nvPr/>
        </p:nvSpPr>
        <p:spPr>
          <a:xfrm>
            <a:off x="147637" y="523883"/>
            <a:ext cx="11896724" cy="6153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82254BCD-910A-B353-2F97-689481B258D8}"/>
              </a:ext>
            </a:extLst>
          </p:cNvPr>
          <p:cNvSpPr txBox="1"/>
          <p:nvPr/>
        </p:nvSpPr>
        <p:spPr>
          <a:xfrm>
            <a:off x="268679" y="764679"/>
            <a:ext cx="4350946"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10ED5418-A70C-76C7-44B2-096E1B04D1DC}"/>
              </a:ext>
            </a:extLst>
          </p:cNvPr>
          <p:cNvSpPr txBox="1"/>
          <p:nvPr/>
        </p:nvSpPr>
        <p:spPr>
          <a:xfrm>
            <a:off x="268678" y="1258037"/>
            <a:ext cx="11725274" cy="1200329"/>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・後ろの席の人が読みにくい⇒できる限り</a:t>
            </a:r>
            <a:r>
              <a:rPr lang="en-US" altLang="ja-JP" sz="2400" dirty="0">
                <a:latin typeface="メイリオ" panose="020B0604030504040204" pitchFamily="50" charset="-128"/>
                <a:ea typeface="メイリオ" panose="020B0604030504040204" pitchFamily="50" charset="-128"/>
              </a:rPr>
              <a:t>24pt</a:t>
            </a:r>
            <a:r>
              <a:rPr lang="ja-JP" altLang="en-US" sz="2400" dirty="0">
                <a:latin typeface="メイリオ" panose="020B0604030504040204" pitchFamily="50" charset="-128"/>
                <a:ea typeface="メイリオ" panose="020B0604030504040204" pitchFamily="50" charset="-128"/>
              </a:rPr>
              <a:t>以上</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D99B9687-A278-9D6C-5281-274E23F1610E}"/>
              </a:ext>
            </a:extLst>
          </p:cNvPr>
          <p:cNvSpPr txBox="1"/>
          <p:nvPr/>
        </p:nvSpPr>
        <p:spPr>
          <a:xfrm>
            <a:off x="268678" y="2416771"/>
            <a:ext cx="3188897"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D97719FA-01A2-93E4-9FC2-AEB3A05C4D81}"/>
              </a:ext>
            </a:extLst>
          </p:cNvPr>
          <p:cNvSpPr txBox="1"/>
          <p:nvPr/>
        </p:nvSpPr>
        <p:spPr>
          <a:xfrm>
            <a:off x="268678" y="2889779"/>
            <a:ext cx="11725274"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・グラデーションは</a:t>
            </a:r>
            <a:r>
              <a:rPr lang="en-US" altLang="ja-JP" sz="2400" dirty="0">
                <a:latin typeface="メイリオ" panose="020B0604030504040204" pitchFamily="50" charset="-128"/>
                <a:ea typeface="メイリオ" panose="020B0604030504040204" pitchFamily="50" charset="-128"/>
              </a:rPr>
              <a:t>NG</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無駄な色</a:t>
            </a:r>
            <a:r>
              <a:rPr lang="en-US" altLang="ja-JP" sz="2400"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が多い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a:t>
            </a:r>
            <a:r>
              <a:rPr lang="ja-JP" altLang="en-US" sz="2400" dirty="0">
                <a:latin typeface="メイリオ" panose="020B0604030504040204" pitchFamily="50" charset="-128"/>
                <a:ea typeface="メイリオ" panose="020B0604030504040204" pitchFamily="50" charset="-128"/>
              </a:rPr>
              <a:t>か所、</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a:t>
            </a:r>
            <a:r>
              <a:rPr lang="ja-JP" altLang="en-US" sz="2400" dirty="0">
                <a:latin typeface="メイリオ" panose="020B0604030504040204" pitchFamily="50" charset="-128"/>
                <a:ea typeface="メイリオ" panose="020B0604030504040204" pitchFamily="50" charset="-128"/>
              </a:rPr>
              <a:t>色に抑える</a:t>
            </a:r>
          </a:p>
        </p:txBody>
      </p:sp>
      <p:sp>
        <p:nvSpPr>
          <p:cNvPr id="27" name="テキスト ボックス 26">
            <a:extLst>
              <a:ext uri="{FF2B5EF4-FFF2-40B4-BE49-F238E27FC236}">
                <a16:creationId xmlns:a16="http://schemas.microsoft.com/office/drawing/2014/main" id="{682895C2-BE87-4A70-811B-A320DB0676FF}"/>
              </a:ext>
            </a:extLst>
          </p:cNvPr>
          <p:cNvSpPr txBox="1"/>
          <p:nvPr/>
        </p:nvSpPr>
        <p:spPr>
          <a:xfrm>
            <a:off x="268678" y="3609009"/>
            <a:ext cx="3493697"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ゴシック体を使う</a:t>
            </a:r>
          </a:p>
        </p:txBody>
      </p:sp>
      <p:sp>
        <p:nvSpPr>
          <p:cNvPr id="28" name="テキスト ボックス 27">
            <a:extLst>
              <a:ext uri="{FF2B5EF4-FFF2-40B4-BE49-F238E27FC236}">
                <a16:creationId xmlns:a16="http://schemas.microsoft.com/office/drawing/2014/main" id="{C4082ECD-3D73-799D-A830-FA2F3180D0CA}"/>
              </a:ext>
            </a:extLst>
          </p:cNvPr>
          <p:cNvSpPr txBox="1"/>
          <p:nvPr/>
        </p:nvSpPr>
        <p:spPr>
          <a:xfrm>
            <a:off x="268678" y="4116774"/>
            <a:ext cx="11682409" cy="1200329"/>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・文字が細くて読みにくい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・明朝体は読ませるためのフォント</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・標識などもゴシック体</a:t>
            </a:r>
          </a:p>
        </p:txBody>
      </p:sp>
      <p:sp>
        <p:nvSpPr>
          <p:cNvPr id="29" name="テキスト ボックス 28">
            <a:extLst>
              <a:ext uri="{FF2B5EF4-FFF2-40B4-BE49-F238E27FC236}">
                <a16:creationId xmlns:a16="http://schemas.microsoft.com/office/drawing/2014/main" id="{FD9B5D35-A9AE-F119-FA00-E9EC767FC437}"/>
              </a:ext>
            </a:extLst>
          </p:cNvPr>
          <p:cNvSpPr txBox="1"/>
          <p:nvPr/>
        </p:nvSpPr>
        <p:spPr>
          <a:xfrm>
            <a:off x="268677" y="5280621"/>
            <a:ext cx="5827322"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65869A42-16E1-40C1-6CF8-6A8969FA5285}"/>
              </a:ext>
            </a:extLst>
          </p:cNvPr>
          <p:cNvSpPr txBox="1"/>
          <p:nvPr/>
        </p:nvSpPr>
        <p:spPr>
          <a:xfrm>
            <a:off x="268677" y="5753629"/>
            <a:ext cx="11823306"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・文字を認識しずらい⇐文字を探すので疲れる</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・読みにくい⇐読む気が失せる</a:t>
            </a:r>
            <a:endParaRPr lang="en-US" altLang="ja-JP" sz="24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53A5E57F-F80B-3D51-E5FD-0E37F5AB380D}"/>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855A884-0E2D-4F6D-6C04-E2BB9CA7C599}"/>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850F8140-A484-5584-505B-EF01134B3ADE}"/>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191635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664C6AC-6804-0FF3-BCA6-06677E27003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523F850-3D7E-EB5F-1BB6-7D0AFE890866}"/>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E106FEA-1A66-976A-B3A2-9267630858FA}"/>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7173E27E-349A-D71B-55F0-909BAFEEE7BF}"/>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FC71FF6-B879-1DD2-20B7-CAE1D25C4E2D}"/>
              </a:ext>
            </a:extLst>
          </p:cNvPr>
          <p:cNvSpPr txBox="1"/>
          <p:nvPr/>
        </p:nvSpPr>
        <p:spPr>
          <a:xfrm>
            <a:off x="-11728583" y="2965424"/>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12" name="テキスト ボックス 11">
            <a:extLst>
              <a:ext uri="{FF2B5EF4-FFF2-40B4-BE49-F238E27FC236}">
                <a16:creationId xmlns:a16="http://schemas.microsoft.com/office/drawing/2014/main" id="{9AC45A17-A42D-BD10-8D44-17B45E87A44D}"/>
              </a:ext>
            </a:extLst>
          </p:cNvPr>
          <p:cNvSpPr txBox="1"/>
          <p:nvPr/>
        </p:nvSpPr>
        <p:spPr>
          <a:xfrm>
            <a:off x="-11728583" y="3433179"/>
            <a:ext cx="11725274"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後ろの席の人が読みにくい⇒できる限り</a:t>
            </a:r>
            <a:r>
              <a:rPr lang="en-US" altLang="ja-JP" sz="2400" dirty="0">
                <a:solidFill>
                  <a:schemeClr val="bg1"/>
                </a:solidFill>
                <a:latin typeface="メイリオ" panose="020B0604030504040204" pitchFamily="50" charset="-128"/>
                <a:ea typeface="メイリオ" panose="020B0604030504040204" pitchFamily="50" charset="-128"/>
              </a:rPr>
              <a:t>24pt</a:t>
            </a:r>
            <a:r>
              <a:rPr lang="ja-JP" altLang="en-US" sz="2400" dirty="0">
                <a:solidFill>
                  <a:schemeClr val="bg1"/>
                </a:solidFill>
                <a:latin typeface="メイリオ" panose="020B0604030504040204" pitchFamily="50" charset="-128"/>
                <a:ea typeface="メイリオ" panose="020B0604030504040204" pitchFamily="50" charset="-128"/>
              </a:rPr>
              <a:t>以上</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Tree>
    <p:extLst>
      <p:ext uri="{BB962C8B-B14F-4D97-AF65-F5344CB8AC3E}">
        <p14:creationId xmlns:p14="http://schemas.microsoft.com/office/powerpoint/2010/main" val="2838323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F00E8A-0EEE-2BC3-8E60-486BE64F9FF5}"/>
            </a:ext>
          </a:extLst>
        </p:cNvPr>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8AB8152D-256C-C8EB-4240-5368FF516C7F}"/>
              </a:ext>
            </a:extLst>
          </p:cNvPr>
          <p:cNvSpPr txBox="1"/>
          <p:nvPr/>
        </p:nvSpPr>
        <p:spPr>
          <a:xfrm>
            <a:off x="268679" y="2965424"/>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A65A97A2-CC6F-E650-2411-A2D564FA3A69}"/>
              </a:ext>
            </a:extLst>
          </p:cNvPr>
          <p:cNvSpPr txBox="1"/>
          <p:nvPr/>
        </p:nvSpPr>
        <p:spPr>
          <a:xfrm>
            <a:off x="801646" y="3434585"/>
            <a:ext cx="11301454"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後ろの席の人が読みにくい⇒できる限り</a:t>
            </a:r>
            <a:r>
              <a:rPr lang="en-US" altLang="ja-JP" sz="2400" dirty="0">
                <a:solidFill>
                  <a:schemeClr val="bg1"/>
                </a:solidFill>
                <a:latin typeface="メイリオ" panose="020B0604030504040204" pitchFamily="50" charset="-128"/>
                <a:ea typeface="メイリオ" panose="020B0604030504040204" pitchFamily="50" charset="-128"/>
              </a:rPr>
              <a:t>24pt</a:t>
            </a:r>
            <a:r>
              <a:rPr lang="ja-JP" altLang="en-US" sz="2400" dirty="0">
                <a:solidFill>
                  <a:schemeClr val="bg1"/>
                </a:solidFill>
                <a:latin typeface="メイリオ" panose="020B0604030504040204" pitchFamily="50" charset="-128"/>
                <a:ea typeface="メイリオ" panose="020B0604030504040204" pitchFamily="50" charset="-128"/>
              </a:rPr>
              <a:t>以上</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3" name="テキスト ボックス 2">
            <a:extLst>
              <a:ext uri="{FF2B5EF4-FFF2-40B4-BE49-F238E27FC236}">
                <a16:creationId xmlns:a16="http://schemas.microsoft.com/office/drawing/2014/main" id="{514D1ECF-85B0-918E-BB27-5EE91F2A739B}"/>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A9B8EE6-457C-D9C4-64AD-C96800E31592}"/>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F6A787B1-64DD-5837-679B-F83B912AD901}"/>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E673895-9F70-9C42-65C7-63CE2274AFDF}"/>
              </a:ext>
            </a:extLst>
          </p:cNvPr>
          <p:cNvSpPr txBox="1"/>
          <p:nvPr/>
        </p:nvSpPr>
        <p:spPr>
          <a:xfrm>
            <a:off x="-11723402" y="2971405"/>
            <a:ext cx="31888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色数は少なく</a:t>
            </a:r>
          </a:p>
        </p:txBody>
      </p:sp>
      <p:sp>
        <p:nvSpPr>
          <p:cNvPr id="10" name="テキスト ボックス 9">
            <a:extLst>
              <a:ext uri="{FF2B5EF4-FFF2-40B4-BE49-F238E27FC236}">
                <a16:creationId xmlns:a16="http://schemas.microsoft.com/office/drawing/2014/main" id="{CD91C0E4-C519-D6A1-926E-B5AF891A31F2}"/>
              </a:ext>
            </a:extLst>
          </p:cNvPr>
          <p:cNvSpPr txBox="1"/>
          <p:nvPr/>
        </p:nvSpPr>
        <p:spPr>
          <a:xfrm>
            <a:off x="-11723402" y="3433179"/>
            <a:ext cx="11725274"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グラデーションは</a:t>
            </a:r>
            <a:r>
              <a:rPr lang="en-US" altLang="ja-JP" sz="2400" dirty="0">
                <a:solidFill>
                  <a:schemeClr val="bg1"/>
                </a:solidFill>
                <a:latin typeface="メイリオ" panose="020B0604030504040204" pitchFamily="50" charset="-128"/>
                <a:ea typeface="メイリオ" panose="020B0604030504040204" pitchFamily="50" charset="-128"/>
              </a:rPr>
              <a:t>NG</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無駄な色</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が多い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か所、</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色に抑える</a:t>
            </a:r>
          </a:p>
        </p:txBody>
      </p:sp>
    </p:spTree>
    <p:extLst>
      <p:ext uri="{BB962C8B-B14F-4D97-AF65-F5344CB8AC3E}">
        <p14:creationId xmlns:p14="http://schemas.microsoft.com/office/powerpoint/2010/main" val="4388697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0133363-1339-41CF-829D-ED4D1F71A38A}"/>
            </a:ext>
          </a:extLst>
        </p:cNvPr>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31FB05AC-6A9E-8ED1-D9D2-557CB3D39172}"/>
              </a:ext>
            </a:extLst>
          </p:cNvPr>
          <p:cNvSpPr txBox="1"/>
          <p:nvPr/>
        </p:nvSpPr>
        <p:spPr>
          <a:xfrm>
            <a:off x="268678" y="2509631"/>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24" name="テキスト ボックス 23">
            <a:extLst>
              <a:ext uri="{FF2B5EF4-FFF2-40B4-BE49-F238E27FC236}">
                <a16:creationId xmlns:a16="http://schemas.microsoft.com/office/drawing/2014/main" id="{2B931233-76A9-5E9C-8372-5E3E452BC83D}"/>
              </a:ext>
            </a:extLst>
          </p:cNvPr>
          <p:cNvSpPr txBox="1"/>
          <p:nvPr/>
        </p:nvSpPr>
        <p:spPr>
          <a:xfrm>
            <a:off x="12196157" y="3431602"/>
            <a:ext cx="11725274"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後ろの席の人が読みにくい⇒できる限り</a:t>
            </a:r>
            <a:r>
              <a:rPr lang="en-US" altLang="ja-JP" sz="2400" dirty="0">
                <a:solidFill>
                  <a:schemeClr val="bg1"/>
                </a:solidFill>
                <a:latin typeface="メイリオ" panose="020B0604030504040204" pitchFamily="50" charset="-128"/>
                <a:ea typeface="メイリオ" panose="020B0604030504040204" pitchFamily="50" charset="-128"/>
              </a:rPr>
              <a:t>24pt</a:t>
            </a:r>
            <a:r>
              <a:rPr lang="ja-JP" altLang="en-US" sz="2400" dirty="0">
                <a:solidFill>
                  <a:schemeClr val="bg1"/>
                </a:solidFill>
                <a:latin typeface="メイリオ" panose="020B0604030504040204" pitchFamily="50" charset="-128"/>
                <a:ea typeface="メイリオ" panose="020B0604030504040204" pitchFamily="50" charset="-128"/>
              </a:rPr>
              <a:t>以上</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枚のスライドに入りきらない⇒文字数が多すぎる⇒文字数を減らす</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どうしてもの場合、アニメーションでその時読んでほしい内容だけ文字を大きく</a:t>
            </a:r>
          </a:p>
        </p:txBody>
      </p:sp>
      <p:sp>
        <p:nvSpPr>
          <p:cNvPr id="25" name="テキスト ボックス 24">
            <a:extLst>
              <a:ext uri="{FF2B5EF4-FFF2-40B4-BE49-F238E27FC236}">
                <a16:creationId xmlns:a16="http://schemas.microsoft.com/office/drawing/2014/main" id="{5D5FC44A-0957-AF5D-0F64-22ED28CEBBE2}"/>
              </a:ext>
            </a:extLst>
          </p:cNvPr>
          <p:cNvSpPr txBox="1"/>
          <p:nvPr/>
        </p:nvSpPr>
        <p:spPr>
          <a:xfrm>
            <a:off x="268678" y="2971405"/>
            <a:ext cx="31888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592CAA81-B019-2032-6696-0BD6201EF1E0}"/>
              </a:ext>
            </a:extLst>
          </p:cNvPr>
          <p:cNvSpPr txBox="1"/>
          <p:nvPr/>
        </p:nvSpPr>
        <p:spPr>
          <a:xfrm>
            <a:off x="801645" y="3433179"/>
            <a:ext cx="10659340"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グラデーションは</a:t>
            </a:r>
            <a:r>
              <a:rPr lang="en-US" altLang="ja-JP" sz="2400" dirty="0">
                <a:solidFill>
                  <a:schemeClr val="bg1"/>
                </a:solidFill>
                <a:latin typeface="メイリオ" panose="020B0604030504040204" pitchFamily="50" charset="-128"/>
                <a:ea typeface="メイリオ" panose="020B0604030504040204" pitchFamily="50" charset="-128"/>
              </a:rPr>
              <a:t>NG</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無駄な色</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が多い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か所、</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色に抑える</a:t>
            </a:r>
          </a:p>
        </p:txBody>
      </p:sp>
      <p:sp>
        <p:nvSpPr>
          <p:cNvPr id="5" name="テキスト ボックス 4">
            <a:extLst>
              <a:ext uri="{FF2B5EF4-FFF2-40B4-BE49-F238E27FC236}">
                <a16:creationId xmlns:a16="http://schemas.microsoft.com/office/drawing/2014/main" id="{19C7ACBA-5DB2-5CCF-E609-895C2420025F}"/>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DA96A9E8-01B6-0AAD-E16A-D7A0D38CA7C4}"/>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49BB7CBD-34A3-5B76-3C3C-D0E25F2A1CDA}"/>
              </a:ext>
            </a:extLst>
          </p:cNvPr>
          <p:cNvSpPr txBox="1"/>
          <p:nvPr/>
        </p:nvSpPr>
        <p:spPr>
          <a:xfrm>
            <a:off x="-11683051" y="2963997"/>
            <a:ext cx="34936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ゴシック体を使う</a:t>
            </a:r>
          </a:p>
        </p:txBody>
      </p:sp>
      <p:sp>
        <p:nvSpPr>
          <p:cNvPr id="7" name="テキスト ボックス 6">
            <a:extLst>
              <a:ext uri="{FF2B5EF4-FFF2-40B4-BE49-F238E27FC236}">
                <a16:creationId xmlns:a16="http://schemas.microsoft.com/office/drawing/2014/main" id="{40BAA5F5-4C4F-DA17-673F-1A8F1386D04F}"/>
              </a:ext>
            </a:extLst>
          </p:cNvPr>
          <p:cNvSpPr txBox="1"/>
          <p:nvPr/>
        </p:nvSpPr>
        <p:spPr>
          <a:xfrm>
            <a:off x="-11683051" y="3433822"/>
            <a:ext cx="11682409"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文字が細くて読みにくい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明朝体は読ませるためのフォント</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標識などもゴシック体</a:t>
            </a:r>
          </a:p>
        </p:txBody>
      </p:sp>
    </p:spTree>
    <p:extLst>
      <p:ext uri="{BB962C8B-B14F-4D97-AF65-F5344CB8AC3E}">
        <p14:creationId xmlns:p14="http://schemas.microsoft.com/office/powerpoint/2010/main" val="14721130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0AE0D07-E15B-AB1A-FAE5-6483E222EA28}"/>
            </a:ext>
          </a:extLst>
        </p:cNvPr>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80403B21-0BC1-9B26-EFCC-95D98E3D277F}"/>
              </a:ext>
            </a:extLst>
          </p:cNvPr>
          <p:cNvSpPr txBox="1"/>
          <p:nvPr/>
        </p:nvSpPr>
        <p:spPr>
          <a:xfrm>
            <a:off x="268677" y="2044677"/>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25" name="テキスト ボックス 24">
            <a:extLst>
              <a:ext uri="{FF2B5EF4-FFF2-40B4-BE49-F238E27FC236}">
                <a16:creationId xmlns:a16="http://schemas.microsoft.com/office/drawing/2014/main" id="{170307FF-ACF3-0E64-69FE-310694E19BC1}"/>
              </a:ext>
            </a:extLst>
          </p:cNvPr>
          <p:cNvSpPr txBox="1"/>
          <p:nvPr/>
        </p:nvSpPr>
        <p:spPr>
          <a:xfrm>
            <a:off x="268677" y="2502332"/>
            <a:ext cx="31888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色数は少なく</a:t>
            </a:r>
          </a:p>
        </p:txBody>
      </p:sp>
      <p:sp>
        <p:nvSpPr>
          <p:cNvPr id="26" name="テキスト ボックス 25">
            <a:extLst>
              <a:ext uri="{FF2B5EF4-FFF2-40B4-BE49-F238E27FC236}">
                <a16:creationId xmlns:a16="http://schemas.microsoft.com/office/drawing/2014/main" id="{8FC5A947-D8B1-4958-C130-9B996FC79C97}"/>
              </a:ext>
            </a:extLst>
          </p:cNvPr>
          <p:cNvSpPr txBox="1"/>
          <p:nvPr/>
        </p:nvSpPr>
        <p:spPr>
          <a:xfrm>
            <a:off x="12195736" y="3436927"/>
            <a:ext cx="11725274"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グラデーションは</a:t>
            </a:r>
            <a:r>
              <a:rPr lang="en-US" altLang="ja-JP" sz="2400" dirty="0">
                <a:solidFill>
                  <a:schemeClr val="bg1"/>
                </a:solidFill>
                <a:latin typeface="メイリオ" panose="020B0604030504040204" pitchFamily="50" charset="-128"/>
                <a:ea typeface="メイリオ" panose="020B0604030504040204" pitchFamily="50" charset="-128"/>
              </a:rPr>
              <a:t>NG</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無駄な色</a:t>
            </a:r>
            <a:r>
              <a:rPr lang="en-US" altLang="ja-JP" sz="2400" dirty="0">
                <a:solidFill>
                  <a:schemeClr val="bg1"/>
                </a:solidFill>
                <a:latin typeface="メイリオ" panose="020B0604030504040204" pitchFamily="50" charset="-128"/>
                <a:ea typeface="メイリオ" panose="020B0604030504040204" pitchFamily="50" charset="-128"/>
              </a:rPr>
              <a:t>｣</a:t>
            </a:r>
            <a:r>
              <a:rPr lang="ja-JP" altLang="en-US" sz="2400" dirty="0">
                <a:solidFill>
                  <a:schemeClr val="bg1"/>
                </a:solidFill>
                <a:latin typeface="メイリオ" panose="020B0604030504040204" pitchFamily="50" charset="-128"/>
                <a:ea typeface="メイリオ" panose="020B0604030504040204" pitchFamily="50" charset="-128"/>
              </a:rPr>
              <a:t>が多い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か所、</a:t>
            </a:r>
            <a:r>
              <a:rPr lang="en-US" altLang="ja-JP" sz="2400" dirty="0">
                <a:solidFill>
                  <a:schemeClr val="bg1"/>
                </a:solidFill>
                <a:latin typeface="メイリオ" panose="020B0604030504040204" pitchFamily="50" charset="-128"/>
                <a:ea typeface="メイリオ" panose="020B0604030504040204" pitchFamily="50" charset="-128"/>
              </a:rPr>
              <a:t>1</a:t>
            </a:r>
            <a:r>
              <a:rPr lang="ja-JP" altLang="en-US" sz="2400" dirty="0">
                <a:solidFill>
                  <a:schemeClr val="bg1"/>
                </a:solidFill>
                <a:latin typeface="メイリオ" panose="020B0604030504040204" pitchFamily="50" charset="-128"/>
                <a:ea typeface="メイリオ" panose="020B0604030504040204" pitchFamily="50" charset="-128"/>
              </a:rPr>
              <a:t>～</a:t>
            </a:r>
            <a:r>
              <a:rPr lang="en-US" altLang="ja-JP" sz="2400" dirty="0">
                <a:solidFill>
                  <a:schemeClr val="bg1"/>
                </a:solidFill>
                <a:latin typeface="メイリオ" panose="020B0604030504040204" pitchFamily="50" charset="-128"/>
                <a:ea typeface="メイリオ" panose="020B0604030504040204" pitchFamily="50" charset="-128"/>
              </a:rPr>
              <a:t>2</a:t>
            </a:r>
            <a:r>
              <a:rPr lang="ja-JP" altLang="en-US" sz="2400" dirty="0">
                <a:solidFill>
                  <a:schemeClr val="bg1"/>
                </a:solidFill>
                <a:latin typeface="メイリオ" panose="020B0604030504040204" pitchFamily="50" charset="-128"/>
                <a:ea typeface="メイリオ" panose="020B0604030504040204" pitchFamily="50" charset="-128"/>
              </a:rPr>
              <a:t>色に抑える</a:t>
            </a:r>
          </a:p>
        </p:txBody>
      </p:sp>
      <p:sp>
        <p:nvSpPr>
          <p:cNvPr id="27" name="テキスト ボックス 26">
            <a:extLst>
              <a:ext uri="{FF2B5EF4-FFF2-40B4-BE49-F238E27FC236}">
                <a16:creationId xmlns:a16="http://schemas.microsoft.com/office/drawing/2014/main" id="{4EE49581-2DE7-7623-215D-955132D336C1}"/>
              </a:ext>
            </a:extLst>
          </p:cNvPr>
          <p:cNvSpPr txBox="1"/>
          <p:nvPr/>
        </p:nvSpPr>
        <p:spPr>
          <a:xfrm>
            <a:off x="268678" y="2963997"/>
            <a:ext cx="34936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ゴシック体を使う</a:t>
            </a:r>
          </a:p>
        </p:txBody>
      </p:sp>
      <p:sp>
        <p:nvSpPr>
          <p:cNvPr id="28" name="テキスト ボックス 27">
            <a:extLst>
              <a:ext uri="{FF2B5EF4-FFF2-40B4-BE49-F238E27FC236}">
                <a16:creationId xmlns:a16="http://schemas.microsoft.com/office/drawing/2014/main" id="{D832A4B1-2841-7E5B-8C40-3395595AC8CE}"/>
              </a:ext>
            </a:extLst>
          </p:cNvPr>
          <p:cNvSpPr txBox="1"/>
          <p:nvPr/>
        </p:nvSpPr>
        <p:spPr>
          <a:xfrm>
            <a:off x="799696" y="3433822"/>
            <a:ext cx="10620372"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文字が細くて読みにくい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明朝体は読ませるためのフォント</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標識などもゴシック体</a:t>
            </a:r>
          </a:p>
        </p:txBody>
      </p:sp>
      <p:sp>
        <p:nvSpPr>
          <p:cNvPr id="3" name="テキスト ボックス 2">
            <a:extLst>
              <a:ext uri="{FF2B5EF4-FFF2-40B4-BE49-F238E27FC236}">
                <a16:creationId xmlns:a16="http://schemas.microsoft.com/office/drawing/2014/main" id="{AA872FDE-310A-5E02-BAEF-6B0A6D71A720}"/>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AC05AC8-A9C1-9826-17D0-4C4FD12C6A0B}"/>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14D46534-6D0C-D5B7-36F6-60468B669639}"/>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3F62492F-7BDB-D75C-DC60-D534D4CE49D4}"/>
              </a:ext>
            </a:extLst>
          </p:cNvPr>
          <p:cNvSpPr txBox="1"/>
          <p:nvPr/>
        </p:nvSpPr>
        <p:spPr>
          <a:xfrm>
            <a:off x="-11607167" y="2967335"/>
            <a:ext cx="5827322"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背景とのコントラストは高く</a:t>
            </a:r>
          </a:p>
        </p:txBody>
      </p:sp>
      <p:sp>
        <p:nvSpPr>
          <p:cNvPr id="7" name="テキスト ボックス 6">
            <a:extLst>
              <a:ext uri="{FF2B5EF4-FFF2-40B4-BE49-F238E27FC236}">
                <a16:creationId xmlns:a16="http://schemas.microsoft.com/office/drawing/2014/main" id="{9CA42FB5-ECF8-9C94-5D97-FA1A14E02BBB}"/>
              </a:ext>
            </a:extLst>
          </p:cNvPr>
          <p:cNvSpPr txBox="1"/>
          <p:nvPr/>
        </p:nvSpPr>
        <p:spPr>
          <a:xfrm>
            <a:off x="-11607169" y="3432585"/>
            <a:ext cx="11602385"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文字を認識しずらい⇐文字を探すので疲れる</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読みにくい⇐読む気が失せる</a:t>
            </a:r>
            <a:endParaRPr lang="en-US" altLang="ja-JP" sz="2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380712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B9C9FC-7690-0C35-5ADF-823FC75680FB}"/>
            </a:ext>
          </a:extLst>
        </p:cNvPr>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29AB07C8-259E-EFC6-AA4A-3968525B6A86}"/>
              </a:ext>
            </a:extLst>
          </p:cNvPr>
          <p:cNvSpPr txBox="1"/>
          <p:nvPr/>
        </p:nvSpPr>
        <p:spPr>
          <a:xfrm>
            <a:off x="268677" y="1582340"/>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25" name="テキスト ボックス 24">
            <a:extLst>
              <a:ext uri="{FF2B5EF4-FFF2-40B4-BE49-F238E27FC236}">
                <a16:creationId xmlns:a16="http://schemas.microsoft.com/office/drawing/2014/main" id="{4114D2BE-9C70-9143-D1F9-E87BC73F64B5}"/>
              </a:ext>
            </a:extLst>
          </p:cNvPr>
          <p:cNvSpPr txBox="1"/>
          <p:nvPr/>
        </p:nvSpPr>
        <p:spPr>
          <a:xfrm>
            <a:off x="268678" y="2044005"/>
            <a:ext cx="31888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色数は少なく</a:t>
            </a:r>
          </a:p>
        </p:txBody>
      </p:sp>
      <p:sp>
        <p:nvSpPr>
          <p:cNvPr id="27" name="テキスト ボックス 26">
            <a:extLst>
              <a:ext uri="{FF2B5EF4-FFF2-40B4-BE49-F238E27FC236}">
                <a16:creationId xmlns:a16="http://schemas.microsoft.com/office/drawing/2014/main" id="{2DB344CB-7E4C-6988-AAC4-5F4D8744EC0E}"/>
              </a:ext>
            </a:extLst>
          </p:cNvPr>
          <p:cNvSpPr txBox="1"/>
          <p:nvPr/>
        </p:nvSpPr>
        <p:spPr>
          <a:xfrm>
            <a:off x="268679" y="2505670"/>
            <a:ext cx="34936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ゴシック体を使う</a:t>
            </a:r>
          </a:p>
        </p:txBody>
      </p:sp>
      <p:sp>
        <p:nvSpPr>
          <p:cNvPr id="29" name="テキスト ボックス 28">
            <a:extLst>
              <a:ext uri="{FF2B5EF4-FFF2-40B4-BE49-F238E27FC236}">
                <a16:creationId xmlns:a16="http://schemas.microsoft.com/office/drawing/2014/main" id="{9B2B8222-EC8F-08F5-3F8B-9638258E1C5D}"/>
              </a:ext>
            </a:extLst>
          </p:cNvPr>
          <p:cNvSpPr txBox="1"/>
          <p:nvPr/>
        </p:nvSpPr>
        <p:spPr>
          <a:xfrm>
            <a:off x="268678" y="2967335"/>
            <a:ext cx="5827322"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AAB31A53-6FE7-2450-51DE-6B027D08891F}"/>
              </a:ext>
            </a:extLst>
          </p:cNvPr>
          <p:cNvSpPr txBox="1"/>
          <p:nvPr/>
        </p:nvSpPr>
        <p:spPr>
          <a:xfrm>
            <a:off x="796057" y="3432585"/>
            <a:ext cx="10547623"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文字を認識しずらい⇐文字を探すので疲れる</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読みにくい⇐読む気が失せる</a:t>
            </a:r>
            <a:endParaRPr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0E5DC6A0-8DC5-BCB6-E5EB-48AD3794521D}"/>
              </a:ext>
            </a:extLst>
          </p:cNvPr>
          <p:cNvSpPr txBox="1"/>
          <p:nvPr/>
        </p:nvSpPr>
        <p:spPr>
          <a:xfrm>
            <a:off x="305751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85DFB93-9AA7-0498-4FBA-D807568FF4EA}"/>
              </a:ext>
            </a:extLst>
          </p:cNvPr>
          <p:cNvSpPr txBox="1"/>
          <p:nvPr/>
        </p:nvSpPr>
        <p:spPr>
          <a:xfrm>
            <a:off x="398780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B3756D-59AC-645C-0426-07D728865DE8}"/>
              </a:ext>
            </a:extLst>
          </p:cNvPr>
          <p:cNvSpPr txBox="1"/>
          <p:nvPr/>
        </p:nvSpPr>
        <p:spPr>
          <a:xfrm>
            <a:off x="374014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E1E2388F-1397-3ECC-2267-ED946169AC20}"/>
              </a:ext>
            </a:extLst>
          </p:cNvPr>
          <p:cNvSpPr txBox="1"/>
          <p:nvPr/>
        </p:nvSpPr>
        <p:spPr>
          <a:xfrm>
            <a:off x="12199216" y="3433822"/>
            <a:ext cx="10620372"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文字が細くて読みにくい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明朝体は読ませるためのフォント</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標識などもゴシック体</a:t>
            </a:r>
          </a:p>
        </p:txBody>
      </p:sp>
    </p:spTree>
    <p:extLst>
      <p:ext uri="{BB962C8B-B14F-4D97-AF65-F5344CB8AC3E}">
        <p14:creationId xmlns:p14="http://schemas.microsoft.com/office/powerpoint/2010/main" val="993966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36537D-107A-ED0F-AAEE-91B12C9CE77C}"/>
            </a:ext>
          </a:extLst>
        </p:cNvPr>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F71A0589-6C28-BE7E-0A72-75DE3999F4E1}"/>
              </a:ext>
            </a:extLst>
          </p:cNvPr>
          <p:cNvSpPr txBox="1"/>
          <p:nvPr/>
        </p:nvSpPr>
        <p:spPr>
          <a:xfrm>
            <a:off x="12216837" y="1582340"/>
            <a:ext cx="4350946"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文字サイズは大きめに</a:t>
            </a:r>
          </a:p>
        </p:txBody>
      </p:sp>
      <p:sp>
        <p:nvSpPr>
          <p:cNvPr id="25" name="テキスト ボックス 24">
            <a:extLst>
              <a:ext uri="{FF2B5EF4-FFF2-40B4-BE49-F238E27FC236}">
                <a16:creationId xmlns:a16="http://schemas.microsoft.com/office/drawing/2014/main" id="{5F7BD782-D781-8678-639C-2E57AFF8C44D}"/>
              </a:ext>
            </a:extLst>
          </p:cNvPr>
          <p:cNvSpPr txBox="1"/>
          <p:nvPr/>
        </p:nvSpPr>
        <p:spPr>
          <a:xfrm>
            <a:off x="12216838" y="2044005"/>
            <a:ext cx="31888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色数は少なく</a:t>
            </a:r>
          </a:p>
        </p:txBody>
      </p:sp>
      <p:sp>
        <p:nvSpPr>
          <p:cNvPr id="27" name="テキスト ボックス 26">
            <a:extLst>
              <a:ext uri="{FF2B5EF4-FFF2-40B4-BE49-F238E27FC236}">
                <a16:creationId xmlns:a16="http://schemas.microsoft.com/office/drawing/2014/main" id="{019C9A0B-11B6-9925-9ACE-75F277489761}"/>
              </a:ext>
            </a:extLst>
          </p:cNvPr>
          <p:cNvSpPr txBox="1"/>
          <p:nvPr/>
        </p:nvSpPr>
        <p:spPr>
          <a:xfrm>
            <a:off x="12216839" y="2505670"/>
            <a:ext cx="3493697"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ゴシック体を使う</a:t>
            </a:r>
          </a:p>
        </p:txBody>
      </p:sp>
      <p:sp>
        <p:nvSpPr>
          <p:cNvPr id="29" name="テキスト ボックス 28">
            <a:extLst>
              <a:ext uri="{FF2B5EF4-FFF2-40B4-BE49-F238E27FC236}">
                <a16:creationId xmlns:a16="http://schemas.microsoft.com/office/drawing/2014/main" id="{EBBF1F81-EC61-42AD-09BE-F919AF7E9A29}"/>
              </a:ext>
            </a:extLst>
          </p:cNvPr>
          <p:cNvSpPr txBox="1"/>
          <p:nvPr/>
        </p:nvSpPr>
        <p:spPr>
          <a:xfrm>
            <a:off x="12216838" y="2967335"/>
            <a:ext cx="5827322" cy="461665"/>
          </a:xfrm>
          <a:prstGeom prst="rect">
            <a:avLst/>
          </a:prstGeom>
          <a:noFill/>
        </p:spPr>
        <p:txBody>
          <a:bodyPr wrap="square" rtlCol="0">
            <a:spAutoFit/>
          </a:bodyPr>
          <a:lstStyle/>
          <a:p>
            <a:r>
              <a:rPr kumimoji="1" lang="ja-JP" altLang="en-US" sz="2400" b="1" dirty="0">
                <a:solidFill>
                  <a:schemeClr val="bg1"/>
                </a:solidFill>
                <a:latin typeface="メイリオ" panose="020B0604030504040204" pitchFamily="50" charset="-128"/>
                <a:ea typeface="メイリオ" panose="020B0604030504040204" pitchFamily="50" charset="-128"/>
              </a:rPr>
              <a:t>背景とのコントラストは高く</a:t>
            </a:r>
          </a:p>
        </p:txBody>
      </p:sp>
      <p:sp>
        <p:nvSpPr>
          <p:cNvPr id="30" name="テキスト ボックス 29">
            <a:extLst>
              <a:ext uri="{FF2B5EF4-FFF2-40B4-BE49-F238E27FC236}">
                <a16:creationId xmlns:a16="http://schemas.microsoft.com/office/drawing/2014/main" id="{557912AC-F878-5F3E-A04A-55CDF7388F17}"/>
              </a:ext>
            </a:extLst>
          </p:cNvPr>
          <p:cNvSpPr txBox="1"/>
          <p:nvPr/>
        </p:nvSpPr>
        <p:spPr>
          <a:xfrm>
            <a:off x="12744217" y="3432585"/>
            <a:ext cx="10547623" cy="830997"/>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文字を認識しずらい⇐文字を探すので疲れる</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読みにくい⇐読む気が失せる</a:t>
            </a:r>
            <a:endParaRPr lang="en-US" altLang="ja-JP" sz="2400" dirty="0">
              <a:solidFill>
                <a:schemeClr val="bg1"/>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61665B5C-BCC7-DF94-FC73-E216C03B50B3}"/>
              </a:ext>
            </a:extLst>
          </p:cNvPr>
          <p:cNvSpPr txBox="1"/>
          <p:nvPr/>
        </p:nvSpPr>
        <p:spPr>
          <a:xfrm>
            <a:off x="15005670" y="6915152"/>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「分かりやすさ」のマナー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F11628C-E547-51A6-012A-B6AA431A6270}"/>
              </a:ext>
            </a:extLst>
          </p:cNvPr>
          <p:cNvSpPr txBox="1"/>
          <p:nvPr/>
        </p:nvSpPr>
        <p:spPr>
          <a:xfrm>
            <a:off x="15935960" y="8057724"/>
            <a:ext cx="5873750" cy="646331"/>
          </a:xfrm>
          <a:prstGeom prst="rect">
            <a:avLst/>
          </a:prstGeom>
          <a:noFill/>
        </p:spPr>
        <p:txBody>
          <a:bodyPr wrap="square" rtlCol="0">
            <a:spAutoFit/>
          </a:bodyPr>
          <a:lstStyle/>
          <a:p>
            <a:pPr algn="ctr"/>
            <a:r>
              <a:rPr kumimoji="1" lang="ja-JP" altLang="en-US" sz="3600" dirty="0">
                <a:solidFill>
                  <a:schemeClr val="bg1"/>
                </a:solidFill>
                <a:latin typeface="メイリオ" panose="020B0604030504040204" pitchFamily="50" charset="-128"/>
                <a:ea typeface="メイリオ" panose="020B0604030504040204" pitchFamily="50" charset="-128"/>
              </a:rPr>
              <a:t>「整頓」のマナー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3E451652-6D05-1A88-9BE0-B071D5D5C216}"/>
              </a:ext>
            </a:extLst>
          </p:cNvPr>
          <p:cNvSpPr txBox="1"/>
          <p:nvPr/>
        </p:nvSpPr>
        <p:spPr>
          <a:xfrm>
            <a:off x="15688303" y="9200297"/>
            <a:ext cx="5873750" cy="646331"/>
          </a:xfrm>
          <a:prstGeom prst="rect">
            <a:avLst/>
          </a:prstGeom>
          <a:noFill/>
        </p:spPr>
        <p:txBody>
          <a:bodyPr wrap="square" rtlCol="0">
            <a:spAutoFit/>
          </a:bodyPr>
          <a:lstStyle/>
          <a:p>
            <a:pPr algn="ctr"/>
            <a:r>
              <a:rPr lang="ja-JP" altLang="en-US" sz="3600" dirty="0">
                <a:solidFill>
                  <a:schemeClr val="bg1"/>
                </a:solidFill>
                <a:latin typeface="メイリオ" panose="020B0604030504040204" pitchFamily="50" charset="-128"/>
                <a:ea typeface="メイリオ" panose="020B0604030504040204" pitchFamily="50" charset="-128"/>
              </a:rPr>
              <a:t>「ルール」</a:t>
            </a:r>
            <a:r>
              <a:rPr kumimoji="1" lang="ja-JP" altLang="en-US" sz="3600" dirty="0">
                <a:solidFill>
                  <a:schemeClr val="bg1"/>
                </a:solidFill>
                <a:latin typeface="メイリオ" panose="020B0604030504040204" pitchFamily="50" charset="-128"/>
                <a:ea typeface="メイリオ" panose="020B0604030504040204" pitchFamily="50" charset="-128"/>
              </a:rPr>
              <a:t>のマナー</a:t>
            </a:r>
            <a:endParaRPr kumimoji="1" lang="en-US" altLang="ja-JP" sz="3600" dirty="0">
              <a:solidFill>
                <a:schemeClr val="bg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84B2D35B-98B4-45DA-28A0-8BBDF38A22DF}"/>
              </a:ext>
            </a:extLst>
          </p:cNvPr>
          <p:cNvSpPr txBox="1"/>
          <p:nvPr/>
        </p:nvSpPr>
        <p:spPr>
          <a:xfrm>
            <a:off x="24147376" y="3433822"/>
            <a:ext cx="10620372" cy="1200329"/>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rPr>
              <a:t>文字が細くて読みにくい</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明朝体は読ませるためのフォント</a:t>
            </a:r>
            <a:endParaRPr lang="en-US" altLang="ja-JP" sz="2400" dirty="0">
              <a:solidFill>
                <a:schemeClr val="bg1"/>
              </a:solidFill>
              <a:latin typeface="メイリオ" panose="020B0604030504040204" pitchFamily="50" charset="-128"/>
              <a:ea typeface="メイリオ" panose="020B0604030504040204" pitchFamily="50" charset="-128"/>
            </a:endParaRPr>
          </a:p>
          <a:p>
            <a:r>
              <a:rPr lang="ja-JP" altLang="en-US" sz="2400" dirty="0">
                <a:solidFill>
                  <a:schemeClr val="bg1"/>
                </a:solidFill>
                <a:latin typeface="メイリオ" panose="020B0604030504040204" pitchFamily="50" charset="-128"/>
                <a:ea typeface="メイリオ" panose="020B0604030504040204" pitchFamily="50" charset="-128"/>
              </a:rPr>
              <a:t>標識などもゴシック体</a:t>
            </a:r>
          </a:p>
        </p:txBody>
      </p:sp>
      <p:sp>
        <p:nvSpPr>
          <p:cNvPr id="2" name="テキスト ボックス 1">
            <a:extLst>
              <a:ext uri="{FF2B5EF4-FFF2-40B4-BE49-F238E27FC236}">
                <a16:creationId xmlns:a16="http://schemas.microsoft.com/office/drawing/2014/main" id="{0BB95FC6-370D-566A-286F-D3298BF86451}"/>
              </a:ext>
            </a:extLst>
          </p:cNvPr>
          <p:cNvSpPr txBox="1"/>
          <p:nvPr/>
        </p:nvSpPr>
        <p:spPr>
          <a:xfrm>
            <a:off x="3194758" y="3119735"/>
            <a:ext cx="5827322" cy="461665"/>
          </a:xfrm>
          <a:prstGeom prst="rect">
            <a:avLst/>
          </a:prstGeom>
          <a:noFill/>
        </p:spPr>
        <p:txBody>
          <a:bodyPr wrap="square" rtlCol="0">
            <a:spAutoFit/>
          </a:bodyPr>
          <a:lstStyle/>
          <a:p>
            <a:pPr algn="ctr"/>
            <a:r>
              <a:rPr lang="ja-JP" altLang="en-US" sz="2400" b="1" dirty="0">
                <a:solidFill>
                  <a:schemeClr val="bg1"/>
                </a:solidFill>
                <a:latin typeface="メイリオ" panose="020B0604030504040204" pitchFamily="50" charset="-128"/>
                <a:ea typeface="メイリオ" panose="020B0604030504040204" pitchFamily="50" charset="-128"/>
              </a:rPr>
              <a:t>おわり</a:t>
            </a:r>
            <a:endParaRPr kumimoji="1" lang="ja-JP" altLang="en-US" sz="24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503398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1541</TotalTime>
  <Words>3299</Words>
  <Application>Microsoft Office PowerPoint</Application>
  <PresentationFormat>ワイド画面</PresentationFormat>
  <Paragraphs>458</Paragraphs>
  <Slides>47</Slides>
  <Notes>47</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47</vt:i4>
      </vt:variant>
    </vt:vector>
  </HeadingPairs>
  <TitlesOfParts>
    <vt:vector size="53" baseType="lpstr">
      <vt:lpstr>ＭＳ 明朝</vt:lpstr>
      <vt:lpstr>メイリオ</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totoka 3710</dc:creator>
  <cp:lastModifiedBy>student</cp:lastModifiedBy>
  <cp:revision>3</cp:revision>
  <dcterms:created xsi:type="dcterms:W3CDTF">2026-01-07T09:40:21Z</dcterms:created>
  <dcterms:modified xsi:type="dcterms:W3CDTF">2026-01-16T03:43:58Z</dcterms:modified>
</cp:coreProperties>
</file>