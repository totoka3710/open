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5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ink/ink1.xml" ContentType="application/inkml+xml"/>
  <Override PartName="/ppt/ink/ink2.xml" ContentType="application/inkml+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9" r:id="rId3"/>
    <p:sldId id="260" r:id="rId4"/>
    <p:sldId id="257" r:id="rId5"/>
    <p:sldId id="330" r:id="rId6"/>
    <p:sldId id="258" r:id="rId7"/>
    <p:sldId id="261" r:id="rId8"/>
    <p:sldId id="331" r:id="rId9"/>
    <p:sldId id="262" r:id="rId10"/>
    <p:sldId id="264" r:id="rId11"/>
    <p:sldId id="263" r:id="rId12"/>
    <p:sldId id="265" r:id="rId13"/>
    <p:sldId id="266" r:id="rId14"/>
    <p:sldId id="337" r:id="rId15"/>
    <p:sldId id="267" r:id="rId16"/>
    <p:sldId id="268" r:id="rId17"/>
    <p:sldId id="273" r:id="rId18"/>
    <p:sldId id="272" r:id="rId19"/>
    <p:sldId id="274" r:id="rId20"/>
    <p:sldId id="276" r:id="rId21"/>
    <p:sldId id="299" r:id="rId22"/>
    <p:sldId id="300" r:id="rId23"/>
    <p:sldId id="293" r:id="rId24"/>
    <p:sldId id="292" r:id="rId25"/>
    <p:sldId id="295" r:id="rId26"/>
    <p:sldId id="297" r:id="rId27"/>
    <p:sldId id="304" r:id="rId28"/>
    <p:sldId id="294" r:id="rId29"/>
    <p:sldId id="298" r:id="rId30"/>
    <p:sldId id="305" r:id="rId31"/>
    <p:sldId id="296" r:id="rId32"/>
    <p:sldId id="281" r:id="rId33"/>
    <p:sldId id="282" r:id="rId34"/>
    <p:sldId id="284" r:id="rId35"/>
    <p:sldId id="285" r:id="rId36"/>
    <p:sldId id="286" r:id="rId37"/>
    <p:sldId id="287" r:id="rId38"/>
    <p:sldId id="289" r:id="rId39"/>
    <p:sldId id="290" r:id="rId40"/>
    <p:sldId id="291" r:id="rId41"/>
    <p:sldId id="277" r:id="rId42"/>
    <p:sldId id="278" r:id="rId43"/>
    <p:sldId id="279" r:id="rId44"/>
    <p:sldId id="301" r:id="rId45"/>
    <p:sldId id="334" r:id="rId46"/>
    <p:sldId id="343" r:id="rId47"/>
    <p:sldId id="332" r:id="rId48"/>
    <p:sldId id="335" r:id="rId49"/>
    <p:sldId id="269" r:id="rId50"/>
    <p:sldId id="270" r:id="rId51"/>
    <p:sldId id="336" r:id="rId52"/>
    <p:sldId id="307" r:id="rId53"/>
    <p:sldId id="308" r:id="rId54"/>
    <p:sldId id="309" r:id="rId55"/>
    <p:sldId id="310" r:id="rId56"/>
    <p:sldId id="311" r:id="rId57"/>
    <p:sldId id="341" r:id="rId58"/>
    <p:sldId id="340" r:id="rId59"/>
    <p:sldId id="312" r:id="rId60"/>
    <p:sldId id="313" r:id="rId61"/>
    <p:sldId id="314" r:id="rId62"/>
    <p:sldId id="316" r:id="rId63"/>
    <p:sldId id="324" r:id="rId64"/>
    <p:sldId id="326" r:id="rId65"/>
    <p:sldId id="325" r:id="rId66"/>
    <p:sldId id="317" r:id="rId67"/>
    <p:sldId id="318" r:id="rId68"/>
    <p:sldId id="319" r:id="rId69"/>
    <p:sldId id="320" r:id="rId70"/>
    <p:sldId id="322" r:id="rId71"/>
    <p:sldId id="321" r:id="rId72"/>
    <p:sldId id="327" r:id="rId7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なしのセクション" id="{1A56C4FC-FA99-4620-9DD1-CE12722A5CB8}">
          <p14:sldIdLst>
            <p14:sldId id="256"/>
            <p14:sldId id="259"/>
            <p14:sldId id="260"/>
            <p14:sldId id="257"/>
            <p14:sldId id="330"/>
            <p14:sldId id="258"/>
            <p14:sldId id="261"/>
            <p14:sldId id="331"/>
            <p14:sldId id="262"/>
            <p14:sldId id="264"/>
            <p14:sldId id="263"/>
            <p14:sldId id="265"/>
            <p14:sldId id="266"/>
            <p14:sldId id="337"/>
            <p14:sldId id="267"/>
            <p14:sldId id="268"/>
            <p14:sldId id="273"/>
            <p14:sldId id="272"/>
            <p14:sldId id="274"/>
            <p14:sldId id="276"/>
            <p14:sldId id="299"/>
            <p14:sldId id="300"/>
            <p14:sldId id="293"/>
            <p14:sldId id="292"/>
            <p14:sldId id="295"/>
            <p14:sldId id="297"/>
            <p14:sldId id="304"/>
            <p14:sldId id="294"/>
            <p14:sldId id="298"/>
            <p14:sldId id="305"/>
            <p14:sldId id="296"/>
            <p14:sldId id="281"/>
            <p14:sldId id="282"/>
            <p14:sldId id="284"/>
            <p14:sldId id="285"/>
            <p14:sldId id="286"/>
            <p14:sldId id="287"/>
            <p14:sldId id="289"/>
            <p14:sldId id="290"/>
            <p14:sldId id="291"/>
            <p14:sldId id="277"/>
            <p14:sldId id="278"/>
            <p14:sldId id="279"/>
            <p14:sldId id="301"/>
            <p14:sldId id="334"/>
            <p14:sldId id="343"/>
            <p14:sldId id="332"/>
            <p14:sldId id="335"/>
            <p14:sldId id="269"/>
            <p14:sldId id="270"/>
            <p14:sldId id="336"/>
            <p14:sldId id="307"/>
            <p14:sldId id="308"/>
            <p14:sldId id="309"/>
            <p14:sldId id="310"/>
            <p14:sldId id="311"/>
            <p14:sldId id="341"/>
            <p14:sldId id="340"/>
            <p14:sldId id="312"/>
            <p14:sldId id="313"/>
            <p14:sldId id="314"/>
            <p14:sldId id="316"/>
            <p14:sldId id="324"/>
            <p14:sldId id="326"/>
            <p14:sldId id="325"/>
            <p14:sldId id="317"/>
            <p14:sldId id="318"/>
            <p14:sldId id="319"/>
            <p14:sldId id="320"/>
            <p14:sldId id="322"/>
            <p14:sldId id="321"/>
            <p14:sldId id="32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a:srgbClr val="333333"/>
    <a:srgbClr val="1E1E1E"/>
    <a:srgbClr val="121212"/>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2EC518-3B44-4A9C-87E5-9D1591FB3C20}" v="2232" dt="2025-09-26T16:54:24.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69" autoAdjust="0"/>
    <p:restoredTop sz="96850" autoAdjust="0"/>
  </p:normalViewPr>
  <p:slideViewPr>
    <p:cSldViewPr snapToGrid="0" showGuides="1">
      <p:cViewPr varScale="1">
        <p:scale>
          <a:sx n="252" d="100"/>
          <a:sy n="252" d="100"/>
        </p:scale>
        <p:origin x="1032" y="150"/>
      </p:cViewPr>
      <p:guideLst>
        <p:guide orient="horz" pos="2160"/>
        <p:guide pos="3840"/>
      </p:guideLst>
    </p:cSldViewPr>
  </p:slideViewPr>
  <p:notesTextViewPr>
    <p:cViewPr>
      <p:scale>
        <a:sx n="1" d="1"/>
        <a:sy n="1" d="1"/>
      </p:scale>
      <p:origin x="0" y="0"/>
    </p:cViewPr>
  </p:notesTextViewPr>
  <p:notesViewPr>
    <p:cSldViewPr snapToGrid="0" showGuides="1">
      <p:cViewPr varScale="1">
        <p:scale>
          <a:sx n="191" d="100"/>
          <a:sy n="191" d="100"/>
        </p:scale>
        <p:origin x="6414" y="15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toka 3710" userId="fbb77386e644ec64" providerId="LiveId" clId="{99908158-1523-4D89-8225-504124C78188}"/>
    <pc:docChg chg="undo redo custSel addSld delSld modSld sldOrd modMainMaster modSection">
      <pc:chgData name="totoka 3710" userId="fbb77386e644ec64" providerId="LiveId" clId="{99908158-1523-4D89-8225-504124C78188}" dt="2025-09-28T13:39:41.827" v="38599" actId="14100"/>
      <pc:docMkLst>
        <pc:docMk/>
      </pc:docMkLst>
      <pc:sldChg chg="modTransition">
        <pc:chgData name="totoka 3710" userId="fbb77386e644ec64" providerId="LiveId" clId="{99908158-1523-4D89-8225-504124C78188}" dt="2025-09-26T15:52:25.870" v="38441"/>
        <pc:sldMkLst>
          <pc:docMk/>
          <pc:sldMk cId="2486070671" sldId="256"/>
        </pc:sldMkLst>
      </pc:sldChg>
      <pc:sldChg chg="addSp delSp modSp mod modTransition">
        <pc:chgData name="totoka 3710" userId="fbb77386e644ec64" providerId="LiveId" clId="{99908158-1523-4D89-8225-504124C78188}" dt="2025-09-26T15:52:40.378" v="38444"/>
        <pc:sldMkLst>
          <pc:docMk/>
          <pc:sldMk cId="3383689814" sldId="257"/>
        </pc:sldMkLst>
        <pc:spChg chg="add mod">
          <ac:chgData name="totoka 3710" userId="fbb77386e644ec64" providerId="LiveId" clId="{99908158-1523-4D89-8225-504124C78188}" dt="2025-09-25T13:24:57.969" v="31124" actId="1038"/>
          <ac:spMkLst>
            <pc:docMk/>
            <pc:sldMk cId="3383689814" sldId="257"/>
            <ac:spMk id="2" creationId="{C5889F12-928A-3591-D069-620477A5CF54}"/>
          </ac:spMkLst>
        </pc:spChg>
        <pc:spChg chg="add mod">
          <ac:chgData name="totoka 3710" userId="fbb77386e644ec64" providerId="LiveId" clId="{99908158-1523-4D89-8225-504124C78188}" dt="2025-09-26T04:21:04.220" v="31587" actId="1076"/>
          <ac:spMkLst>
            <pc:docMk/>
            <pc:sldMk cId="3383689814" sldId="257"/>
            <ac:spMk id="10" creationId="{F534A032-CAB1-D651-151E-351608818C45}"/>
          </ac:spMkLst>
        </pc:spChg>
        <pc:picChg chg="add mod">
          <ac:chgData name="totoka 3710" userId="fbb77386e644ec64" providerId="LiveId" clId="{99908158-1523-4D89-8225-504124C78188}" dt="2025-09-25T13:26:58.986" v="31258" actId="1076"/>
          <ac:picMkLst>
            <pc:docMk/>
            <pc:sldMk cId="3383689814" sldId="257"/>
            <ac:picMk id="5" creationId="{AF6052D1-F1D9-E685-C4FA-8CADDF7A9F1F}"/>
          </ac:picMkLst>
        </pc:picChg>
        <pc:picChg chg="add mod ord">
          <ac:chgData name="totoka 3710" userId="fbb77386e644ec64" providerId="LiveId" clId="{99908158-1523-4D89-8225-504124C78188}" dt="2025-09-25T13:33:34.094" v="31269" actId="688"/>
          <ac:picMkLst>
            <pc:docMk/>
            <pc:sldMk cId="3383689814" sldId="257"/>
            <ac:picMk id="7" creationId="{1629ECBF-D7B1-D8BA-0191-3BD73708F378}"/>
          </ac:picMkLst>
        </pc:picChg>
        <pc:picChg chg="add mod">
          <ac:chgData name="totoka 3710" userId="fbb77386e644ec64" providerId="LiveId" clId="{99908158-1523-4D89-8225-504124C78188}" dt="2025-09-25T13:33:16.598" v="31264" actId="1076"/>
          <ac:picMkLst>
            <pc:docMk/>
            <pc:sldMk cId="3383689814" sldId="257"/>
            <ac:picMk id="9" creationId="{BE9C3A24-713D-033B-F7CB-3CCD2BF40E39}"/>
          </ac:picMkLst>
        </pc:picChg>
      </pc:sldChg>
      <pc:sldChg chg="addSp delSp modSp mod modTransition modNotesTx">
        <pc:chgData name="totoka 3710" userId="fbb77386e644ec64" providerId="LiveId" clId="{99908158-1523-4D89-8225-504124C78188}" dt="2025-09-26T15:52:45.866" v="38445"/>
        <pc:sldMkLst>
          <pc:docMk/>
          <pc:sldMk cId="2753602397" sldId="258"/>
        </pc:sldMkLst>
        <pc:spChg chg="add mod">
          <ac:chgData name="totoka 3710" userId="fbb77386e644ec64" providerId="LiveId" clId="{99908158-1523-4D89-8225-504124C78188}" dt="2025-09-26T04:19:27.198" v="31424" actId="1037"/>
          <ac:spMkLst>
            <pc:docMk/>
            <pc:sldMk cId="2753602397" sldId="258"/>
            <ac:spMk id="2" creationId="{975F556F-97BF-55BE-96E9-DF686BA318CD}"/>
          </ac:spMkLst>
        </pc:spChg>
        <pc:spChg chg="add mod">
          <ac:chgData name="totoka 3710" userId="fbb77386e644ec64" providerId="LiveId" clId="{99908158-1523-4D89-8225-504124C78188}" dt="2025-09-26T04:19:27.198" v="31424" actId="1037"/>
          <ac:spMkLst>
            <pc:docMk/>
            <pc:sldMk cId="2753602397" sldId="258"/>
            <ac:spMk id="3" creationId="{74844382-F761-BC74-F22F-28811A322696}"/>
          </ac:spMkLst>
        </pc:spChg>
        <pc:spChg chg="mod">
          <ac:chgData name="totoka 3710" userId="fbb77386e644ec64" providerId="LiveId" clId="{99908158-1523-4D89-8225-504124C78188}" dt="2025-09-26T04:19:27.198" v="31424" actId="1037"/>
          <ac:spMkLst>
            <pc:docMk/>
            <pc:sldMk cId="2753602397" sldId="258"/>
            <ac:spMk id="5" creationId="{EE25CD6B-8813-9AB0-A99B-22F05689BDE7}"/>
          </ac:spMkLst>
        </pc:spChg>
        <pc:spChg chg="add mod">
          <ac:chgData name="totoka 3710" userId="fbb77386e644ec64" providerId="LiveId" clId="{99908158-1523-4D89-8225-504124C78188}" dt="2025-09-26T04:19:27.198" v="31424" actId="1037"/>
          <ac:spMkLst>
            <pc:docMk/>
            <pc:sldMk cId="2753602397" sldId="258"/>
            <ac:spMk id="8" creationId="{EB5E785C-184F-1E58-87AA-E6A36F13A626}"/>
          </ac:spMkLst>
        </pc:spChg>
        <pc:spChg chg="add mod">
          <ac:chgData name="totoka 3710" userId="fbb77386e644ec64" providerId="LiveId" clId="{99908158-1523-4D89-8225-504124C78188}" dt="2025-09-26T04:30:54.663" v="31844" actId="20577"/>
          <ac:spMkLst>
            <pc:docMk/>
            <pc:sldMk cId="2753602397" sldId="258"/>
            <ac:spMk id="9" creationId="{351DBA49-4F42-7A40-9DC8-108B6C20DDAF}"/>
          </ac:spMkLst>
        </pc:spChg>
        <pc:spChg chg="mod">
          <ac:chgData name="totoka 3710" userId="fbb77386e644ec64" providerId="LiveId" clId="{99908158-1523-4D89-8225-504124C78188}" dt="2025-09-26T04:19:27.198" v="31424" actId="1037"/>
          <ac:spMkLst>
            <pc:docMk/>
            <pc:sldMk cId="2753602397" sldId="258"/>
            <ac:spMk id="12" creationId="{DDCDFCB8-E32E-15BF-D088-C520893258C3}"/>
          </ac:spMkLst>
        </pc:spChg>
        <pc:spChg chg="mod">
          <ac:chgData name="totoka 3710" userId="fbb77386e644ec64" providerId="LiveId" clId="{99908158-1523-4D89-8225-504124C78188}" dt="2025-09-26T04:19:27.198" v="31424" actId="1037"/>
          <ac:spMkLst>
            <pc:docMk/>
            <pc:sldMk cId="2753602397" sldId="258"/>
            <ac:spMk id="13" creationId="{B7C590D6-0655-D69E-4181-D087680C833A}"/>
          </ac:spMkLst>
        </pc:spChg>
      </pc:sldChg>
      <pc:sldChg chg="addSp delSp modSp mod modTransition">
        <pc:chgData name="totoka 3710" userId="fbb77386e644ec64" providerId="LiveId" clId="{99908158-1523-4D89-8225-504124C78188}" dt="2025-09-26T04:32:54.510" v="32066"/>
        <pc:sldMkLst>
          <pc:docMk/>
          <pc:sldMk cId="3373045918" sldId="261"/>
        </pc:sldMkLst>
        <pc:spChg chg="mod">
          <ac:chgData name="totoka 3710" userId="fbb77386e644ec64" providerId="LiveId" clId="{99908158-1523-4D89-8225-504124C78188}" dt="2025-09-26T04:30:39.631" v="31835" actId="20577"/>
          <ac:spMkLst>
            <pc:docMk/>
            <pc:sldMk cId="3373045918" sldId="261"/>
            <ac:spMk id="2" creationId="{7C8DB80C-018D-134A-5A55-7EDD8A5EAC13}"/>
          </ac:spMkLst>
        </pc:spChg>
        <pc:spChg chg="add mod">
          <ac:chgData name="totoka 3710" userId="fbb77386e644ec64" providerId="LiveId" clId="{99908158-1523-4D89-8225-504124C78188}" dt="2025-09-26T04:20:15.751" v="31498" actId="1036"/>
          <ac:spMkLst>
            <pc:docMk/>
            <pc:sldMk cId="3373045918" sldId="261"/>
            <ac:spMk id="3" creationId="{E614EA82-2CC2-54A5-D612-03DC0068F2E2}"/>
          </ac:spMkLst>
        </pc:spChg>
        <pc:spChg chg="add mod">
          <ac:chgData name="totoka 3710" userId="fbb77386e644ec64" providerId="LiveId" clId="{99908158-1523-4D89-8225-504124C78188}" dt="2025-09-26T04:20:15.751" v="31498" actId="1036"/>
          <ac:spMkLst>
            <pc:docMk/>
            <pc:sldMk cId="3373045918" sldId="261"/>
            <ac:spMk id="6" creationId="{7D3A0022-6E59-329A-AF27-DF23176DB638}"/>
          </ac:spMkLst>
        </pc:spChg>
        <pc:spChg chg="mod ord">
          <ac:chgData name="totoka 3710" userId="fbb77386e644ec64" providerId="LiveId" clId="{99908158-1523-4D89-8225-504124C78188}" dt="2025-09-26T04:32:43.691" v="32064" actId="171"/>
          <ac:spMkLst>
            <pc:docMk/>
            <pc:sldMk cId="3373045918" sldId="261"/>
            <ac:spMk id="7" creationId="{C25A6CF1-17F0-A68D-D5A9-022C61E315FB}"/>
          </ac:spMkLst>
        </pc:spChg>
        <pc:spChg chg="add mod">
          <ac:chgData name="totoka 3710" userId="fbb77386e644ec64" providerId="LiveId" clId="{99908158-1523-4D89-8225-504124C78188}" dt="2025-09-26T04:20:15.751" v="31498" actId="1036"/>
          <ac:spMkLst>
            <pc:docMk/>
            <pc:sldMk cId="3373045918" sldId="261"/>
            <ac:spMk id="9" creationId="{93F5D475-187E-2190-F9CD-3D46924E1BFE}"/>
          </ac:spMkLst>
        </pc:spChg>
        <pc:spChg chg="add mod">
          <ac:chgData name="totoka 3710" userId="fbb77386e644ec64" providerId="LiveId" clId="{99908158-1523-4D89-8225-504124C78188}" dt="2025-09-26T04:20:15.751" v="31498" actId="1036"/>
          <ac:spMkLst>
            <pc:docMk/>
            <pc:sldMk cId="3373045918" sldId="261"/>
            <ac:spMk id="10" creationId="{699D86CF-9A8D-C569-2BE0-89BB8EC0FBD4}"/>
          </ac:spMkLst>
        </pc:spChg>
        <pc:spChg chg="add mod">
          <ac:chgData name="totoka 3710" userId="fbb77386e644ec64" providerId="LiveId" clId="{99908158-1523-4D89-8225-504124C78188}" dt="2025-09-26T04:20:15.751" v="31498" actId="1036"/>
          <ac:spMkLst>
            <pc:docMk/>
            <pc:sldMk cId="3373045918" sldId="261"/>
            <ac:spMk id="11" creationId="{B1D0915C-25F7-7E39-CC34-CCFD43F6A19B}"/>
          </ac:spMkLst>
        </pc:spChg>
        <pc:spChg chg="add mod">
          <ac:chgData name="totoka 3710" userId="fbb77386e644ec64" providerId="LiveId" clId="{99908158-1523-4D89-8225-504124C78188}" dt="2025-09-26T04:20:15.751" v="31498" actId="1036"/>
          <ac:spMkLst>
            <pc:docMk/>
            <pc:sldMk cId="3373045918" sldId="261"/>
            <ac:spMk id="14" creationId="{266C1FC6-56F1-FA39-5F8D-3A282F134D9C}"/>
          </ac:spMkLst>
        </pc:spChg>
      </pc:sldChg>
      <pc:sldChg chg="addSp delSp modSp mod modTransition modNotesTx">
        <pc:chgData name="totoka 3710" userId="fbb77386e644ec64" providerId="LiveId" clId="{99908158-1523-4D89-8225-504124C78188}" dt="2025-09-26T15:53:30.218" v="38446"/>
        <pc:sldMkLst>
          <pc:docMk/>
          <pc:sldMk cId="2576149634" sldId="262"/>
        </pc:sldMkLst>
        <pc:spChg chg="add mod">
          <ac:chgData name="totoka 3710" userId="fbb77386e644ec64" providerId="LiveId" clId="{99908158-1523-4D89-8225-504124C78188}" dt="2025-09-26T04:23:37.392" v="31614" actId="1036"/>
          <ac:spMkLst>
            <pc:docMk/>
            <pc:sldMk cId="2576149634" sldId="262"/>
            <ac:spMk id="3" creationId="{29EAB6C2-5624-2512-B64C-5C05632DA847}"/>
          </ac:spMkLst>
        </pc:spChg>
        <pc:spChg chg="add mod">
          <ac:chgData name="totoka 3710" userId="fbb77386e644ec64" providerId="LiveId" clId="{99908158-1523-4D89-8225-504124C78188}" dt="2025-09-26T04:23:37.392" v="31614" actId="1036"/>
          <ac:spMkLst>
            <pc:docMk/>
            <pc:sldMk cId="2576149634" sldId="262"/>
            <ac:spMk id="14" creationId="{4CC10CBA-AE94-A8D4-15C7-CD03220981D3}"/>
          </ac:spMkLst>
        </pc:spChg>
        <pc:spChg chg="add mod">
          <ac:chgData name="totoka 3710" userId="fbb77386e644ec64" providerId="LiveId" clId="{99908158-1523-4D89-8225-504124C78188}" dt="2025-09-26T04:23:37.392" v="31614" actId="1036"/>
          <ac:spMkLst>
            <pc:docMk/>
            <pc:sldMk cId="2576149634" sldId="262"/>
            <ac:spMk id="15" creationId="{8B3670F6-F88B-609D-B44C-D547F93508DB}"/>
          </ac:spMkLst>
        </pc:spChg>
        <pc:spChg chg="add mod">
          <ac:chgData name="totoka 3710" userId="fbb77386e644ec64" providerId="LiveId" clId="{99908158-1523-4D89-8225-504124C78188}" dt="2025-09-26T04:23:37.392" v="31614" actId="1036"/>
          <ac:spMkLst>
            <pc:docMk/>
            <pc:sldMk cId="2576149634" sldId="262"/>
            <ac:spMk id="16" creationId="{62EB9594-8C1D-5CF9-38A7-CC0DDDEBDD07}"/>
          </ac:spMkLst>
        </pc:spChg>
        <pc:spChg chg="add mod">
          <ac:chgData name="totoka 3710" userId="fbb77386e644ec64" providerId="LiveId" clId="{99908158-1523-4D89-8225-504124C78188}" dt="2025-09-26T04:23:37.392" v="31614" actId="1036"/>
          <ac:spMkLst>
            <pc:docMk/>
            <pc:sldMk cId="2576149634" sldId="262"/>
            <ac:spMk id="17" creationId="{B485F345-214C-7588-B4D2-3D7AD467C026}"/>
          </ac:spMkLst>
        </pc:spChg>
        <pc:spChg chg="add mod">
          <ac:chgData name="totoka 3710" userId="fbb77386e644ec64" providerId="LiveId" clId="{99908158-1523-4D89-8225-504124C78188}" dt="2025-09-26T04:23:37.392" v="31614" actId="1036"/>
          <ac:spMkLst>
            <pc:docMk/>
            <pc:sldMk cId="2576149634" sldId="262"/>
            <ac:spMk id="18" creationId="{CEEBE09C-3891-B8BE-87FB-96C0C79C7C8E}"/>
          </ac:spMkLst>
        </pc:spChg>
        <pc:spChg chg="add mod">
          <ac:chgData name="totoka 3710" userId="fbb77386e644ec64" providerId="LiveId" clId="{99908158-1523-4D89-8225-504124C78188}" dt="2025-09-26T04:31:12.097" v="31857" actId="20577"/>
          <ac:spMkLst>
            <pc:docMk/>
            <pc:sldMk cId="2576149634" sldId="262"/>
            <ac:spMk id="19" creationId="{E81420CE-9383-8355-CA5E-5DAA86537EFE}"/>
          </ac:spMkLst>
        </pc:spChg>
        <pc:spChg chg="add mod">
          <ac:chgData name="totoka 3710" userId="fbb77386e644ec64" providerId="LiveId" clId="{99908158-1523-4D89-8225-504124C78188}" dt="2025-09-26T04:32:25.387" v="31960" actId="1036"/>
          <ac:spMkLst>
            <pc:docMk/>
            <pc:sldMk cId="2576149634" sldId="262"/>
            <ac:spMk id="20" creationId="{7DF91238-5122-18AA-C064-FCDAAFB490C8}"/>
          </ac:spMkLst>
        </pc:spChg>
      </pc:sldChg>
      <pc:sldChg chg="modSp mod modTransition modNotesTx">
        <pc:chgData name="totoka 3710" userId="fbb77386e644ec64" providerId="LiveId" clId="{99908158-1523-4D89-8225-504124C78188}" dt="2025-09-26T15:54:02.794" v="38448"/>
        <pc:sldMkLst>
          <pc:docMk/>
          <pc:sldMk cId="927871585" sldId="265"/>
        </pc:sldMkLst>
        <pc:spChg chg="mod">
          <ac:chgData name="totoka 3710" userId="fbb77386e644ec64" providerId="LiveId" clId="{99908158-1523-4D89-8225-504124C78188}" dt="2025-09-17T03:00:12.534" v="19906" actId="20577"/>
          <ac:spMkLst>
            <pc:docMk/>
            <pc:sldMk cId="927871585" sldId="265"/>
            <ac:spMk id="24" creationId="{E187DF82-D901-D934-04C2-804F4401DF65}"/>
          </ac:spMkLst>
        </pc:spChg>
      </pc:sldChg>
      <pc:sldChg chg="addSp delSp modSp mod modTransition modNotesTx">
        <pc:chgData name="totoka 3710" userId="fbb77386e644ec64" providerId="LiveId" clId="{99908158-1523-4D89-8225-504124C78188}" dt="2025-09-26T15:52:21.792" v="38439"/>
        <pc:sldMkLst>
          <pc:docMk/>
          <pc:sldMk cId="3504360516" sldId="266"/>
        </pc:sldMkLst>
        <pc:spChg chg="mod">
          <ac:chgData name="totoka 3710" userId="fbb77386e644ec64" providerId="LiveId" clId="{99908158-1523-4D89-8225-504124C78188}" dt="2025-09-17T03:00:07.509" v="19905" actId="20577"/>
          <ac:spMkLst>
            <pc:docMk/>
            <pc:sldMk cId="3504360516" sldId="266"/>
            <ac:spMk id="3" creationId="{2C480EE2-83C1-5F0A-F817-6177CA4799D2}"/>
          </ac:spMkLst>
        </pc:spChg>
        <pc:spChg chg="add mod">
          <ac:chgData name="totoka 3710" userId="fbb77386e644ec64" providerId="LiveId" clId="{99908158-1523-4D89-8225-504124C78188}" dt="2025-09-26T06:04:57.390" v="33845" actId="1035"/>
          <ac:spMkLst>
            <pc:docMk/>
            <pc:sldMk cId="3504360516" sldId="266"/>
            <ac:spMk id="12" creationId="{BDFEE181-3958-009F-6A73-10BBE789D17B}"/>
          </ac:spMkLst>
        </pc:spChg>
      </pc:sldChg>
      <pc:sldChg chg="addSp modSp mod modTransition modNotesTx">
        <pc:chgData name="totoka 3710" userId="fbb77386e644ec64" providerId="LiveId" clId="{99908158-1523-4D89-8225-504124C78188}" dt="2025-09-26T15:57:28.459" v="38468"/>
        <pc:sldMkLst>
          <pc:docMk/>
          <pc:sldMk cId="2196384808" sldId="267"/>
        </pc:sldMkLst>
        <pc:spChg chg="mod">
          <ac:chgData name="totoka 3710" userId="fbb77386e644ec64" providerId="LiveId" clId="{99908158-1523-4D89-8225-504124C78188}" dt="2025-09-17T03:00:20.616" v="19907" actId="20577"/>
          <ac:spMkLst>
            <pc:docMk/>
            <pc:sldMk cId="2196384808" sldId="267"/>
            <ac:spMk id="5" creationId="{892AB472-6C53-F8DC-863F-25E442EB45F2}"/>
          </ac:spMkLst>
        </pc:spChg>
        <pc:spChg chg="mod">
          <ac:chgData name="totoka 3710" userId="fbb77386e644ec64" providerId="LiveId" clId="{99908158-1523-4D89-8225-504124C78188}" dt="2025-09-26T05:00:53.363" v="32112" actId="20577"/>
          <ac:spMkLst>
            <pc:docMk/>
            <pc:sldMk cId="2196384808" sldId="267"/>
            <ac:spMk id="6" creationId="{8FB0112C-3034-649C-3EA9-EF05CD6F5689}"/>
          </ac:spMkLst>
        </pc:spChg>
        <pc:spChg chg="mod">
          <ac:chgData name="totoka 3710" userId="fbb77386e644ec64" providerId="LiveId" clId="{99908158-1523-4D89-8225-504124C78188}" dt="2025-09-26T05:12:52.690" v="32566" actId="20577"/>
          <ac:spMkLst>
            <pc:docMk/>
            <pc:sldMk cId="2196384808" sldId="267"/>
            <ac:spMk id="8" creationId="{45623F73-98E1-E515-DA7C-D8474564FE53}"/>
          </ac:spMkLst>
        </pc:spChg>
        <pc:spChg chg="add mod">
          <ac:chgData name="totoka 3710" userId="fbb77386e644ec64" providerId="LiveId" clId="{99908158-1523-4D89-8225-504124C78188}" dt="2025-09-26T06:05:46.123" v="34034" actId="1038"/>
          <ac:spMkLst>
            <pc:docMk/>
            <pc:sldMk cId="2196384808" sldId="267"/>
            <ac:spMk id="9" creationId="{F49AA350-FA89-5546-E480-1B855B7B2EE9}"/>
          </ac:spMkLst>
        </pc:spChg>
      </pc:sldChg>
      <pc:sldChg chg="addSp delSp modSp mod modTransition modNotesTx">
        <pc:chgData name="totoka 3710" userId="fbb77386e644ec64" providerId="LiveId" clId="{99908158-1523-4D89-8225-504124C78188}" dt="2025-09-26T15:56:37.353" v="38464"/>
        <pc:sldMkLst>
          <pc:docMk/>
          <pc:sldMk cId="1691679081" sldId="268"/>
        </pc:sldMkLst>
        <pc:spChg chg="mod">
          <ac:chgData name="totoka 3710" userId="fbb77386e644ec64" providerId="LiveId" clId="{99908158-1523-4D89-8225-504124C78188}" dt="2025-09-26T04:57:22.436" v="32081" actId="20577"/>
          <ac:spMkLst>
            <pc:docMk/>
            <pc:sldMk cId="1691679081" sldId="268"/>
            <ac:spMk id="4" creationId="{01A342EB-F0DB-C8A4-A8FA-CB5A3ABD0CFA}"/>
          </ac:spMkLst>
        </pc:spChg>
        <pc:spChg chg="mod">
          <ac:chgData name="totoka 3710" userId="fbb77386e644ec64" providerId="LiveId" clId="{99908158-1523-4D89-8225-504124C78188}" dt="2025-09-26T05:12:44.778" v="32564" actId="20577"/>
          <ac:spMkLst>
            <pc:docMk/>
            <pc:sldMk cId="1691679081" sldId="268"/>
            <ac:spMk id="5" creationId="{47AD0495-33E5-FDB4-92E7-65551286B034}"/>
          </ac:spMkLst>
        </pc:spChg>
        <pc:spChg chg="add del">
          <ac:chgData name="totoka 3710" userId="fbb77386e644ec64" providerId="LiveId" clId="{99908158-1523-4D89-8225-504124C78188}" dt="2025-09-26T04:59:57.125" v="32089" actId="478"/>
          <ac:spMkLst>
            <pc:docMk/>
            <pc:sldMk cId="1691679081" sldId="268"/>
            <ac:spMk id="6" creationId="{5CD4D4DA-3273-2E99-ABB2-255D228CD513}"/>
          </ac:spMkLst>
        </pc:spChg>
        <pc:spChg chg="add mod">
          <ac:chgData name="totoka 3710" userId="fbb77386e644ec64" providerId="LiveId" clId="{99908158-1523-4D89-8225-504124C78188}" dt="2025-09-26T05:03:06.911" v="32319" actId="1037"/>
          <ac:spMkLst>
            <pc:docMk/>
            <pc:sldMk cId="1691679081" sldId="268"/>
            <ac:spMk id="10" creationId="{2BAF9B9C-A358-3F66-A708-8651CA8CC8F1}"/>
          </ac:spMkLst>
        </pc:spChg>
        <pc:spChg chg="add mod">
          <ac:chgData name="totoka 3710" userId="fbb77386e644ec64" providerId="LiveId" clId="{99908158-1523-4D89-8225-504124C78188}" dt="2025-09-26T05:03:14.424" v="32388" actId="1038"/>
          <ac:spMkLst>
            <pc:docMk/>
            <pc:sldMk cId="1691679081" sldId="268"/>
            <ac:spMk id="11" creationId="{1FB65CC9-E9E5-7189-0029-C8DB48E0C656}"/>
          </ac:spMkLst>
        </pc:spChg>
        <pc:spChg chg="add mod">
          <ac:chgData name="totoka 3710" userId="fbb77386e644ec64" providerId="LiveId" clId="{99908158-1523-4D89-8225-504124C78188}" dt="2025-09-26T05:03:14.424" v="32388" actId="1038"/>
          <ac:spMkLst>
            <pc:docMk/>
            <pc:sldMk cId="1691679081" sldId="268"/>
            <ac:spMk id="12" creationId="{C7B87EF0-D6B3-A2EE-0C8B-D1B185135657}"/>
          </ac:spMkLst>
        </pc:spChg>
        <pc:spChg chg="add mod">
          <ac:chgData name="totoka 3710" userId="fbb77386e644ec64" providerId="LiveId" clId="{99908158-1523-4D89-8225-504124C78188}" dt="2025-09-26T05:03:14.424" v="32388" actId="1038"/>
          <ac:spMkLst>
            <pc:docMk/>
            <pc:sldMk cId="1691679081" sldId="268"/>
            <ac:spMk id="13" creationId="{AB38DA39-13E0-2B42-B8D3-791D15754F87}"/>
          </ac:spMkLst>
        </pc:spChg>
      </pc:sldChg>
      <pc:sldChg chg="addSp delSp modSp mod modTransition modNotesTx">
        <pc:chgData name="totoka 3710" userId="fbb77386e644ec64" providerId="LiveId" clId="{99908158-1523-4D89-8225-504124C78188}" dt="2025-09-26T16:01:48.140" v="38499"/>
        <pc:sldMkLst>
          <pc:docMk/>
          <pc:sldMk cId="1535736696" sldId="269"/>
        </pc:sldMkLst>
        <pc:spChg chg="mod">
          <ac:chgData name="totoka 3710" userId="fbb77386e644ec64" providerId="LiveId" clId="{99908158-1523-4D89-8225-504124C78188}" dt="2025-09-26T05:14:56.213" v="32688" actId="1036"/>
          <ac:spMkLst>
            <pc:docMk/>
            <pc:sldMk cId="1535736696" sldId="269"/>
            <ac:spMk id="2" creationId="{4964F89B-E990-962C-F556-97C9787CDD47}"/>
          </ac:spMkLst>
        </pc:spChg>
        <pc:spChg chg="mod">
          <ac:chgData name="totoka 3710" userId="fbb77386e644ec64" providerId="LiveId" clId="{99908158-1523-4D89-8225-504124C78188}" dt="2025-09-26T05:14:56.213" v="32688" actId="1036"/>
          <ac:spMkLst>
            <pc:docMk/>
            <pc:sldMk cId="1535736696" sldId="269"/>
            <ac:spMk id="3" creationId="{CFB6B888-9DEA-4FCA-6DCC-1CAB9774F63D}"/>
          </ac:spMkLst>
        </pc:spChg>
        <pc:spChg chg="mod">
          <ac:chgData name="totoka 3710" userId="fbb77386e644ec64" providerId="LiveId" clId="{99908158-1523-4D89-8225-504124C78188}" dt="2025-09-26T05:14:56.213" v="32688" actId="1036"/>
          <ac:spMkLst>
            <pc:docMk/>
            <pc:sldMk cId="1535736696" sldId="269"/>
            <ac:spMk id="4" creationId="{90F882F1-C2E1-ECD5-9DCB-62CAC5B77723}"/>
          </ac:spMkLst>
        </pc:spChg>
        <pc:spChg chg="mod">
          <ac:chgData name="totoka 3710" userId="fbb77386e644ec64" providerId="LiveId" clId="{99908158-1523-4D89-8225-504124C78188}" dt="2025-09-26T05:14:56.213" v="32688" actId="1036"/>
          <ac:spMkLst>
            <pc:docMk/>
            <pc:sldMk cId="1535736696" sldId="269"/>
            <ac:spMk id="5" creationId="{026400FD-86C5-A439-F490-D125BF64E5E3}"/>
          </ac:spMkLst>
        </pc:spChg>
        <pc:spChg chg="add mod">
          <ac:chgData name="totoka 3710" userId="fbb77386e644ec64" providerId="LiveId" clId="{99908158-1523-4D89-8225-504124C78188}" dt="2025-09-26T05:15:31.584" v="32757" actId="20577"/>
          <ac:spMkLst>
            <pc:docMk/>
            <pc:sldMk cId="1535736696" sldId="269"/>
            <ac:spMk id="8" creationId="{BC78FF71-6782-E188-5871-9C4A465158A0}"/>
          </ac:spMkLst>
        </pc:spChg>
        <pc:spChg chg="add mod">
          <ac:chgData name="totoka 3710" userId="fbb77386e644ec64" providerId="LiveId" clId="{99908158-1523-4D89-8225-504124C78188}" dt="2025-09-26T14:03:18.324" v="34391" actId="20577"/>
          <ac:spMkLst>
            <pc:docMk/>
            <pc:sldMk cId="1535736696" sldId="269"/>
            <ac:spMk id="9" creationId="{4459107F-3055-86F1-2389-904C74DDC207}"/>
          </ac:spMkLst>
        </pc:spChg>
        <pc:spChg chg="mod">
          <ac:chgData name="totoka 3710" userId="fbb77386e644ec64" providerId="LiveId" clId="{99908158-1523-4D89-8225-504124C78188}" dt="2025-09-17T01:19:44.488" v="14432" actId="20577"/>
          <ac:spMkLst>
            <pc:docMk/>
            <pc:sldMk cId="1535736696" sldId="269"/>
            <ac:spMk id="10" creationId="{9FF0331B-B58A-6118-05FC-07C71B795AD2}"/>
          </ac:spMkLst>
        </pc:spChg>
        <pc:spChg chg="mod">
          <ac:chgData name="totoka 3710" userId="fbb77386e644ec64" providerId="LiveId" clId="{99908158-1523-4D89-8225-504124C78188}" dt="2025-09-26T05:14:56.213" v="32688" actId="1036"/>
          <ac:spMkLst>
            <pc:docMk/>
            <pc:sldMk cId="1535736696" sldId="269"/>
            <ac:spMk id="19" creationId="{7E230695-8DF2-7EF1-3ADA-4C9A7ACE0D76}"/>
          </ac:spMkLst>
        </pc:spChg>
      </pc:sldChg>
      <pc:sldChg chg="addSp delSp modSp mod modTransition modNotesTx">
        <pc:chgData name="totoka 3710" userId="fbb77386e644ec64" providerId="LiveId" clId="{99908158-1523-4D89-8225-504124C78188}" dt="2025-09-26T16:01:41.336" v="38498"/>
        <pc:sldMkLst>
          <pc:docMk/>
          <pc:sldMk cId="1805381711" sldId="270"/>
        </pc:sldMkLst>
        <pc:spChg chg="mod">
          <ac:chgData name="totoka 3710" userId="fbb77386e644ec64" providerId="LiveId" clId="{99908158-1523-4D89-8225-504124C78188}" dt="2025-09-17T01:19:25.541" v="14400" actId="20577"/>
          <ac:spMkLst>
            <pc:docMk/>
            <pc:sldMk cId="1805381711" sldId="270"/>
            <ac:spMk id="9" creationId="{E3B24A4A-FA3F-23BB-1749-74F6870EAAE3}"/>
          </ac:spMkLst>
        </pc:spChg>
        <pc:spChg chg="add mod">
          <ac:chgData name="totoka 3710" userId="fbb77386e644ec64" providerId="LiveId" clId="{99908158-1523-4D89-8225-504124C78188}" dt="2025-09-26T05:18:48.920" v="32764"/>
          <ac:spMkLst>
            <pc:docMk/>
            <pc:sldMk cId="1805381711" sldId="270"/>
            <ac:spMk id="10" creationId="{57B5F593-A13E-0452-F38A-25D7C45A438F}"/>
          </ac:spMkLst>
        </pc:spChg>
        <pc:spChg chg="add mod">
          <ac:chgData name="totoka 3710" userId="fbb77386e644ec64" providerId="LiveId" clId="{99908158-1523-4D89-8225-504124C78188}" dt="2025-09-26T05:18:48.920" v="32764"/>
          <ac:spMkLst>
            <pc:docMk/>
            <pc:sldMk cId="1805381711" sldId="270"/>
            <ac:spMk id="11" creationId="{1E20327F-F44A-AE10-06BE-E79B6C95DFC3}"/>
          </ac:spMkLst>
        </pc:spChg>
        <pc:spChg chg="add mod">
          <ac:chgData name="totoka 3710" userId="fbb77386e644ec64" providerId="LiveId" clId="{99908158-1523-4D89-8225-504124C78188}" dt="2025-09-26T05:18:48.920" v="32764"/>
          <ac:spMkLst>
            <pc:docMk/>
            <pc:sldMk cId="1805381711" sldId="270"/>
            <ac:spMk id="12" creationId="{26D6045B-A801-000F-09D7-C154ABD22D10}"/>
          </ac:spMkLst>
        </pc:spChg>
        <pc:spChg chg="add mod">
          <ac:chgData name="totoka 3710" userId="fbb77386e644ec64" providerId="LiveId" clId="{99908158-1523-4D89-8225-504124C78188}" dt="2025-09-26T05:18:48.920" v="32764"/>
          <ac:spMkLst>
            <pc:docMk/>
            <pc:sldMk cId="1805381711" sldId="270"/>
            <ac:spMk id="13" creationId="{17587C5B-6985-99F0-694B-C529071B84D5}"/>
          </ac:spMkLst>
        </pc:spChg>
        <pc:spChg chg="add mod">
          <ac:chgData name="totoka 3710" userId="fbb77386e644ec64" providerId="LiveId" clId="{99908158-1523-4D89-8225-504124C78188}" dt="2025-09-26T05:18:48.920" v="32764"/>
          <ac:spMkLst>
            <pc:docMk/>
            <pc:sldMk cId="1805381711" sldId="270"/>
            <ac:spMk id="14" creationId="{C9BC530C-B03D-BCA7-8FF2-C6BD9438D8EE}"/>
          </ac:spMkLst>
        </pc:spChg>
        <pc:spChg chg="add mod">
          <ac:chgData name="totoka 3710" userId="fbb77386e644ec64" providerId="LiveId" clId="{99908158-1523-4D89-8225-504124C78188}" dt="2025-09-26T05:18:48.920" v="32764"/>
          <ac:spMkLst>
            <pc:docMk/>
            <pc:sldMk cId="1805381711" sldId="270"/>
            <ac:spMk id="15" creationId="{2D648F2C-0FC7-756B-DC28-D6ABB07F6AC8}"/>
          </ac:spMkLst>
        </pc:spChg>
      </pc:sldChg>
      <pc:sldChg chg="addSp delSp modSp del mod modNotesTx">
        <pc:chgData name="totoka 3710" userId="fbb77386e644ec64" providerId="LiveId" clId="{99908158-1523-4D89-8225-504124C78188}" dt="2025-09-26T06:09:14.856" v="34171" actId="47"/>
        <pc:sldMkLst>
          <pc:docMk/>
          <pc:sldMk cId="3056218317" sldId="271"/>
        </pc:sldMkLst>
      </pc:sldChg>
      <pc:sldChg chg="ord modNotesTx">
        <pc:chgData name="totoka 3710" userId="fbb77386e644ec64" providerId="LiveId" clId="{99908158-1523-4D89-8225-504124C78188}" dt="2025-09-26T05:03:30.490" v="32390"/>
        <pc:sldMkLst>
          <pc:docMk/>
          <pc:sldMk cId="2059162429" sldId="272"/>
        </pc:sldMkLst>
      </pc:sldChg>
      <pc:sldChg chg="addSp delSp modSp mod ord modNotesTx">
        <pc:chgData name="totoka 3710" userId="fbb77386e644ec64" providerId="LiveId" clId="{99908158-1523-4D89-8225-504124C78188}" dt="2025-09-26T15:30:55.533" v="37894" actId="1035"/>
        <pc:sldMkLst>
          <pc:docMk/>
          <pc:sldMk cId="3316352505" sldId="273"/>
        </pc:sldMkLst>
        <pc:spChg chg="mod">
          <ac:chgData name="totoka 3710" userId="fbb77386e644ec64" providerId="LiveId" clId="{99908158-1523-4D89-8225-504124C78188}" dt="2025-09-26T15:30:55.533" v="37894" actId="1035"/>
          <ac:spMkLst>
            <pc:docMk/>
            <pc:sldMk cId="3316352505" sldId="273"/>
            <ac:spMk id="2" creationId="{3030A6F0-22FD-3F7A-C046-67E28D1A7D60}"/>
          </ac:spMkLst>
        </pc:spChg>
        <pc:spChg chg="mod">
          <ac:chgData name="totoka 3710" userId="fbb77386e644ec64" providerId="LiveId" clId="{99908158-1523-4D89-8225-504124C78188}" dt="2025-09-26T15:30:55.533" v="37894" actId="1035"/>
          <ac:spMkLst>
            <pc:docMk/>
            <pc:sldMk cId="3316352505" sldId="273"/>
            <ac:spMk id="3" creationId="{73AAAC59-1112-54E9-A173-EE0E0CF52006}"/>
          </ac:spMkLst>
        </pc:spChg>
        <pc:spChg chg="mod">
          <ac:chgData name="totoka 3710" userId="fbb77386e644ec64" providerId="LiveId" clId="{99908158-1523-4D89-8225-504124C78188}" dt="2025-09-26T15:30:55.533" v="37894" actId="1035"/>
          <ac:spMkLst>
            <pc:docMk/>
            <pc:sldMk cId="3316352505" sldId="273"/>
            <ac:spMk id="6" creationId="{D0C3E3F2-1998-34B2-F688-D446A17D756D}"/>
          </ac:spMkLst>
        </pc:spChg>
        <pc:spChg chg="mod">
          <ac:chgData name="totoka 3710" userId="fbb77386e644ec64" providerId="LiveId" clId="{99908158-1523-4D89-8225-504124C78188}" dt="2025-09-26T15:30:55.533" v="37894" actId="1035"/>
          <ac:spMkLst>
            <pc:docMk/>
            <pc:sldMk cId="3316352505" sldId="273"/>
            <ac:spMk id="7" creationId="{FEC67FF1-F7C7-5BB2-799B-E0279556DFE0}"/>
          </ac:spMkLst>
        </pc:spChg>
        <pc:spChg chg="add mod">
          <ac:chgData name="totoka 3710" userId="fbb77386e644ec64" providerId="LiveId" clId="{99908158-1523-4D89-8225-504124C78188}" dt="2025-09-26T15:26:16.128" v="37797" actId="1037"/>
          <ac:spMkLst>
            <pc:docMk/>
            <pc:sldMk cId="3316352505" sldId="273"/>
            <ac:spMk id="13" creationId="{5C6BAC5B-1512-0CBA-B503-E1CBE66FDC55}"/>
          </ac:spMkLst>
        </pc:spChg>
      </pc:sldChg>
      <pc:sldChg chg="addSp delSp modSp mod ord modTransition modNotesTx">
        <pc:chgData name="totoka 3710" userId="fbb77386e644ec64" providerId="LiveId" clId="{99908158-1523-4D89-8225-504124C78188}" dt="2025-09-26T05:03:30.490" v="32390"/>
        <pc:sldMkLst>
          <pc:docMk/>
          <pc:sldMk cId="3799873822" sldId="274"/>
        </pc:sldMkLst>
        <pc:spChg chg="mod ord">
          <ac:chgData name="totoka 3710" userId="fbb77386e644ec64" providerId="LiveId" clId="{99908158-1523-4D89-8225-504124C78188}" dt="2025-09-16T14:12:32.565" v="7354"/>
          <ac:spMkLst>
            <pc:docMk/>
            <pc:sldMk cId="3799873822" sldId="274"/>
            <ac:spMk id="8" creationId="{ACAE7E11-C183-9965-D81C-CBDF90F85F57}"/>
          </ac:spMkLst>
        </pc:spChg>
      </pc:sldChg>
      <pc:sldChg chg="addSp delSp modSp add del mod modTransition">
        <pc:chgData name="totoka 3710" userId="fbb77386e644ec64" providerId="LiveId" clId="{99908158-1523-4D89-8225-504124C78188}" dt="2025-09-13T15:03:57.749" v="2356" actId="47"/>
        <pc:sldMkLst>
          <pc:docMk/>
          <pc:sldMk cId="1358287652" sldId="275"/>
        </pc:sldMkLst>
      </pc:sldChg>
      <pc:sldChg chg="addSp delSp modSp add mod ord modTransition modNotesTx">
        <pc:chgData name="totoka 3710" userId="fbb77386e644ec64" providerId="LiveId" clId="{99908158-1523-4D89-8225-504124C78188}" dt="2025-09-28T13:35:33.702" v="38576" actId="1076"/>
        <pc:sldMkLst>
          <pc:docMk/>
          <pc:sldMk cId="2808955655" sldId="276"/>
        </pc:sldMkLst>
        <pc:spChg chg="add del mod ord">
          <ac:chgData name="totoka 3710" userId="fbb77386e644ec64" providerId="LiveId" clId="{99908158-1523-4D89-8225-504124C78188}" dt="2025-09-16T14:17:17.960" v="7916"/>
          <ac:spMkLst>
            <pc:docMk/>
            <pc:sldMk cId="2808955655" sldId="276"/>
            <ac:spMk id="2" creationId="{7577E4EE-C1E5-5D1E-5350-D286D6D18445}"/>
          </ac:spMkLst>
        </pc:spChg>
        <pc:spChg chg="mod ord">
          <ac:chgData name="totoka 3710" userId="fbb77386e644ec64" providerId="LiveId" clId="{99908158-1523-4D89-8225-504124C78188}" dt="2025-09-16T14:17:17.960" v="7916"/>
          <ac:spMkLst>
            <pc:docMk/>
            <pc:sldMk cId="2808955655" sldId="276"/>
            <ac:spMk id="3" creationId="{ADB113B4-BA5E-260B-9E54-DB1700AAB7D3}"/>
          </ac:spMkLst>
        </pc:spChg>
        <pc:spChg chg="add mod ord">
          <ac:chgData name="totoka 3710" userId="fbb77386e644ec64" providerId="LiveId" clId="{99908158-1523-4D89-8225-504124C78188}" dt="2025-09-16T13:41:46.080" v="7047" actId="1076"/>
          <ac:spMkLst>
            <pc:docMk/>
            <pc:sldMk cId="2808955655" sldId="276"/>
            <ac:spMk id="4" creationId="{BF4A2CC3-E13C-0A95-4BBC-B2526E1E91A3}"/>
          </ac:spMkLst>
        </pc:spChg>
        <pc:spChg chg="add mod ord">
          <ac:chgData name="totoka 3710" userId="fbb77386e644ec64" providerId="LiveId" clId="{99908158-1523-4D89-8225-504124C78188}" dt="2025-09-16T23:31:55.057" v="10756"/>
          <ac:spMkLst>
            <pc:docMk/>
            <pc:sldMk cId="2808955655" sldId="276"/>
            <ac:spMk id="5" creationId="{0F335580-5BB1-B7A0-8B7C-B40E8B14AFEB}"/>
          </ac:spMkLst>
        </pc:spChg>
        <pc:spChg chg="mod ord">
          <ac:chgData name="totoka 3710" userId="fbb77386e644ec64" providerId="LiveId" clId="{99908158-1523-4D89-8225-504124C78188}" dt="2025-09-16T14:27:53.346" v="8233" actId="20577"/>
          <ac:spMkLst>
            <pc:docMk/>
            <pc:sldMk cId="2808955655" sldId="276"/>
            <ac:spMk id="6" creationId="{3831FD61-9C45-042F-CD1E-DA669E26BFC6}"/>
          </ac:spMkLst>
        </pc:spChg>
        <pc:spChg chg="mod">
          <ac:chgData name="totoka 3710" userId="fbb77386e644ec64" providerId="LiveId" clId="{99908158-1523-4D89-8225-504124C78188}" dt="2025-09-28T13:35:33.702" v="38576" actId="1076"/>
          <ac:spMkLst>
            <pc:docMk/>
            <pc:sldMk cId="2808955655" sldId="276"/>
            <ac:spMk id="7" creationId="{44A8C9A5-83BF-FD69-96D4-1C9EB0938545}"/>
          </ac:spMkLst>
        </pc:spChg>
        <pc:spChg chg="add mod ord">
          <ac:chgData name="totoka 3710" userId="fbb77386e644ec64" providerId="LiveId" clId="{99908158-1523-4D89-8225-504124C78188}" dt="2025-09-16T14:17:13.467" v="7871"/>
          <ac:spMkLst>
            <pc:docMk/>
            <pc:sldMk cId="2808955655" sldId="276"/>
            <ac:spMk id="8" creationId="{97818488-5438-03D6-64A7-63F9C5CF6467}"/>
          </ac:spMkLst>
        </pc:spChg>
        <pc:spChg chg="add mod">
          <ac:chgData name="totoka 3710" userId="fbb77386e644ec64" providerId="LiveId" clId="{99908158-1523-4D89-8225-504124C78188}" dt="2025-09-13T15:14:52.042" v="2780" actId="20577"/>
          <ac:spMkLst>
            <pc:docMk/>
            <pc:sldMk cId="2808955655" sldId="276"/>
            <ac:spMk id="9" creationId="{4DAABBF2-A5FC-DB42-48E6-4CE914BEAC23}"/>
          </ac:spMkLst>
        </pc:spChg>
        <pc:spChg chg="add mod">
          <ac:chgData name="totoka 3710" userId="fbb77386e644ec64" providerId="LiveId" clId="{99908158-1523-4D89-8225-504124C78188}" dt="2025-09-13T15:20:32.616" v="3250" actId="20577"/>
          <ac:spMkLst>
            <pc:docMk/>
            <pc:sldMk cId="2808955655" sldId="276"/>
            <ac:spMk id="10" creationId="{E19DCE29-276E-3CC2-78B9-909C560A6251}"/>
          </ac:spMkLst>
        </pc:spChg>
        <pc:spChg chg="mod modVis">
          <ac:chgData name="totoka 3710" userId="fbb77386e644ec64" providerId="LiveId" clId="{99908158-1523-4D89-8225-504124C78188}" dt="2025-09-16T14:35:40.618" v="8827" actId="14429"/>
          <ac:spMkLst>
            <pc:docMk/>
            <pc:sldMk cId="2808955655" sldId="276"/>
            <ac:spMk id="11" creationId="{855707FE-315D-9CA2-85A1-A049115E51FA}"/>
          </ac:spMkLst>
        </pc:spChg>
        <pc:spChg chg="mod ord">
          <ac:chgData name="totoka 3710" userId="fbb77386e644ec64" providerId="LiveId" clId="{99908158-1523-4D89-8225-504124C78188}" dt="2025-09-16T14:17:17.960" v="7916"/>
          <ac:spMkLst>
            <pc:docMk/>
            <pc:sldMk cId="2808955655" sldId="276"/>
            <ac:spMk id="12" creationId="{72B2C076-307F-7E8D-44BA-3F7C6CF7A76A}"/>
          </ac:spMkLst>
        </pc:spChg>
        <pc:spChg chg="mod">
          <ac:chgData name="totoka 3710" userId="fbb77386e644ec64" providerId="LiveId" clId="{99908158-1523-4D89-8225-504124C78188}" dt="2025-09-16T11:11:45.859" v="6158" actId="207"/>
          <ac:spMkLst>
            <pc:docMk/>
            <pc:sldMk cId="2808955655" sldId="276"/>
            <ac:spMk id="13" creationId="{C4407DD7-7932-84AF-9B96-39008F803D64}"/>
          </ac:spMkLst>
        </pc:spChg>
        <pc:spChg chg="mod">
          <ac:chgData name="totoka 3710" userId="fbb77386e644ec64" providerId="LiveId" clId="{99908158-1523-4D89-8225-504124C78188}" dt="2025-09-16T11:09:32.316" v="5982" actId="207"/>
          <ac:spMkLst>
            <pc:docMk/>
            <pc:sldMk cId="2808955655" sldId="276"/>
            <ac:spMk id="14" creationId="{1291740E-5F05-4748-6C50-D6A727C524DB}"/>
          </ac:spMkLst>
        </pc:spChg>
        <pc:spChg chg="mod">
          <ac:chgData name="totoka 3710" userId="fbb77386e644ec64" providerId="LiveId" clId="{99908158-1523-4D89-8225-504124C78188}" dt="2025-09-16T14:29:30.472" v="8283" actId="20577"/>
          <ac:spMkLst>
            <pc:docMk/>
            <pc:sldMk cId="2808955655" sldId="276"/>
            <ac:spMk id="15" creationId="{A9CC1D3C-9FFB-F7C3-0E40-3C8B40028654}"/>
          </ac:spMkLst>
        </pc:spChg>
        <pc:spChg chg="mod">
          <ac:chgData name="totoka 3710" userId="fbb77386e644ec64" providerId="LiveId" clId="{99908158-1523-4D89-8225-504124C78188}" dt="2025-09-13T15:11:15.838" v="2499" actId="20577"/>
          <ac:spMkLst>
            <pc:docMk/>
            <pc:sldMk cId="2808955655" sldId="276"/>
            <ac:spMk id="16" creationId="{041F60B9-DFB7-3510-B2CB-A9BAD75A0C98}"/>
          </ac:spMkLst>
        </pc:spChg>
        <pc:spChg chg="mod">
          <ac:chgData name="totoka 3710" userId="fbb77386e644ec64" providerId="LiveId" clId="{99908158-1523-4D89-8225-504124C78188}" dt="2025-09-16T11:11:45.859" v="6158" actId="207"/>
          <ac:spMkLst>
            <pc:docMk/>
            <pc:sldMk cId="2808955655" sldId="276"/>
            <ac:spMk id="17" creationId="{6B5349E6-58E8-2B44-ED7C-A16A0D85C270}"/>
          </ac:spMkLst>
        </pc:spChg>
        <pc:spChg chg="mod">
          <ac:chgData name="totoka 3710" userId="fbb77386e644ec64" providerId="LiveId" clId="{99908158-1523-4D89-8225-504124C78188}" dt="2025-09-16T15:39:18.472" v="9779" actId="313"/>
          <ac:spMkLst>
            <pc:docMk/>
            <pc:sldMk cId="2808955655" sldId="276"/>
            <ac:spMk id="18" creationId="{5FC2A2C2-CAE7-E505-3973-F417254A4EF1}"/>
          </ac:spMkLst>
        </pc:spChg>
        <pc:spChg chg="add mod">
          <ac:chgData name="totoka 3710" userId="fbb77386e644ec64" providerId="LiveId" clId="{99908158-1523-4D89-8225-504124C78188}" dt="2025-09-17T01:42:06.673" v="15491" actId="121"/>
          <ac:spMkLst>
            <pc:docMk/>
            <pc:sldMk cId="2808955655" sldId="276"/>
            <ac:spMk id="20" creationId="{E9C51C6E-63FB-957B-28B4-45E9B7A54BE5}"/>
          </ac:spMkLst>
        </pc:spChg>
        <pc:spChg chg="mod">
          <ac:chgData name="totoka 3710" userId="fbb77386e644ec64" providerId="LiveId" clId="{99908158-1523-4D89-8225-504124C78188}" dt="2025-09-16T14:30:29.587" v="8300" actId="20577"/>
          <ac:spMkLst>
            <pc:docMk/>
            <pc:sldMk cId="2808955655" sldId="276"/>
            <ac:spMk id="21" creationId="{B1D8B117-D8C2-3BA9-5643-517CDEDD8D41}"/>
          </ac:spMkLst>
        </pc:spChg>
        <pc:spChg chg="mod">
          <ac:chgData name="totoka 3710" userId="fbb77386e644ec64" providerId="LiveId" clId="{99908158-1523-4D89-8225-504124C78188}" dt="2025-09-16T11:11:45.859" v="6158" actId="207"/>
          <ac:spMkLst>
            <pc:docMk/>
            <pc:sldMk cId="2808955655" sldId="276"/>
            <ac:spMk id="22" creationId="{53919AEF-E517-DC8B-F351-8F8E4F75E347}"/>
          </ac:spMkLst>
        </pc:spChg>
        <pc:spChg chg="mod">
          <ac:chgData name="totoka 3710" userId="fbb77386e644ec64" providerId="LiveId" clId="{99908158-1523-4D89-8225-504124C78188}" dt="2025-09-16T11:11:45.859" v="6158" actId="207"/>
          <ac:spMkLst>
            <pc:docMk/>
            <pc:sldMk cId="2808955655" sldId="276"/>
            <ac:spMk id="23" creationId="{DB8E2685-C8A0-EC92-9B3C-03C0C7FF11FA}"/>
          </ac:spMkLst>
        </pc:spChg>
        <pc:spChg chg="mod">
          <ac:chgData name="totoka 3710" userId="fbb77386e644ec64" providerId="LiveId" clId="{99908158-1523-4D89-8225-504124C78188}" dt="2025-09-16T14:30:09.176" v="8295" actId="20577"/>
          <ac:spMkLst>
            <pc:docMk/>
            <pc:sldMk cId="2808955655" sldId="276"/>
            <ac:spMk id="24" creationId="{C25D904F-D9F4-5A2E-6D6D-AA09366FDA9E}"/>
          </ac:spMkLst>
        </pc:spChg>
        <pc:spChg chg="mod">
          <ac:chgData name="totoka 3710" userId="fbb77386e644ec64" providerId="LiveId" clId="{99908158-1523-4D89-8225-504124C78188}" dt="2025-09-16T11:09:32.316" v="5982" actId="207"/>
          <ac:spMkLst>
            <pc:docMk/>
            <pc:sldMk cId="2808955655" sldId="276"/>
            <ac:spMk id="25" creationId="{1350D172-7F0B-1AD8-BB51-EBE1F5229FCE}"/>
          </ac:spMkLst>
        </pc:spChg>
        <pc:spChg chg="mod">
          <ac:chgData name="totoka 3710" userId="fbb77386e644ec64" providerId="LiveId" clId="{99908158-1523-4D89-8225-504124C78188}" dt="2025-09-16T11:09:32.316" v="5982" actId="207"/>
          <ac:spMkLst>
            <pc:docMk/>
            <pc:sldMk cId="2808955655" sldId="276"/>
            <ac:spMk id="26" creationId="{5BE80A1E-1E38-026E-D117-86390B5E5D0D}"/>
          </ac:spMkLst>
        </pc:spChg>
        <pc:spChg chg="mod">
          <ac:chgData name="totoka 3710" userId="fbb77386e644ec64" providerId="LiveId" clId="{99908158-1523-4D89-8225-504124C78188}" dt="2025-09-16T14:30:42.963" v="8304" actId="20577"/>
          <ac:spMkLst>
            <pc:docMk/>
            <pc:sldMk cId="2808955655" sldId="276"/>
            <ac:spMk id="27" creationId="{00FE147C-2FCB-4603-3BCB-5094A0816D99}"/>
          </ac:spMkLst>
        </pc:spChg>
        <pc:spChg chg="mod">
          <ac:chgData name="totoka 3710" userId="fbb77386e644ec64" providerId="LiveId" clId="{99908158-1523-4D89-8225-504124C78188}" dt="2025-09-13T15:27:59.278" v="3642" actId="20577"/>
          <ac:spMkLst>
            <pc:docMk/>
            <pc:sldMk cId="2808955655" sldId="276"/>
            <ac:spMk id="28" creationId="{184CC366-F12E-361E-E6A5-7BA20302F7C2}"/>
          </ac:spMkLst>
        </pc:spChg>
        <pc:spChg chg="add mod ord">
          <ac:chgData name="totoka 3710" userId="fbb77386e644ec64" providerId="LiveId" clId="{99908158-1523-4D89-8225-504124C78188}" dt="2025-09-16T14:17:54.303" v="7932"/>
          <ac:spMkLst>
            <pc:docMk/>
            <pc:sldMk cId="2808955655" sldId="276"/>
            <ac:spMk id="29" creationId="{C53C8273-E386-997E-9A83-9368D747FD09}"/>
          </ac:spMkLst>
        </pc:spChg>
        <pc:spChg chg="mod">
          <ac:chgData name="totoka 3710" userId="fbb77386e644ec64" providerId="LiveId" clId="{99908158-1523-4D89-8225-504124C78188}" dt="2025-09-16T14:30:48.564" v="8308" actId="20577"/>
          <ac:spMkLst>
            <pc:docMk/>
            <pc:sldMk cId="2808955655" sldId="276"/>
            <ac:spMk id="30" creationId="{599E961C-C98B-7A69-A3EF-F1322F743327}"/>
          </ac:spMkLst>
        </pc:spChg>
        <pc:spChg chg="mod">
          <ac:chgData name="totoka 3710" userId="fbb77386e644ec64" providerId="LiveId" clId="{99908158-1523-4D89-8225-504124C78188}" dt="2025-09-13T15:31:21.601" v="3864" actId="20577"/>
          <ac:spMkLst>
            <pc:docMk/>
            <pc:sldMk cId="2808955655" sldId="276"/>
            <ac:spMk id="31" creationId="{067EC33D-F10B-A91F-E603-D57F72824BED}"/>
          </ac:spMkLst>
        </pc:spChg>
        <pc:spChg chg="mod">
          <ac:chgData name="totoka 3710" userId="fbb77386e644ec64" providerId="LiveId" clId="{99908158-1523-4D89-8225-504124C78188}" dt="2025-09-17T01:26:25.590" v="14698" actId="403"/>
          <ac:spMkLst>
            <pc:docMk/>
            <pc:sldMk cId="2808955655" sldId="276"/>
            <ac:spMk id="33" creationId="{A4536E1E-DF07-5BC1-1A77-CD9A26AA41B4}"/>
          </ac:spMkLst>
        </pc:spChg>
        <pc:spChg chg="mod">
          <ac:chgData name="totoka 3710" userId="fbb77386e644ec64" providerId="LiveId" clId="{99908158-1523-4D89-8225-504124C78188}" dt="2025-09-16T11:11:45.859" v="6158" actId="207"/>
          <ac:spMkLst>
            <pc:docMk/>
            <pc:sldMk cId="2808955655" sldId="276"/>
            <ac:spMk id="34" creationId="{065832FE-AA00-EA26-C9AA-B27980CA533D}"/>
          </ac:spMkLst>
        </pc:spChg>
        <pc:spChg chg="mod">
          <ac:chgData name="totoka 3710" userId="fbb77386e644ec64" providerId="LiveId" clId="{99908158-1523-4D89-8225-504124C78188}" dt="2025-09-13T15:34:01.644" v="4078" actId="20577"/>
          <ac:spMkLst>
            <pc:docMk/>
            <pc:sldMk cId="2808955655" sldId="276"/>
            <ac:spMk id="35" creationId="{3FB317D5-F5CD-B792-00C4-691CF51ED365}"/>
          </ac:spMkLst>
        </pc:spChg>
        <pc:spChg chg="mod">
          <ac:chgData name="totoka 3710" userId="fbb77386e644ec64" providerId="LiveId" clId="{99908158-1523-4D89-8225-504124C78188}" dt="2025-09-17T01:26:32.270" v="14707" actId="404"/>
          <ac:spMkLst>
            <pc:docMk/>
            <pc:sldMk cId="2808955655" sldId="276"/>
            <ac:spMk id="36" creationId="{690A6DDA-C1A6-BA41-D0B2-F3C9C4D24990}"/>
          </ac:spMkLst>
        </pc:spChg>
        <pc:spChg chg="mod">
          <ac:chgData name="totoka 3710" userId="fbb77386e644ec64" providerId="LiveId" clId="{99908158-1523-4D89-8225-504124C78188}" dt="2025-09-16T11:11:45.859" v="6158" actId="207"/>
          <ac:spMkLst>
            <pc:docMk/>
            <pc:sldMk cId="2808955655" sldId="276"/>
            <ac:spMk id="37" creationId="{A43C46A5-356E-AF32-875F-8456CF9A6DFA}"/>
          </ac:spMkLst>
        </pc:spChg>
        <pc:spChg chg="mod">
          <ac:chgData name="totoka 3710" userId="fbb77386e644ec64" providerId="LiveId" clId="{99908158-1523-4D89-8225-504124C78188}" dt="2025-09-13T15:39:11.544" v="4465" actId="20577"/>
          <ac:spMkLst>
            <pc:docMk/>
            <pc:sldMk cId="2808955655" sldId="276"/>
            <ac:spMk id="38" creationId="{947BD266-C884-2FD6-B195-21BBDE266644}"/>
          </ac:spMkLst>
        </pc:spChg>
        <pc:spChg chg="mod">
          <ac:chgData name="totoka 3710" userId="fbb77386e644ec64" providerId="LiveId" clId="{99908158-1523-4D89-8225-504124C78188}" dt="2025-09-17T01:26:39.480" v="14714" actId="403"/>
          <ac:spMkLst>
            <pc:docMk/>
            <pc:sldMk cId="2808955655" sldId="276"/>
            <ac:spMk id="39" creationId="{BDB3DA75-FEF0-FE1D-E24F-CE08D44B66A7}"/>
          </ac:spMkLst>
        </pc:spChg>
        <pc:spChg chg="mod">
          <ac:chgData name="totoka 3710" userId="fbb77386e644ec64" providerId="LiveId" clId="{99908158-1523-4D89-8225-504124C78188}" dt="2025-09-13T15:43:43.881" v="4846" actId="20577"/>
          <ac:spMkLst>
            <pc:docMk/>
            <pc:sldMk cId="2808955655" sldId="276"/>
            <ac:spMk id="40" creationId="{93F1C408-644A-1C6F-DA25-239BDA728255}"/>
          </ac:spMkLst>
        </pc:spChg>
        <pc:spChg chg="mod">
          <ac:chgData name="totoka 3710" userId="fbb77386e644ec64" providerId="LiveId" clId="{99908158-1523-4D89-8225-504124C78188}" dt="2025-09-17T01:26:49.324" v="14721" actId="403"/>
          <ac:spMkLst>
            <pc:docMk/>
            <pc:sldMk cId="2808955655" sldId="276"/>
            <ac:spMk id="42" creationId="{D2EF1E6A-C56F-E0C5-CFC1-D8F882717916}"/>
          </ac:spMkLst>
        </pc:spChg>
        <pc:spChg chg="mod">
          <ac:chgData name="totoka 3710" userId="fbb77386e644ec64" providerId="LiveId" clId="{99908158-1523-4D89-8225-504124C78188}" dt="2025-09-13T15:49:20.892" v="5185" actId="20577"/>
          <ac:spMkLst>
            <pc:docMk/>
            <pc:sldMk cId="2808955655" sldId="276"/>
            <ac:spMk id="43" creationId="{CE5ED741-8D4A-4475-F03A-A64442A6409B}"/>
          </ac:spMkLst>
        </pc:spChg>
        <pc:spChg chg="mod">
          <ac:chgData name="totoka 3710" userId="fbb77386e644ec64" providerId="LiveId" clId="{99908158-1523-4D89-8225-504124C78188}" dt="2025-09-17T01:26:56.190" v="14728" actId="403"/>
          <ac:spMkLst>
            <pc:docMk/>
            <pc:sldMk cId="2808955655" sldId="276"/>
            <ac:spMk id="45" creationId="{5D122F64-3084-7137-923C-5AE2279E74C0}"/>
          </ac:spMkLst>
        </pc:spChg>
        <pc:spChg chg="mod">
          <ac:chgData name="totoka 3710" userId="fbb77386e644ec64" providerId="LiveId" clId="{99908158-1523-4D89-8225-504124C78188}" dt="2025-09-16T11:11:45.859" v="6158" actId="207"/>
          <ac:spMkLst>
            <pc:docMk/>
            <pc:sldMk cId="2808955655" sldId="276"/>
            <ac:spMk id="46" creationId="{AAAED42E-6879-F484-2E4C-1BF2770949CE}"/>
          </ac:spMkLst>
        </pc:spChg>
        <pc:spChg chg="mod">
          <ac:chgData name="totoka 3710" userId="fbb77386e644ec64" providerId="LiveId" clId="{99908158-1523-4D89-8225-504124C78188}" dt="2025-09-16T11:09:32.316" v="5982" actId="207"/>
          <ac:spMkLst>
            <pc:docMk/>
            <pc:sldMk cId="2808955655" sldId="276"/>
            <ac:spMk id="47" creationId="{340877AE-9EF1-C167-72F8-C68CA0792AE6}"/>
          </ac:spMkLst>
        </pc:spChg>
        <pc:spChg chg="mod">
          <ac:chgData name="totoka 3710" userId="fbb77386e644ec64" providerId="LiveId" clId="{99908158-1523-4D89-8225-504124C78188}" dt="2025-09-17T01:27:02.014" v="14735" actId="403"/>
          <ac:spMkLst>
            <pc:docMk/>
            <pc:sldMk cId="2808955655" sldId="276"/>
            <ac:spMk id="48" creationId="{75841689-E123-0BE1-4FE4-7FA385EDEA60}"/>
          </ac:spMkLst>
        </pc:spChg>
        <pc:spChg chg="mod">
          <ac:chgData name="totoka 3710" userId="fbb77386e644ec64" providerId="LiveId" clId="{99908158-1523-4D89-8225-504124C78188}" dt="2025-09-16T11:11:45.859" v="6158" actId="207"/>
          <ac:spMkLst>
            <pc:docMk/>
            <pc:sldMk cId="2808955655" sldId="276"/>
            <ac:spMk id="49" creationId="{9CD6923E-BD4F-A945-66EE-398920ABE694}"/>
          </ac:spMkLst>
        </pc:spChg>
        <pc:spChg chg="mod">
          <ac:chgData name="totoka 3710" userId="fbb77386e644ec64" providerId="LiveId" clId="{99908158-1523-4D89-8225-504124C78188}" dt="2025-09-16T11:09:32.316" v="5982" actId="207"/>
          <ac:spMkLst>
            <pc:docMk/>
            <pc:sldMk cId="2808955655" sldId="276"/>
            <ac:spMk id="50" creationId="{AA1088CA-797C-9502-CA19-07ACA3632ED6}"/>
          </ac:spMkLst>
        </pc:spChg>
        <pc:spChg chg="mod">
          <ac:chgData name="totoka 3710" userId="fbb77386e644ec64" providerId="LiveId" clId="{99908158-1523-4D89-8225-504124C78188}" dt="2025-09-17T01:27:07.822" v="14742" actId="403"/>
          <ac:spMkLst>
            <pc:docMk/>
            <pc:sldMk cId="2808955655" sldId="276"/>
            <ac:spMk id="51" creationId="{CD5CFA18-D931-B4E0-4BC8-7352429836C5}"/>
          </ac:spMkLst>
        </pc:spChg>
        <pc:spChg chg="mod">
          <ac:chgData name="totoka 3710" userId="fbb77386e644ec64" providerId="LiveId" clId="{99908158-1523-4D89-8225-504124C78188}" dt="2025-09-16T11:11:45.859" v="6158" actId="207"/>
          <ac:spMkLst>
            <pc:docMk/>
            <pc:sldMk cId="2808955655" sldId="276"/>
            <ac:spMk id="52" creationId="{1D41FEDB-8F99-5913-DF90-A5B8733414CF}"/>
          </ac:spMkLst>
        </pc:spChg>
        <pc:spChg chg="mod">
          <ac:chgData name="totoka 3710" userId="fbb77386e644ec64" providerId="LiveId" clId="{99908158-1523-4D89-8225-504124C78188}" dt="2025-09-17T01:27:14.020" v="14749" actId="403"/>
          <ac:spMkLst>
            <pc:docMk/>
            <pc:sldMk cId="2808955655" sldId="276"/>
            <ac:spMk id="54" creationId="{185AF5CA-6864-B668-0B4E-581551E05FD8}"/>
          </ac:spMkLst>
        </pc:spChg>
        <pc:spChg chg="mod">
          <ac:chgData name="totoka 3710" userId="fbb77386e644ec64" providerId="LiveId" clId="{99908158-1523-4D89-8225-504124C78188}" dt="2025-09-16T11:09:32.316" v="5982" actId="207"/>
          <ac:spMkLst>
            <pc:docMk/>
            <pc:sldMk cId="2808955655" sldId="276"/>
            <ac:spMk id="55" creationId="{1ED7CEA9-80DC-4891-2D36-926ACC3994E5}"/>
          </ac:spMkLst>
        </pc:spChg>
        <pc:spChg chg="add del mod">
          <ac:chgData name="totoka 3710" userId="fbb77386e644ec64" providerId="LiveId" clId="{99908158-1523-4D89-8225-504124C78188}" dt="2025-09-13T15:52:16.718" v="5609" actId="20577"/>
          <ac:spMkLst>
            <pc:docMk/>
            <pc:sldMk cId="2808955655" sldId="276"/>
            <ac:spMk id="56" creationId="{473E603A-1E01-AA0D-E084-F2567A409840}"/>
          </ac:spMkLst>
        </pc:spChg>
        <pc:spChg chg="add mod">
          <ac:chgData name="totoka 3710" userId="fbb77386e644ec64" providerId="LiveId" clId="{99908158-1523-4D89-8225-504124C78188}" dt="2025-09-16T11:11:45.859" v="6158" actId="207"/>
          <ac:spMkLst>
            <pc:docMk/>
            <pc:sldMk cId="2808955655" sldId="276"/>
            <ac:spMk id="60" creationId="{1CF16E04-89C3-ED4D-2CB6-E4E7CE8FA2DB}"/>
          </ac:spMkLst>
        </pc:spChg>
        <pc:spChg chg="add mod ord">
          <ac:chgData name="totoka 3710" userId="fbb77386e644ec64" providerId="LiveId" clId="{99908158-1523-4D89-8225-504124C78188}" dt="2025-09-16T14:17:47.560" v="7929"/>
          <ac:spMkLst>
            <pc:docMk/>
            <pc:sldMk cId="2808955655" sldId="276"/>
            <ac:spMk id="61" creationId="{C056229B-6909-E3B9-2ED9-30A9F25903EE}"/>
          </ac:spMkLst>
        </pc:spChg>
        <pc:spChg chg="add mod">
          <ac:chgData name="totoka 3710" userId="fbb77386e644ec64" providerId="LiveId" clId="{99908158-1523-4D89-8225-504124C78188}" dt="2025-09-16T14:31:55.462" v="8353" actId="164"/>
          <ac:spMkLst>
            <pc:docMk/>
            <pc:sldMk cId="2808955655" sldId="276"/>
            <ac:spMk id="106" creationId="{AC3C69D5-CC77-57B1-EE97-96FC0578705C}"/>
          </ac:spMkLst>
        </pc:spChg>
        <pc:spChg chg="add mod">
          <ac:chgData name="totoka 3710" userId="fbb77386e644ec64" providerId="LiveId" clId="{99908158-1523-4D89-8225-504124C78188}" dt="2025-09-16T15:39:17.423" v="9778" actId="313"/>
          <ac:spMkLst>
            <pc:docMk/>
            <pc:sldMk cId="2808955655" sldId="276"/>
            <ac:spMk id="107" creationId="{05DB8124-BDDC-9668-A1DC-A931813721B0}"/>
          </ac:spMkLst>
        </pc:spChg>
        <pc:spChg chg="add mod">
          <ac:chgData name="totoka 3710" userId="fbb77386e644ec64" providerId="LiveId" clId="{99908158-1523-4D89-8225-504124C78188}" dt="2025-09-16T14:31:55.462" v="8353" actId="164"/>
          <ac:spMkLst>
            <pc:docMk/>
            <pc:sldMk cId="2808955655" sldId="276"/>
            <ac:spMk id="112" creationId="{7282E362-BD3A-40D3-DE7C-D99A454230A0}"/>
          </ac:spMkLst>
        </pc:spChg>
        <pc:spChg chg="add mod">
          <ac:chgData name="totoka 3710" userId="fbb77386e644ec64" providerId="LiveId" clId="{99908158-1523-4D89-8225-504124C78188}" dt="2025-09-16T14:31:55.462" v="8353" actId="164"/>
          <ac:spMkLst>
            <pc:docMk/>
            <pc:sldMk cId="2808955655" sldId="276"/>
            <ac:spMk id="113" creationId="{B53E7986-5B2B-7145-6937-91C46B6C7390}"/>
          </ac:spMkLst>
        </pc:spChg>
        <pc:spChg chg="add mod">
          <ac:chgData name="totoka 3710" userId="fbb77386e644ec64" providerId="LiveId" clId="{99908158-1523-4D89-8225-504124C78188}" dt="2025-09-16T14:31:55.462" v="8353" actId="164"/>
          <ac:spMkLst>
            <pc:docMk/>
            <pc:sldMk cId="2808955655" sldId="276"/>
            <ac:spMk id="114" creationId="{E247629B-8508-DC54-7B5B-95E546B10C41}"/>
          </ac:spMkLst>
        </pc:spChg>
        <pc:spChg chg="mod">
          <ac:chgData name="totoka 3710" userId="fbb77386e644ec64" providerId="LiveId" clId="{99908158-1523-4D89-8225-504124C78188}" dt="2025-09-17T01:27:32.994" v="14758" actId="404"/>
          <ac:spMkLst>
            <pc:docMk/>
            <pc:sldMk cId="2808955655" sldId="276"/>
            <ac:spMk id="120" creationId="{387EB2B9-4E9A-4210-626E-E275B612D5AF}"/>
          </ac:spMkLst>
        </pc:spChg>
        <pc:spChg chg="add mod">
          <ac:chgData name="totoka 3710" userId="fbb77386e644ec64" providerId="LiveId" clId="{99908158-1523-4D89-8225-504124C78188}" dt="2025-09-16T14:31:55.462" v="8353" actId="164"/>
          <ac:spMkLst>
            <pc:docMk/>
            <pc:sldMk cId="2808955655" sldId="276"/>
            <ac:spMk id="122" creationId="{55D81C0A-33C2-88AF-7A13-28D867F49509}"/>
          </ac:spMkLst>
        </pc:spChg>
        <pc:spChg chg="mod">
          <ac:chgData name="totoka 3710" userId="fbb77386e644ec64" providerId="LiveId" clId="{99908158-1523-4D89-8225-504124C78188}" dt="2025-09-17T01:27:38.126" v="14765" actId="403"/>
          <ac:spMkLst>
            <pc:docMk/>
            <pc:sldMk cId="2808955655" sldId="276"/>
            <ac:spMk id="123" creationId="{2ADF5C72-8049-59DB-933A-694EECEB6710}"/>
          </ac:spMkLst>
        </pc:spChg>
        <pc:spChg chg="add mod">
          <ac:chgData name="totoka 3710" userId="fbb77386e644ec64" providerId="LiveId" clId="{99908158-1523-4D89-8225-504124C78188}" dt="2025-09-16T14:31:55.462" v="8353" actId="164"/>
          <ac:spMkLst>
            <pc:docMk/>
            <pc:sldMk cId="2808955655" sldId="276"/>
            <ac:spMk id="124" creationId="{F9E0E8F2-A728-F78A-E505-0B5ACC09E0A3}"/>
          </ac:spMkLst>
        </pc:spChg>
        <pc:spChg chg="mod">
          <ac:chgData name="totoka 3710" userId="fbb77386e644ec64" providerId="LiveId" clId="{99908158-1523-4D89-8225-504124C78188}" dt="2025-09-17T01:27:43.980" v="14772" actId="403"/>
          <ac:spMkLst>
            <pc:docMk/>
            <pc:sldMk cId="2808955655" sldId="276"/>
            <ac:spMk id="126" creationId="{FA994AE0-208F-0831-141D-B18A4822ADA1}"/>
          </ac:spMkLst>
        </pc:spChg>
        <pc:spChg chg="mod">
          <ac:chgData name="totoka 3710" userId="fbb77386e644ec64" providerId="LiveId" clId="{99908158-1523-4D89-8225-504124C78188}" dt="2025-09-17T01:28:19.674" v="14807" actId="403"/>
          <ac:spMkLst>
            <pc:docMk/>
            <pc:sldMk cId="2808955655" sldId="276"/>
            <ac:spMk id="128" creationId="{980BF5FD-A447-9748-B8D1-222F4B9E84D8}"/>
          </ac:spMkLst>
        </pc:spChg>
        <pc:spChg chg="mod">
          <ac:chgData name="totoka 3710" userId="fbb77386e644ec64" providerId="LiveId" clId="{99908158-1523-4D89-8225-504124C78188}" dt="2025-09-17T01:28:10.869" v="14800" actId="403"/>
          <ac:spMkLst>
            <pc:docMk/>
            <pc:sldMk cId="2808955655" sldId="276"/>
            <ac:spMk id="130" creationId="{B7813644-8432-99EA-56C4-9F475E4807CB}"/>
          </ac:spMkLst>
        </pc:spChg>
        <pc:spChg chg="mod">
          <ac:chgData name="totoka 3710" userId="fbb77386e644ec64" providerId="LiveId" clId="{99908158-1523-4D89-8225-504124C78188}" dt="2025-09-17T01:28:05.186" v="14793" actId="403"/>
          <ac:spMkLst>
            <pc:docMk/>
            <pc:sldMk cId="2808955655" sldId="276"/>
            <ac:spMk id="133" creationId="{564DDD80-744D-7BB4-48AA-75F0F211A06B}"/>
          </ac:spMkLst>
        </pc:spChg>
        <pc:spChg chg="add mod">
          <ac:chgData name="totoka 3710" userId="fbb77386e644ec64" providerId="LiveId" clId="{99908158-1523-4D89-8225-504124C78188}" dt="2025-09-16T14:31:55.462" v="8353" actId="164"/>
          <ac:spMkLst>
            <pc:docMk/>
            <pc:sldMk cId="2808955655" sldId="276"/>
            <ac:spMk id="134" creationId="{AF299BB5-064A-9B1A-AED7-7713625AA43D}"/>
          </ac:spMkLst>
        </pc:spChg>
        <pc:spChg chg="mod">
          <ac:chgData name="totoka 3710" userId="fbb77386e644ec64" providerId="LiveId" clId="{99908158-1523-4D89-8225-504124C78188}" dt="2025-09-17T01:27:59.210" v="14786" actId="403"/>
          <ac:spMkLst>
            <pc:docMk/>
            <pc:sldMk cId="2808955655" sldId="276"/>
            <ac:spMk id="136" creationId="{305314CE-A4F1-7797-6E39-824A8843B9D1}"/>
          </ac:spMkLst>
        </pc:spChg>
        <pc:spChg chg="mod">
          <ac:chgData name="totoka 3710" userId="fbb77386e644ec64" providerId="LiveId" clId="{99908158-1523-4D89-8225-504124C78188}" dt="2025-09-17T01:27:51.080" v="14779" actId="403"/>
          <ac:spMkLst>
            <pc:docMk/>
            <pc:sldMk cId="2808955655" sldId="276"/>
            <ac:spMk id="138" creationId="{490A3A3C-E6B3-6024-4B88-95088E66450A}"/>
          </ac:spMkLst>
        </pc:spChg>
        <pc:spChg chg="add mod">
          <ac:chgData name="totoka 3710" userId="fbb77386e644ec64" providerId="LiveId" clId="{99908158-1523-4D89-8225-504124C78188}" dt="2025-09-16T14:31:55.462" v="8353" actId="164"/>
          <ac:spMkLst>
            <pc:docMk/>
            <pc:sldMk cId="2808955655" sldId="276"/>
            <ac:spMk id="139" creationId="{358750A1-FEE6-E84F-F0F4-54FAB9C124A1}"/>
          </ac:spMkLst>
        </pc:spChg>
        <pc:spChg chg="add mod">
          <ac:chgData name="totoka 3710" userId="fbb77386e644ec64" providerId="LiveId" clId="{99908158-1523-4D89-8225-504124C78188}" dt="2025-09-16T14:31:55.462" v="8353" actId="164"/>
          <ac:spMkLst>
            <pc:docMk/>
            <pc:sldMk cId="2808955655" sldId="276"/>
            <ac:spMk id="142" creationId="{BCFE177C-C6F6-89C2-974D-27CDEC534FA1}"/>
          </ac:spMkLst>
        </pc:spChg>
        <pc:grpChg chg="mod ord">
          <ac:chgData name="totoka 3710" userId="fbb77386e644ec64" providerId="LiveId" clId="{99908158-1523-4D89-8225-504124C78188}" dt="2025-09-16T14:38:44.565" v="8958"/>
          <ac:grpSpMkLst>
            <pc:docMk/>
            <pc:sldMk cId="2808955655" sldId="276"/>
            <ac:grpSpMk id="144" creationId="{C02F14C0-6CD9-28BA-3FA1-D9CEB6B8F304}"/>
          </ac:grpSpMkLst>
        </pc:grpChg>
      </pc:sldChg>
      <pc:sldChg chg="addSp delSp modSp add mod ord modTransition modNotesTx">
        <pc:chgData name="totoka 3710" userId="fbb77386e644ec64" providerId="LiveId" clId="{99908158-1523-4D89-8225-504124C78188}" dt="2025-09-26T05:03:30.490" v="32390"/>
        <pc:sldMkLst>
          <pc:docMk/>
          <pc:sldMk cId="3138166061" sldId="277"/>
        </pc:sldMkLst>
        <pc:spChg chg="add mod ord">
          <ac:chgData name="totoka 3710" userId="fbb77386e644ec64" providerId="LiveId" clId="{99908158-1523-4D89-8225-504124C78188}" dt="2025-09-16T23:38:30.540" v="11109"/>
          <ac:spMkLst>
            <pc:docMk/>
            <pc:sldMk cId="3138166061" sldId="277"/>
            <ac:spMk id="3" creationId="{E3320EB8-6A32-2337-2019-939D32CF9BFA}"/>
          </ac:spMkLst>
        </pc:spChg>
        <pc:spChg chg="mod ord modVis">
          <ac:chgData name="totoka 3710" userId="fbb77386e644ec64" providerId="LiveId" clId="{99908158-1523-4D89-8225-504124C78188}" dt="2025-09-13T15:55:58.646" v="5792"/>
          <ac:spMkLst>
            <pc:docMk/>
            <pc:sldMk cId="3138166061" sldId="277"/>
            <ac:spMk id="4" creationId="{01F9F103-EAD7-38BD-B5D3-10B6886F7CA0}"/>
          </ac:spMkLst>
        </pc:spChg>
        <pc:spChg chg="add mod">
          <ac:chgData name="totoka 3710" userId="fbb77386e644ec64" providerId="LiveId" clId="{99908158-1523-4D89-8225-504124C78188}" dt="2025-09-17T01:42:54.050" v="15514"/>
          <ac:spMkLst>
            <pc:docMk/>
            <pc:sldMk cId="3138166061" sldId="277"/>
            <ac:spMk id="5" creationId="{5B4C4230-D059-C034-9D92-82954F18EDF8}"/>
          </ac:spMkLst>
        </pc:spChg>
        <pc:spChg chg="add mod">
          <ac:chgData name="totoka 3710" userId="fbb77386e644ec64" providerId="LiveId" clId="{99908158-1523-4D89-8225-504124C78188}" dt="2025-09-16T11:15:39.156" v="6489"/>
          <ac:spMkLst>
            <pc:docMk/>
            <pc:sldMk cId="3138166061" sldId="277"/>
            <ac:spMk id="8" creationId="{A492A9C7-6C35-E155-1D97-AF0EA45A2252}"/>
          </ac:spMkLst>
        </pc:spChg>
        <pc:spChg chg="add mod">
          <ac:chgData name="totoka 3710" userId="fbb77386e644ec64" providerId="LiveId" clId="{99908158-1523-4D89-8225-504124C78188}" dt="2025-09-13T15:54:42.086" v="5725"/>
          <ac:spMkLst>
            <pc:docMk/>
            <pc:sldMk cId="3138166061" sldId="277"/>
            <ac:spMk id="9" creationId="{094D4115-045B-4857-438E-699B5292D690}"/>
          </ac:spMkLst>
        </pc:spChg>
        <pc:spChg chg="add mod">
          <ac:chgData name="totoka 3710" userId="fbb77386e644ec64" providerId="LiveId" clId="{99908158-1523-4D89-8225-504124C78188}" dt="2025-09-16T11:18:18.389" v="6594"/>
          <ac:spMkLst>
            <pc:docMk/>
            <pc:sldMk cId="3138166061" sldId="277"/>
            <ac:spMk id="13" creationId="{1B8EB0B5-63D4-10CA-4797-8763EF1412E0}"/>
          </ac:spMkLst>
        </pc:spChg>
        <pc:spChg chg="mod">
          <ac:chgData name="totoka 3710" userId="fbb77386e644ec64" providerId="LiveId" clId="{99908158-1523-4D89-8225-504124C78188}" dt="2025-09-16T15:51:19.805" v="10239" actId="207"/>
          <ac:spMkLst>
            <pc:docMk/>
            <pc:sldMk cId="3138166061" sldId="277"/>
            <ac:spMk id="57" creationId="{AB2A66EE-E558-3F80-0C8A-1E0484E88885}"/>
          </ac:spMkLst>
        </pc:spChg>
        <pc:spChg chg="add mod">
          <ac:chgData name="totoka 3710" userId="fbb77386e644ec64" providerId="LiveId" clId="{99908158-1523-4D89-8225-504124C78188}" dt="2025-09-16T15:12:06.808" v="9383"/>
          <ac:spMkLst>
            <pc:docMk/>
            <pc:sldMk cId="3138166061" sldId="277"/>
            <ac:spMk id="142" creationId="{2BE67A43-25BA-3364-4DFA-4586D2A70FA4}"/>
          </ac:spMkLst>
        </pc:spChg>
        <pc:spChg chg="add mod">
          <ac:chgData name="totoka 3710" userId="fbb77386e644ec64" providerId="LiveId" clId="{99908158-1523-4D89-8225-504124C78188}" dt="2025-09-16T15:12:06.808" v="9383"/>
          <ac:spMkLst>
            <pc:docMk/>
            <pc:sldMk cId="3138166061" sldId="277"/>
            <ac:spMk id="143" creationId="{6F574569-8B8E-2D10-372D-78A698863EB3}"/>
          </ac:spMkLst>
        </pc:spChg>
        <pc:spChg chg="add mod">
          <ac:chgData name="totoka 3710" userId="fbb77386e644ec64" providerId="LiveId" clId="{99908158-1523-4D89-8225-504124C78188}" dt="2025-09-16T15:12:06.808" v="9383"/>
          <ac:spMkLst>
            <pc:docMk/>
            <pc:sldMk cId="3138166061" sldId="277"/>
            <ac:spMk id="144" creationId="{07697659-11B1-6026-FEA3-B4780365F08A}"/>
          </ac:spMkLst>
        </pc:spChg>
        <pc:spChg chg="add mod">
          <ac:chgData name="totoka 3710" userId="fbb77386e644ec64" providerId="LiveId" clId="{99908158-1523-4D89-8225-504124C78188}" dt="2025-09-16T15:12:06.808" v="9383"/>
          <ac:spMkLst>
            <pc:docMk/>
            <pc:sldMk cId="3138166061" sldId="277"/>
            <ac:spMk id="145" creationId="{EF2AE359-3F58-E322-3A1C-0D05E0E2240C}"/>
          </ac:spMkLst>
        </pc:spChg>
        <pc:spChg chg="add mod">
          <ac:chgData name="totoka 3710" userId="fbb77386e644ec64" providerId="LiveId" clId="{99908158-1523-4D89-8225-504124C78188}" dt="2025-09-16T15:13:35.155" v="9407"/>
          <ac:spMkLst>
            <pc:docMk/>
            <pc:sldMk cId="3138166061" sldId="277"/>
            <ac:spMk id="146" creationId="{56738485-DE64-C6CA-0495-EB3A3717571F}"/>
          </ac:spMkLst>
        </pc:spChg>
        <pc:spChg chg="add mod">
          <ac:chgData name="totoka 3710" userId="fbb77386e644ec64" providerId="LiveId" clId="{99908158-1523-4D89-8225-504124C78188}" dt="2025-09-16T15:48:51.004" v="10203" actId="20577"/>
          <ac:spMkLst>
            <pc:docMk/>
            <pc:sldMk cId="3138166061" sldId="277"/>
            <ac:spMk id="148" creationId="{E2231535-9D2C-2E89-0EDB-A194DB16A9C4}"/>
          </ac:spMkLst>
        </pc:spChg>
      </pc:sldChg>
      <pc:sldChg chg="addSp delSp modSp add mod ord modTransition modNotesTx">
        <pc:chgData name="totoka 3710" userId="fbb77386e644ec64" providerId="LiveId" clId="{99908158-1523-4D89-8225-504124C78188}" dt="2025-09-26T05:03:30.490" v="32390"/>
        <pc:sldMkLst>
          <pc:docMk/>
          <pc:sldMk cId="2163579756" sldId="278"/>
        </pc:sldMkLst>
        <pc:spChg chg="add mod ord">
          <ac:chgData name="totoka 3710" userId="fbb77386e644ec64" providerId="LiveId" clId="{99908158-1523-4D89-8225-504124C78188}" dt="2025-09-16T23:38:44.311" v="11122"/>
          <ac:spMkLst>
            <pc:docMk/>
            <pc:sldMk cId="2163579756" sldId="278"/>
            <ac:spMk id="3" creationId="{0D28735F-4DD4-20AF-B25C-E35459142B91}"/>
          </ac:spMkLst>
        </pc:spChg>
        <pc:spChg chg="mod ord modVis">
          <ac:chgData name="totoka 3710" userId="fbb77386e644ec64" providerId="LiveId" clId="{99908158-1523-4D89-8225-504124C78188}" dt="2025-09-13T15:56:33.624" v="5845"/>
          <ac:spMkLst>
            <pc:docMk/>
            <pc:sldMk cId="2163579756" sldId="278"/>
            <ac:spMk id="4" creationId="{E40236B3-4AE7-3318-E416-9B331ACFE962}"/>
          </ac:spMkLst>
        </pc:spChg>
        <pc:spChg chg="add mod">
          <ac:chgData name="totoka 3710" userId="fbb77386e644ec64" providerId="LiveId" clId="{99908158-1523-4D89-8225-504124C78188}" dt="2025-09-17T01:42:54.954" v="15515"/>
          <ac:spMkLst>
            <pc:docMk/>
            <pc:sldMk cId="2163579756" sldId="278"/>
            <ac:spMk id="5" creationId="{60B0B19E-0BBA-2064-84A4-AB8F24577ECF}"/>
          </ac:spMkLst>
        </pc:spChg>
        <pc:spChg chg="add mod">
          <ac:chgData name="totoka 3710" userId="fbb77386e644ec64" providerId="LiveId" clId="{99908158-1523-4D89-8225-504124C78188}" dt="2025-09-16T11:15:45.656" v="6491"/>
          <ac:spMkLst>
            <pc:docMk/>
            <pc:sldMk cId="2163579756" sldId="278"/>
            <ac:spMk id="8" creationId="{A8E36B5C-8DF0-5DF8-3EB1-1BBC9CED7ED6}"/>
          </ac:spMkLst>
        </pc:spChg>
        <pc:spChg chg="add mod">
          <ac:chgData name="totoka 3710" userId="fbb77386e644ec64" providerId="LiveId" clId="{99908158-1523-4D89-8225-504124C78188}" dt="2025-09-13T15:54:45.547" v="5727"/>
          <ac:spMkLst>
            <pc:docMk/>
            <pc:sldMk cId="2163579756" sldId="278"/>
            <ac:spMk id="9" creationId="{2785C3C5-0839-AAC1-15C6-2E9FD1ABF2E0}"/>
          </ac:spMkLst>
        </pc:spChg>
        <pc:spChg chg="add mod">
          <ac:chgData name="totoka 3710" userId="fbb77386e644ec64" providerId="LiveId" clId="{99908158-1523-4D89-8225-504124C78188}" dt="2025-09-16T11:18:20.715" v="6595"/>
          <ac:spMkLst>
            <pc:docMk/>
            <pc:sldMk cId="2163579756" sldId="278"/>
            <ac:spMk id="13" creationId="{32B3D5B5-196D-08DD-24A2-AB476AF21C02}"/>
          </ac:spMkLst>
        </pc:spChg>
        <pc:spChg chg="mod">
          <ac:chgData name="totoka 3710" userId="fbb77386e644ec64" providerId="LiveId" clId="{99908158-1523-4D89-8225-504124C78188}" dt="2025-09-16T15:51:39.386" v="10242" actId="207"/>
          <ac:spMkLst>
            <pc:docMk/>
            <pc:sldMk cId="2163579756" sldId="278"/>
            <ac:spMk id="14" creationId="{3D7E9FB9-21D0-C713-9469-7492276632AB}"/>
          </ac:spMkLst>
        </pc:spChg>
        <pc:spChg chg="add mod">
          <ac:chgData name="totoka 3710" userId="fbb77386e644ec64" providerId="LiveId" clId="{99908158-1523-4D89-8225-504124C78188}" dt="2025-09-16T15:12:08.886" v="9384"/>
          <ac:spMkLst>
            <pc:docMk/>
            <pc:sldMk cId="2163579756" sldId="278"/>
            <ac:spMk id="57" creationId="{BAD85F8A-B8F1-B2B0-4D6D-32A5188D4984}"/>
          </ac:spMkLst>
        </pc:spChg>
        <pc:spChg chg="add mod">
          <ac:chgData name="totoka 3710" userId="fbb77386e644ec64" providerId="LiveId" clId="{99908158-1523-4D89-8225-504124C78188}" dt="2025-09-16T15:12:08.886" v="9384"/>
          <ac:spMkLst>
            <pc:docMk/>
            <pc:sldMk cId="2163579756" sldId="278"/>
            <ac:spMk id="100" creationId="{5005705F-7124-5141-D33A-D9BE747F7ACD}"/>
          </ac:spMkLst>
        </pc:spChg>
        <pc:spChg chg="add mod">
          <ac:chgData name="totoka 3710" userId="fbb77386e644ec64" providerId="LiveId" clId="{99908158-1523-4D89-8225-504124C78188}" dt="2025-09-16T15:12:08.886" v="9384"/>
          <ac:spMkLst>
            <pc:docMk/>
            <pc:sldMk cId="2163579756" sldId="278"/>
            <ac:spMk id="101" creationId="{CB9A8E6C-7E3B-8049-8F03-E3A469DE984E}"/>
          </ac:spMkLst>
        </pc:spChg>
        <pc:spChg chg="add mod">
          <ac:chgData name="totoka 3710" userId="fbb77386e644ec64" providerId="LiveId" clId="{99908158-1523-4D89-8225-504124C78188}" dt="2025-09-16T15:12:08.886" v="9384"/>
          <ac:spMkLst>
            <pc:docMk/>
            <pc:sldMk cId="2163579756" sldId="278"/>
            <ac:spMk id="102" creationId="{59D4C58A-7193-C04E-02E0-D197C8B657AB}"/>
          </ac:spMkLst>
        </pc:spChg>
        <pc:spChg chg="add mod">
          <ac:chgData name="totoka 3710" userId="fbb77386e644ec64" providerId="LiveId" clId="{99908158-1523-4D89-8225-504124C78188}" dt="2025-09-16T15:13:42.604" v="9409"/>
          <ac:spMkLst>
            <pc:docMk/>
            <pc:sldMk cId="2163579756" sldId="278"/>
            <ac:spMk id="103" creationId="{9FDD8EB5-436C-428D-D459-F5FF429D9BB3}"/>
          </ac:spMkLst>
        </pc:spChg>
        <pc:spChg chg="add mod">
          <ac:chgData name="totoka 3710" userId="fbb77386e644ec64" providerId="LiveId" clId="{99908158-1523-4D89-8225-504124C78188}" dt="2025-09-16T15:48:55.588" v="10204"/>
          <ac:spMkLst>
            <pc:docMk/>
            <pc:sldMk cId="2163579756" sldId="278"/>
            <ac:spMk id="105" creationId="{5C80AD78-79CA-4075-8421-17E16FC7B2CF}"/>
          </ac:spMkLst>
        </pc:spChg>
      </pc:sldChg>
      <pc:sldChg chg="addSp delSp modSp add mod ord modTransition modNotesTx">
        <pc:chgData name="totoka 3710" userId="fbb77386e644ec64" providerId="LiveId" clId="{99908158-1523-4D89-8225-504124C78188}" dt="2025-09-28T13:37:26.788" v="38580" actId="1076"/>
        <pc:sldMkLst>
          <pc:docMk/>
          <pc:sldMk cId="2683454960" sldId="279"/>
        </pc:sldMkLst>
        <pc:spChg chg="add mod ord">
          <ac:chgData name="totoka 3710" userId="fbb77386e644ec64" providerId="LiveId" clId="{99908158-1523-4D89-8225-504124C78188}" dt="2025-09-16T23:39:02.635" v="11135"/>
          <ac:spMkLst>
            <pc:docMk/>
            <pc:sldMk cId="2683454960" sldId="279"/>
            <ac:spMk id="3" creationId="{8260B59D-0D6A-2659-EF8B-A7C36CA85B15}"/>
          </ac:spMkLst>
        </pc:spChg>
        <pc:spChg chg="ord">
          <ac:chgData name="totoka 3710" userId="fbb77386e644ec64" providerId="LiveId" clId="{99908158-1523-4D89-8225-504124C78188}" dt="2025-09-16T15:12:21.451" v="9396"/>
          <ac:spMkLst>
            <pc:docMk/>
            <pc:sldMk cId="2683454960" sldId="279"/>
            <ac:spMk id="4" creationId="{D7971F60-3AAB-5E0F-6041-F31B80566CAC}"/>
          </ac:spMkLst>
        </pc:spChg>
        <pc:spChg chg="add mod ord">
          <ac:chgData name="totoka 3710" userId="fbb77386e644ec64" providerId="LiveId" clId="{99908158-1523-4D89-8225-504124C78188}" dt="2025-09-17T01:44:08.064" v="15520"/>
          <ac:spMkLst>
            <pc:docMk/>
            <pc:sldMk cId="2683454960" sldId="279"/>
            <ac:spMk id="5" creationId="{00301E58-9388-B67E-6EE1-C2358E7B24C5}"/>
          </ac:spMkLst>
        </pc:spChg>
        <pc:spChg chg="add mod ord">
          <ac:chgData name="totoka 3710" userId="fbb77386e644ec64" providerId="LiveId" clId="{99908158-1523-4D89-8225-504124C78188}" dt="2025-09-16T11:16:09.234" v="6539"/>
          <ac:spMkLst>
            <pc:docMk/>
            <pc:sldMk cId="2683454960" sldId="279"/>
            <ac:spMk id="7" creationId="{681838A3-8D5B-18BA-F55F-C30EA0CE1A47}"/>
          </ac:spMkLst>
        </pc:spChg>
        <pc:spChg chg="add mod">
          <ac:chgData name="totoka 3710" userId="fbb77386e644ec64" providerId="LiveId" clId="{99908158-1523-4D89-8225-504124C78188}" dt="2025-09-16T15:05:42.767" v="9222"/>
          <ac:spMkLst>
            <pc:docMk/>
            <pc:sldMk cId="2683454960" sldId="279"/>
            <ac:spMk id="8" creationId="{34BDA0D1-7E26-7D8E-9931-65D4848ADD09}"/>
          </ac:spMkLst>
        </pc:spChg>
        <pc:spChg chg="add mod">
          <ac:chgData name="totoka 3710" userId="fbb77386e644ec64" providerId="LiveId" clId="{99908158-1523-4D89-8225-504124C78188}" dt="2025-09-16T15:05:42.767" v="9222"/>
          <ac:spMkLst>
            <pc:docMk/>
            <pc:sldMk cId="2683454960" sldId="279"/>
            <ac:spMk id="14" creationId="{F5CF3672-F681-471C-96C8-2DD6ECD4EA44}"/>
          </ac:spMkLst>
        </pc:spChg>
        <pc:spChg chg="add mod">
          <ac:chgData name="totoka 3710" userId="fbb77386e644ec64" providerId="LiveId" clId="{99908158-1523-4D89-8225-504124C78188}" dt="2025-09-17T01:44:03.450" v="15519"/>
          <ac:spMkLst>
            <pc:docMk/>
            <pc:sldMk cId="2683454960" sldId="279"/>
            <ac:spMk id="15" creationId="{547A37B4-9196-8CD7-B1D6-D5C4F989346E}"/>
          </ac:spMkLst>
        </pc:spChg>
        <pc:spChg chg="add mod">
          <ac:chgData name="totoka 3710" userId="fbb77386e644ec64" providerId="LiveId" clId="{99908158-1523-4D89-8225-504124C78188}" dt="2025-09-16T15:12:12.560" v="9386"/>
          <ac:spMkLst>
            <pc:docMk/>
            <pc:sldMk cId="2683454960" sldId="279"/>
            <ac:spMk id="55" creationId="{5F500250-C771-7334-11D6-4E237FF06187}"/>
          </ac:spMkLst>
        </pc:spChg>
        <pc:spChg chg="add mod">
          <ac:chgData name="totoka 3710" userId="fbb77386e644ec64" providerId="LiveId" clId="{99908158-1523-4D89-8225-504124C78188}" dt="2025-09-16T15:12:12.560" v="9386"/>
          <ac:spMkLst>
            <pc:docMk/>
            <pc:sldMk cId="2683454960" sldId="279"/>
            <ac:spMk id="56" creationId="{72AD16E4-9E54-F38C-DF21-AC154BDB7261}"/>
          </ac:spMkLst>
        </pc:spChg>
        <pc:spChg chg="add mod">
          <ac:chgData name="totoka 3710" userId="fbb77386e644ec64" providerId="LiveId" clId="{99908158-1523-4D89-8225-504124C78188}" dt="2025-09-16T15:12:12.560" v="9386"/>
          <ac:spMkLst>
            <pc:docMk/>
            <pc:sldMk cId="2683454960" sldId="279"/>
            <ac:spMk id="57" creationId="{ADF919A4-74E6-1689-4E4B-067440BDED5E}"/>
          </ac:spMkLst>
        </pc:spChg>
        <pc:spChg chg="add mod">
          <ac:chgData name="totoka 3710" userId="fbb77386e644ec64" providerId="LiveId" clId="{99908158-1523-4D89-8225-504124C78188}" dt="2025-09-13T15:54:49.672" v="5729"/>
          <ac:spMkLst>
            <pc:docMk/>
            <pc:sldMk cId="2683454960" sldId="279"/>
            <ac:spMk id="58" creationId="{654EBA8C-F4FC-C482-667C-BDD832D4BEC7}"/>
          </ac:spMkLst>
        </pc:spChg>
        <pc:spChg chg="add mod">
          <ac:chgData name="totoka 3710" userId="fbb77386e644ec64" providerId="LiveId" clId="{99908158-1523-4D89-8225-504124C78188}" dt="2025-09-16T15:12:12.560" v="9386"/>
          <ac:spMkLst>
            <pc:docMk/>
            <pc:sldMk cId="2683454960" sldId="279"/>
            <ac:spMk id="102" creationId="{09258330-94F0-BFF1-15DA-44A039229C2C}"/>
          </ac:spMkLst>
        </pc:spChg>
        <pc:spChg chg="add mod ord">
          <ac:chgData name="totoka 3710" userId="fbb77386e644ec64" providerId="LiveId" clId="{99908158-1523-4D89-8225-504124C78188}" dt="2025-09-16T15:14:35.183" v="9424"/>
          <ac:spMkLst>
            <pc:docMk/>
            <pc:sldMk cId="2683454960" sldId="279"/>
            <ac:spMk id="103" creationId="{D76F3E6C-DAEC-D290-D24A-7DC6DF8B1882}"/>
          </ac:spMkLst>
        </pc:spChg>
        <pc:spChg chg="add mod">
          <ac:chgData name="totoka 3710" userId="fbb77386e644ec64" providerId="LiveId" clId="{99908158-1523-4D89-8225-504124C78188}" dt="2025-09-16T15:48:56.753" v="10205"/>
          <ac:spMkLst>
            <pc:docMk/>
            <pc:sldMk cId="2683454960" sldId="279"/>
            <ac:spMk id="105" creationId="{CA366A29-D409-695B-743B-C45672A62C7D}"/>
          </ac:spMkLst>
        </pc:spChg>
        <pc:picChg chg="add mod ord modVis">
          <ac:chgData name="totoka 3710" userId="fbb77386e644ec64" providerId="LiveId" clId="{99908158-1523-4D89-8225-504124C78188}" dt="2025-09-28T13:37:26.788" v="38580" actId="1076"/>
          <ac:picMkLst>
            <pc:docMk/>
            <pc:sldMk cId="2683454960" sldId="279"/>
            <ac:picMk id="9" creationId="{CA2AF628-F2F2-406B-3CDF-DD17A7AF4B23}"/>
          </ac:picMkLst>
        </pc:picChg>
      </pc:sldChg>
      <pc:sldChg chg="addSp delSp modSp add del mod ord modTransition">
        <pc:chgData name="totoka 3710" userId="fbb77386e644ec64" providerId="LiveId" clId="{99908158-1523-4D89-8225-504124C78188}" dt="2025-09-16T15:56:05.276" v="10318" actId="47"/>
        <pc:sldMkLst>
          <pc:docMk/>
          <pc:sldMk cId="696436128" sldId="280"/>
        </pc:sldMkLst>
      </pc:sldChg>
      <pc:sldChg chg="addSp delSp modSp add mod ord modTransition modNotesTx">
        <pc:chgData name="totoka 3710" userId="fbb77386e644ec64" providerId="LiveId" clId="{99908158-1523-4D89-8225-504124C78188}" dt="2025-09-26T15:45:50.222" v="38324"/>
        <pc:sldMkLst>
          <pc:docMk/>
          <pc:sldMk cId="3746611674" sldId="281"/>
        </pc:sldMkLst>
        <pc:spChg chg="add mod ord">
          <ac:chgData name="totoka 3710" userId="fbb77386e644ec64" providerId="LiveId" clId="{99908158-1523-4D89-8225-504124C78188}" dt="2025-09-16T23:35:31.009" v="10952"/>
          <ac:spMkLst>
            <pc:docMk/>
            <pc:sldMk cId="3746611674" sldId="281"/>
            <ac:spMk id="3" creationId="{928E0510-1F8B-041E-786B-9B68F0EA96B9}"/>
          </ac:spMkLst>
        </pc:spChg>
        <pc:spChg chg="mod ord">
          <ac:chgData name="totoka 3710" userId="fbb77386e644ec64" providerId="LiveId" clId="{99908158-1523-4D89-8225-504124C78188}" dt="2025-09-16T23:35:44.595" v="10959"/>
          <ac:spMkLst>
            <pc:docMk/>
            <pc:sldMk cId="3746611674" sldId="281"/>
            <ac:spMk id="4" creationId="{3006B545-2878-E27B-8299-0C9704D80DE4}"/>
          </ac:spMkLst>
        </pc:spChg>
        <pc:spChg chg="add mod">
          <ac:chgData name="totoka 3710" userId="fbb77386e644ec64" providerId="LiveId" clId="{99908158-1523-4D89-8225-504124C78188}" dt="2025-09-17T01:42:42.492" v="15505"/>
          <ac:spMkLst>
            <pc:docMk/>
            <pc:sldMk cId="3746611674" sldId="281"/>
            <ac:spMk id="5" creationId="{B7A52316-0616-52A4-7436-2D8CCCEC52FE}"/>
          </ac:spMkLst>
        </pc:spChg>
        <pc:spChg chg="add mod">
          <ac:chgData name="totoka 3710" userId="fbb77386e644ec64" providerId="LiveId" clId="{99908158-1523-4D89-8225-504124C78188}" dt="2025-09-16T11:16:25.129" v="6543"/>
          <ac:spMkLst>
            <pc:docMk/>
            <pc:sldMk cId="3746611674" sldId="281"/>
            <ac:spMk id="7" creationId="{5026128A-A92B-8FCD-0E26-9B668765A5A4}"/>
          </ac:spMkLst>
        </pc:spChg>
        <pc:spChg chg="add mod ord">
          <ac:chgData name="totoka 3710" userId="fbb77386e644ec64" providerId="LiveId" clId="{99908158-1523-4D89-8225-504124C78188}" dt="2025-09-16T23:35:40.853" v="10955"/>
          <ac:spMkLst>
            <pc:docMk/>
            <pc:sldMk cId="3746611674" sldId="281"/>
            <ac:spMk id="8" creationId="{9C4D9FDE-DBAA-738B-E3A3-DD2926F6F69A}"/>
          </ac:spMkLst>
        </pc:spChg>
        <pc:spChg chg="add mod">
          <ac:chgData name="totoka 3710" userId="fbb77386e644ec64" providerId="LiveId" clId="{99908158-1523-4D89-8225-504124C78188}" dt="2025-09-13T15:54:57.408" v="5733"/>
          <ac:spMkLst>
            <pc:docMk/>
            <pc:sldMk cId="3746611674" sldId="281"/>
            <ac:spMk id="9" creationId="{15061704-907A-BDFA-AD67-03E9947677CB}"/>
          </ac:spMkLst>
        </pc:spChg>
        <pc:spChg chg="add mod">
          <ac:chgData name="totoka 3710" userId="fbb77386e644ec64" providerId="LiveId" clId="{99908158-1523-4D89-8225-504124C78188}" dt="2025-09-16T14:05:04.918" v="7151"/>
          <ac:spMkLst>
            <pc:docMk/>
            <pc:sldMk cId="3746611674" sldId="281"/>
            <ac:spMk id="13" creationId="{B9FE017A-BCB9-6623-2BDB-1DDF75A4AC96}"/>
          </ac:spMkLst>
        </pc:spChg>
        <pc:spChg chg="mod">
          <ac:chgData name="totoka 3710" userId="fbb77386e644ec64" providerId="LiveId" clId="{99908158-1523-4D89-8225-504124C78188}" dt="2025-09-16T15:39:27.657" v="9793" actId="313"/>
          <ac:spMkLst>
            <pc:docMk/>
            <pc:sldMk cId="3746611674" sldId="281"/>
            <ac:spMk id="20" creationId="{47963A64-2225-E93A-7229-65BE16E21AF0}"/>
          </ac:spMkLst>
        </pc:spChg>
        <pc:spChg chg="add mod ord">
          <ac:chgData name="totoka 3710" userId="fbb77386e644ec64" providerId="LiveId" clId="{99908158-1523-4D89-8225-504124C78188}" dt="2025-09-16T15:06:19.988" v="9254"/>
          <ac:spMkLst>
            <pc:docMk/>
            <pc:sldMk cId="3746611674" sldId="281"/>
            <ac:spMk id="21" creationId="{90717BA0-8020-BD20-CE80-12B189FE9A38}"/>
          </ac:spMkLst>
        </pc:spChg>
        <pc:spChg chg="add mod ord">
          <ac:chgData name="totoka 3710" userId="fbb77386e644ec64" providerId="LiveId" clId="{99908158-1523-4D89-8225-504124C78188}" dt="2025-09-16T15:06:19.988" v="9254"/>
          <ac:spMkLst>
            <pc:docMk/>
            <pc:sldMk cId="3746611674" sldId="281"/>
            <ac:spMk id="24" creationId="{55FB2B08-244D-6465-D891-6EAA30E1A69E}"/>
          </ac:spMkLst>
        </pc:spChg>
        <pc:spChg chg="add mod ord">
          <ac:chgData name="totoka 3710" userId="fbb77386e644ec64" providerId="LiveId" clId="{99908158-1523-4D89-8225-504124C78188}" dt="2025-09-16T15:06:19.988" v="9254"/>
          <ac:spMkLst>
            <pc:docMk/>
            <pc:sldMk cId="3746611674" sldId="281"/>
            <ac:spMk id="25" creationId="{6244ED17-9396-CEDA-30E9-5415A24F4F3D}"/>
          </ac:spMkLst>
        </pc:spChg>
        <pc:spChg chg="add mod ord">
          <ac:chgData name="totoka 3710" userId="fbb77386e644ec64" providerId="LiveId" clId="{99908158-1523-4D89-8225-504124C78188}" dt="2025-09-16T15:06:19.988" v="9254"/>
          <ac:spMkLst>
            <pc:docMk/>
            <pc:sldMk cId="3746611674" sldId="281"/>
            <ac:spMk id="28" creationId="{01771249-C8AF-C1BF-F5BF-F65871D7263C}"/>
          </ac:spMkLst>
        </pc:spChg>
        <pc:spChg chg="mod">
          <ac:chgData name="totoka 3710" userId="fbb77386e644ec64" providerId="LiveId" clId="{99908158-1523-4D89-8225-504124C78188}" dt="2025-09-17T01:24:24.488" v="14584" actId="403"/>
          <ac:spMkLst>
            <pc:docMk/>
            <pc:sldMk cId="3746611674" sldId="281"/>
            <ac:spMk id="33" creationId="{F4853D4F-F4E8-FE53-E740-B6EABDFCDD4E}"/>
          </ac:spMkLst>
        </pc:spChg>
        <pc:spChg chg="add mod ord">
          <ac:chgData name="totoka 3710" userId="fbb77386e644ec64" providerId="LiveId" clId="{99908158-1523-4D89-8225-504124C78188}" dt="2025-09-16T15:06:19.988" v="9254"/>
          <ac:spMkLst>
            <pc:docMk/>
            <pc:sldMk cId="3746611674" sldId="281"/>
            <ac:spMk id="35" creationId="{79D05F54-AE5B-4859-D070-C93FECB27A7D}"/>
          </ac:spMkLst>
        </pc:spChg>
        <pc:spChg chg="mod">
          <ac:chgData name="totoka 3710" userId="fbb77386e644ec64" providerId="LiveId" clId="{99908158-1523-4D89-8225-504124C78188}" dt="2025-09-17T01:24:28.870" v="14591" actId="403"/>
          <ac:spMkLst>
            <pc:docMk/>
            <pc:sldMk cId="3746611674" sldId="281"/>
            <ac:spMk id="36" creationId="{695A9E58-6FBB-0412-04A6-D221DEAC8FA6}"/>
          </ac:spMkLst>
        </pc:spChg>
        <pc:spChg chg="add mod ord">
          <ac:chgData name="totoka 3710" userId="fbb77386e644ec64" providerId="LiveId" clId="{99908158-1523-4D89-8225-504124C78188}" dt="2025-09-16T15:06:19.988" v="9254"/>
          <ac:spMkLst>
            <pc:docMk/>
            <pc:sldMk cId="3746611674" sldId="281"/>
            <ac:spMk id="37" creationId="{BC43C930-506C-6551-20A0-4E5AC8FD7CEB}"/>
          </ac:spMkLst>
        </pc:spChg>
        <pc:spChg chg="add mod ord">
          <ac:chgData name="totoka 3710" userId="fbb77386e644ec64" providerId="LiveId" clId="{99908158-1523-4D89-8225-504124C78188}" dt="2025-09-16T15:06:19.988" v="9254"/>
          <ac:spMkLst>
            <pc:docMk/>
            <pc:sldMk cId="3746611674" sldId="281"/>
            <ac:spMk id="38" creationId="{C75BAF31-C3E4-EB81-5609-3C705B579B94}"/>
          </ac:spMkLst>
        </pc:spChg>
        <pc:spChg chg="mod">
          <ac:chgData name="totoka 3710" userId="fbb77386e644ec64" providerId="LiveId" clId="{99908158-1523-4D89-8225-504124C78188}" dt="2025-09-17T01:24:34.970" v="14598" actId="403"/>
          <ac:spMkLst>
            <pc:docMk/>
            <pc:sldMk cId="3746611674" sldId="281"/>
            <ac:spMk id="39" creationId="{53D7D8A2-D2ED-F2CC-F96F-CB5E058D7A37}"/>
          </ac:spMkLst>
        </pc:spChg>
        <pc:spChg chg="mod">
          <ac:chgData name="totoka 3710" userId="fbb77386e644ec64" providerId="LiveId" clId="{99908158-1523-4D89-8225-504124C78188}" dt="2025-09-17T01:24:42.868" v="14605" actId="403"/>
          <ac:spMkLst>
            <pc:docMk/>
            <pc:sldMk cId="3746611674" sldId="281"/>
            <ac:spMk id="41" creationId="{529D3747-E8F4-442B-2860-CA14B2958474}"/>
          </ac:spMkLst>
        </pc:spChg>
        <pc:spChg chg="mod">
          <ac:chgData name="totoka 3710" userId="fbb77386e644ec64" providerId="LiveId" clId="{99908158-1523-4D89-8225-504124C78188}" dt="2025-09-17T01:24:47.232" v="14612" actId="403"/>
          <ac:spMkLst>
            <pc:docMk/>
            <pc:sldMk cId="3746611674" sldId="281"/>
            <ac:spMk id="43" creationId="{7DBD5B79-BF2D-173C-B5A3-50AE62FCB537}"/>
          </ac:spMkLst>
        </pc:spChg>
        <pc:spChg chg="add mod">
          <ac:chgData name="totoka 3710" userId="fbb77386e644ec64" providerId="LiveId" clId="{99908158-1523-4D89-8225-504124C78188}" dt="2025-09-16T15:06:16.640" v="9245"/>
          <ac:spMkLst>
            <pc:docMk/>
            <pc:sldMk cId="3746611674" sldId="281"/>
            <ac:spMk id="45" creationId="{C30A35DA-6C20-F09C-7B79-78A8DA8C565E}"/>
          </ac:spMkLst>
        </pc:spChg>
        <pc:spChg chg="mod">
          <ac:chgData name="totoka 3710" userId="fbb77386e644ec64" providerId="LiveId" clId="{99908158-1523-4D89-8225-504124C78188}" dt="2025-09-17T01:24:54.872" v="14619" actId="403"/>
          <ac:spMkLst>
            <pc:docMk/>
            <pc:sldMk cId="3746611674" sldId="281"/>
            <ac:spMk id="46" creationId="{CEA63BC0-3915-A13F-9A04-96A1F7EC4C60}"/>
          </ac:spMkLst>
        </pc:spChg>
        <pc:spChg chg="add mod ord">
          <ac:chgData name="totoka 3710" userId="fbb77386e644ec64" providerId="LiveId" clId="{99908158-1523-4D89-8225-504124C78188}" dt="2025-09-16T15:06:19.988" v="9254"/>
          <ac:spMkLst>
            <pc:docMk/>
            <pc:sldMk cId="3746611674" sldId="281"/>
            <ac:spMk id="47" creationId="{727D5C0F-AF1A-EF8D-FC89-062074B629DD}"/>
          </ac:spMkLst>
        </pc:spChg>
        <pc:spChg chg="ord">
          <ac:chgData name="totoka 3710" userId="fbb77386e644ec64" providerId="LiveId" clId="{99908158-1523-4D89-8225-504124C78188}" dt="2025-09-16T15:06:19.988" v="9254"/>
          <ac:spMkLst>
            <pc:docMk/>
            <pc:sldMk cId="3746611674" sldId="281"/>
            <ac:spMk id="48" creationId="{C406E06C-C641-DA6E-0B17-5E3D5EB4F203}"/>
          </ac:spMkLst>
        </pc:spChg>
        <pc:spChg chg="mod">
          <ac:chgData name="totoka 3710" userId="fbb77386e644ec64" providerId="LiveId" clId="{99908158-1523-4D89-8225-504124C78188}" dt="2025-09-17T01:25:02.070" v="14626" actId="403"/>
          <ac:spMkLst>
            <pc:docMk/>
            <pc:sldMk cId="3746611674" sldId="281"/>
            <ac:spMk id="49" creationId="{4464B798-CB02-182F-FBF1-B0D98B29E5A3}"/>
          </ac:spMkLst>
        </pc:spChg>
        <pc:spChg chg="mod">
          <ac:chgData name="totoka 3710" userId="fbb77386e644ec64" providerId="LiveId" clId="{99908158-1523-4D89-8225-504124C78188}" dt="2025-09-17T01:25:07.936" v="14633" actId="403"/>
          <ac:spMkLst>
            <pc:docMk/>
            <pc:sldMk cId="3746611674" sldId="281"/>
            <ac:spMk id="51" creationId="{AB09993E-F7A4-5553-C101-19227CA21CCA}"/>
          </ac:spMkLst>
        </pc:spChg>
        <pc:spChg chg="add mod ord">
          <ac:chgData name="totoka 3710" userId="fbb77386e644ec64" providerId="LiveId" clId="{99908158-1523-4D89-8225-504124C78188}" dt="2025-09-16T15:06:19.988" v="9254"/>
          <ac:spMkLst>
            <pc:docMk/>
            <pc:sldMk cId="3746611674" sldId="281"/>
            <ac:spMk id="55" creationId="{CAFD7306-7972-2303-51C3-13D749AD7D83}"/>
          </ac:spMkLst>
        </pc:spChg>
        <pc:spChg chg="add mod">
          <ac:chgData name="totoka 3710" userId="fbb77386e644ec64" providerId="LiveId" clId="{99908158-1523-4D89-8225-504124C78188}" dt="2025-09-16T15:47:32.986" v="10118" actId="1038"/>
          <ac:spMkLst>
            <pc:docMk/>
            <pc:sldMk cId="3746611674" sldId="281"/>
            <ac:spMk id="57" creationId="{A47752E4-A327-08BD-7D0B-1A4FF347E5BC}"/>
          </ac:spMkLst>
        </pc:spChg>
      </pc:sldChg>
      <pc:sldChg chg="addSp delSp modSp add mod ord modTransition modNotesTx">
        <pc:chgData name="totoka 3710" userId="fbb77386e644ec64" providerId="LiveId" clId="{99908158-1523-4D89-8225-504124C78188}" dt="2025-09-26T05:03:30.490" v="32390"/>
        <pc:sldMkLst>
          <pc:docMk/>
          <pc:sldMk cId="385445446" sldId="282"/>
        </pc:sldMkLst>
        <pc:spChg chg="add mod ord">
          <ac:chgData name="totoka 3710" userId="fbb77386e644ec64" providerId="LiveId" clId="{99908158-1523-4D89-8225-504124C78188}" dt="2025-09-16T23:36:11.407" v="10966"/>
          <ac:spMkLst>
            <pc:docMk/>
            <pc:sldMk cId="385445446" sldId="282"/>
            <ac:spMk id="3" creationId="{B8332CBA-A42F-8DB2-B84A-49C0545E069F}"/>
          </ac:spMkLst>
        </pc:spChg>
        <pc:spChg chg="add mod">
          <ac:chgData name="totoka 3710" userId="fbb77386e644ec64" providerId="LiveId" clId="{99908158-1523-4D89-8225-504124C78188}" dt="2025-09-17T01:42:43.878" v="15506"/>
          <ac:spMkLst>
            <pc:docMk/>
            <pc:sldMk cId="385445446" sldId="282"/>
            <ac:spMk id="4" creationId="{48646B8F-476A-D150-CFBF-1BE6F81E61D6}"/>
          </ac:spMkLst>
        </pc:spChg>
        <pc:spChg chg="add mod">
          <ac:chgData name="totoka 3710" userId="fbb77386e644ec64" providerId="LiveId" clId="{99908158-1523-4D89-8225-504124C78188}" dt="2025-09-16T11:16:30.551" v="6545"/>
          <ac:spMkLst>
            <pc:docMk/>
            <pc:sldMk cId="385445446" sldId="282"/>
            <ac:spMk id="7" creationId="{94C5DE44-5A71-A8D0-59FD-69F360B77AB9}"/>
          </ac:spMkLst>
        </pc:spChg>
        <pc:spChg chg="add mod">
          <ac:chgData name="totoka 3710" userId="fbb77386e644ec64" providerId="LiveId" clId="{99908158-1523-4D89-8225-504124C78188}" dt="2025-09-16T11:16:30.551" v="6545"/>
          <ac:spMkLst>
            <pc:docMk/>
            <pc:sldMk cId="385445446" sldId="282"/>
            <ac:spMk id="8" creationId="{8E632B17-E9BA-78A1-B010-62D6FB5D2740}"/>
          </ac:spMkLst>
        </pc:spChg>
        <pc:spChg chg="add mod">
          <ac:chgData name="totoka 3710" userId="fbb77386e644ec64" providerId="LiveId" clId="{99908158-1523-4D89-8225-504124C78188}" dt="2025-09-13T15:55:01.417" v="5735"/>
          <ac:spMkLst>
            <pc:docMk/>
            <pc:sldMk cId="385445446" sldId="282"/>
            <ac:spMk id="9" creationId="{9B0B4341-D247-33B9-865C-2F2624800E0A}"/>
          </ac:spMkLst>
        </pc:spChg>
        <pc:spChg chg="add mod">
          <ac:chgData name="totoka 3710" userId="fbb77386e644ec64" providerId="LiveId" clId="{99908158-1523-4D89-8225-504124C78188}" dt="2025-09-16T11:18:22.749" v="6597"/>
          <ac:spMkLst>
            <pc:docMk/>
            <pc:sldMk cId="385445446" sldId="282"/>
            <ac:spMk id="13" creationId="{A2466CF6-3F69-C7CD-F0A8-F6AD9481E3DE}"/>
          </ac:spMkLst>
        </pc:spChg>
        <pc:spChg chg="add mod ord">
          <ac:chgData name="totoka 3710" userId="fbb77386e644ec64" providerId="LiveId" clId="{99908158-1523-4D89-8225-504124C78188}" dt="2025-09-16T15:09:33.999" v="9368"/>
          <ac:spMkLst>
            <pc:docMk/>
            <pc:sldMk cId="385445446" sldId="282"/>
            <ac:spMk id="14" creationId="{2F23E489-1DF0-3CF2-3289-D5DAF89E1A89}"/>
          </ac:spMkLst>
        </pc:spChg>
        <pc:spChg chg="add mod ord">
          <ac:chgData name="totoka 3710" userId="fbb77386e644ec64" providerId="LiveId" clId="{99908158-1523-4D89-8225-504124C78188}" dt="2025-09-16T15:09:33.999" v="9368"/>
          <ac:spMkLst>
            <pc:docMk/>
            <pc:sldMk cId="385445446" sldId="282"/>
            <ac:spMk id="19" creationId="{55D5B780-229A-CC6D-0779-2C94B5352AA9}"/>
          </ac:spMkLst>
        </pc:spChg>
        <pc:spChg chg="mod">
          <ac:chgData name="totoka 3710" userId="fbb77386e644ec64" providerId="LiveId" clId="{99908158-1523-4D89-8225-504124C78188}" dt="2025-09-16T15:39:28.171" v="9794" actId="313"/>
          <ac:spMkLst>
            <pc:docMk/>
            <pc:sldMk cId="385445446" sldId="282"/>
            <ac:spMk id="20" creationId="{BB2C8CBA-648E-6093-51C5-2661D340536E}"/>
          </ac:spMkLst>
        </pc:spChg>
        <pc:spChg chg="add mod ord">
          <ac:chgData name="totoka 3710" userId="fbb77386e644ec64" providerId="LiveId" clId="{99908158-1523-4D89-8225-504124C78188}" dt="2025-09-16T15:09:33.999" v="9368"/>
          <ac:spMkLst>
            <pc:docMk/>
            <pc:sldMk cId="385445446" sldId="282"/>
            <ac:spMk id="22" creationId="{900EDF99-2531-81A0-89BB-94BD8F7CB225}"/>
          </ac:spMkLst>
        </pc:spChg>
        <pc:spChg chg="add mod">
          <ac:chgData name="totoka 3710" userId="fbb77386e644ec64" providerId="LiveId" clId="{99908158-1523-4D89-8225-504124C78188}" dt="2025-09-16T15:06:37.012" v="9256"/>
          <ac:spMkLst>
            <pc:docMk/>
            <pc:sldMk cId="385445446" sldId="282"/>
            <ac:spMk id="28" creationId="{DC95DC21-D0D4-8712-DFB3-23558E02D178}"/>
          </ac:spMkLst>
        </pc:spChg>
        <pc:spChg chg="add mod ord">
          <ac:chgData name="totoka 3710" userId="fbb77386e644ec64" providerId="LiveId" clId="{99908158-1523-4D89-8225-504124C78188}" dt="2025-09-16T15:09:33.999" v="9368"/>
          <ac:spMkLst>
            <pc:docMk/>
            <pc:sldMk cId="385445446" sldId="282"/>
            <ac:spMk id="31" creationId="{DA2D9D43-D263-A012-140C-D73005D7D816}"/>
          </ac:spMkLst>
        </pc:spChg>
        <pc:spChg chg="mod">
          <ac:chgData name="totoka 3710" userId="fbb77386e644ec64" providerId="LiveId" clId="{99908158-1523-4D89-8225-504124C78188}" dt="2025-09-17T01:25:27.140" v="14640" actId="403"/>
          <ac:spMkLst>
            <pc:docMk/>
            <pc:sldMk cId="385445446" sldId="282"/>
            <ac:spMk id="33" creationId="{57E9D1B9-34D6-B9D4-E3AB-A078242708ED}"/>
          </ac:spMkLst>
        </pc:spChg>
        <pc:spChg chg="add mod ord">
          <ac:chgData name="totoka 3710" userId="fbb77386e644ec64" providerId="LiveId" clId="{99908158-1523-4D89-8225-504124C78188}" dt="2025-09-17T01:25:32.940" v="14647" actId="403"/>
          <ac:spMkLst>
            <pc:docMk/>
            <pc:sldMk cId="385445446" sldId="282"/>
            <ac:spMk id="36" creationId="{8C86088E-D6BF-2994-ACFA-864A9E787035}"/>
          </ac:spMkLst>
        </pc:spChg>
        <pc:spChg chg="mod ord">
          <ac:chgData name="totoka 3710" userId="fbb77386e644ec64" providerId="LiveId" clId="{99908158-1523-4D89-8225-504124C78188}" dt="2025-09-17T01:25:37.036" v="14654" actId="403"/>
          <ac:spMkLst>
            <pc:docMk/>
            <pc:sldMk cId="385445446" sldId="282"/>
            <ac:spMk id="39" creationId="{E1583101-82B1-F571-DAD6-09040B0417F0}"/>
          </ac:spMkLst>
        </pc:spChg>
        <pc:spChg chg="add mod ord">
          <ac:chgData name="totoka 3710" userId="fbb77386e644ec64" providerId="LiveId" clId="{99908158-1523-4D89-8225-504124C78188}" dt="2025-09-17T01:25:45.304" v="14661" actId="403"/>
          <ac:spMkLst>
            <pc:docMk/>
            <pc:sldMk cId="385445446" sldId="282"/>
            <ac:spMk id="41" creationId="{40D3D32A-7277-E7D0-BE2A-B7CDC807089D}"/>
          </ac:spMkLst>
        </pc:spChg>
        <pc:spChg chg="mod">
          <ac:chgData name="totoka 3710" userId="fbb77386e644ec64" providerId="LiveId" clId="{99908158-1523-4D89-8225-504124C78188}" dt="2025-09-17T01:25:52.680" v="14668" actId="403"/>
          <ac:spMkLst>
            <pc:docMk/>
            <pc:sldMk cId="385445446" sldId="282"/>
            <ac:spMk id="43" creationId="{A2738A47-768A-17A8-EA7F-429C2DCA43B2}"/>
          </ac:spMkLst>
        </pc:spChg>
        <pc:spChg chg="mod">
          <ac:chgData name="totoka 3710" userId="fbb77386e644ec64" providerId="LiveId" clId="{99908158-1523-4D89-8225-504124C78188}" dt="2025-09-17T01:25:59.244" v="14677" actId="404"/>
          <ac:spMkLst>
            <pc:docMk/>
            <pc:sldMk cId="385445446" sldId="282"/>
            <ac:spMk id="46" creationId="{C7998FEB-8041-1644-C352-5D1E47FB9C8E}"/>
          </ac:spMkLst>
        </pc:spChg>
        <pc:spChg chg="add mod ord">
          <ac:chgData name="totoka 3710" userId="fbb77386e644ec64" providerId="LiveId" clId="{99908158-1523-4D89-8225-504124C78188}" dt="2025-09-17T01:26:05.296" v="14684" actId="403"/>
          <ac:spMkLst>
            <pc:docMk/>
            <pc:sldMk cId="385445446" sldId="282"/>
            <ac:spMk id="49" creationId="{95FF290A-FA70-9049-16E0-37B1FBB6342B}"/>
          </ac:spMkLst>
        </pc:spChg>
        <pc:spChg chg="add mod ord">
          <ac:chgData name="totoka 3710" userId="fbb77386e644ec64" providerId="LiveId" clId="{99908158-1523-4D89-8225-504124C78188}" dt="2025-09-16T15:09:33.999" v="9368"/>
          <ac:spMkLst>
            <pc:docMk/>
            <pc:sldMk cId="385445446" sldId="282"/>
            <ac:spMk id="50" creationId="{E45C2EB5-83BA-B050-0F06-B07563F4EF0D}"/>
          </ac:spMkLst>
        </pc:spChg>
        <pc:spChg chg="mod">
          <ac:chgData name="totoka 3710" userId="fbb77386e644ec64" providerId="LiveId" clId="{99908158-1523-4D89-8225-504124C78188}" dt="2025-09-17T01:26:11.715" v="14691" actId="403"/>
          <ac:spMkLst>
            <pc:docMk/>
            <pc:sldMk cId="385445446" sldId="282"/>
            <ac:spMk id="51" creationId="{9B8D1C4A-3B0A-E2F2-13BC-EB93527E5FFE}"/>
          </ac:spMkLst>
        </pc:spChg>
        <pc:spChg chg="add mod ord">
          <ac:chgData name="totoka 3710" userId="fbb77386e644ec64" providerId="LiveId" clId="{99908158-1523-4D89-8225-504124C78188}" dt="2025-09-16T15:09:33.999" v="9368"/>
          <ac:spMkLst>
            <pc:docMk/>
            <pc:sldMk cId="385445446" sldId="282"/>
            <ac:spMk id="52" creationId="{CBFED393-74FD-5C65-CF67-EF690B5DFBBD}"/>
          </ac:spMkLst>
        </pc:spChg>
        <pc:spChg chg="add mod">
          <ac:chgData name="totoka 3710" userId="fbb77386e644ec64" providerId="LiveId" clId="{99908158-1523-4D89-8225-504124C78188}" dt="2025-09-16T15:07:02.141" v="9262" actId="1038"/>
          <ac:spMkLst>
            <pc:docMk/>
            <pc:sldMk cId="385445446" sldId="282"/>
            <ac:spMk id="57" creationId="{FBD25F0A-E2AA-2FCA-5E68-553B9AEA2F8D}"/>
          </ac:spMkLst>
        </pc:spChg>
        <pc:spChg chg="add mod">
          <ac:chgData name="totoka 3710" userId="fbb77386e644ec64" providerId="LiveId" clId="{99908158-1523-4D89-8225-504124C78188}" dt="2025-09-16T15:47:43.964" v="10119"/>
          <ac:spMkLst>
            <pc:docMk/>
            <pc:sldMk cId="385445446" sldId="282"/>
            <ac:spMk id="100" creationId="{18E4B258-67E9-6D9C-650D-4ADB2FA2A491}"/>
          </ac:spMkLst>
        </pc:spChg>
      </pc:sldChg>
      <pc:sldChg chg="modSp add del mod modTransition">
        <pc:chgData name="totoka 3710" userId="fbb77386e644ec64" providerId="LiveId" clId="{99908158-1523-4D89-8225-504124C78188}" dt="2025-09-13T15:02:05.607" v="2346" actId="47"/>
        <pc:sldMkLst>
          <pc:docMk/>
          <pc:sldMk cId="221931946" sldId="283"/>
        </pc:sldMkLst>
      </pc:sldChg>
      <pc:sldChg chg="addSp delSp modSp add mod ord modTransition modNotesTx">
        <pc:chgData name="totoka 3710" userId="fbb77386e644ec64" providerId="LiveId" clId="{99908158-1523-4D89-8225-504124C78188}" dt="2025-09-26T15:45:58.311" v="38326"/>
        <pc:sldMkLst>
          <pc:docMk/>
          <pc:sldMk cId="2240035371" sldId="284"/>
        </pc:sldMkLst>
        <pc:spChg chg="add del mod">
          <ac:chgData name="totoka 3710" userId="fbb77386e644ec64" providerId="LiveId" clId="{99908158-1523-4D89-8225-504124C78188}" dt="2025-09-16T11:16:54.620" v="6578" actId="207"/>
          <ac:spMkLst>
            <pc:docMk/>
            <pc:sldMk cId="2240035371" sldId="284"/>
            <ac:spMk id="2" creationId="{D1727555-C6AD-55AF-C1A7-081DC1A62706}"/>
          </ac:spMkLst>
        </pc:spChg>
        <pc:spChg chg="add mod">
          <ac:chgData name="totoka 3710" userId="fbb77386e644ec64" providerId="LiveId" clId="{99908158-1523-4D89-8225-504124C78188}" dt="2025-09-16T11:16:59.704" v="6579" actId="207"/>
          <ac:spMkLst>
            <pc:docMk/>
            <pc:sldMk cId="2240035371" sldId="284"/>
            <ac:spMk id="3" creationId="{D0E0DCF5-4D81-9E08-031C-1C933839A12F}"/>
          </ac:spMkLst>
        </pc:spChg>
        <pc:spChg chg="add mod ord">
          <ac:chgData name="totoka 3710" userId="fbb77386e644ec64" providerId="LiveId" clId="{99908158-1523-4D89-8225-504124C78188}" dt="2025-09-16T23:36:35.887" v="10984"/>
          <ac:spMkLst>
            <pc:docMk/>
            <pc:sldMk cId="2240035371" sldId="284"/>
            <ac:spMk id="5" creationId="{F8CABE8A-24EE-02BC-D3C3-F8845D0ECBCE}"/>
          </ac:spMkLst>
        </pc:spChg>
        <pc:spChg chg="mod">
          <ac:chgData name="totoka 3710" userId="fbb77386e644ec64" providerId="LiveId" clId="{99908158-1523-4D89-8225-504124C78188}" dt="2025-09-16T15:07:24.930" v="9270" actId="20577"/>
          <ac:spMkLst>
            <pc:docMk/>
            <pc:sldMk cId="2240035371" sldId="284"/>
            <ac:spMk id="7" creationId="{B40D5E61-5016-6121-A0ED-FB6861A1F274}"/>
          </ac:spMkLst>
        </pc:spChg>
        <pc:spChg chg="add mod">
          <ac:chgData name="totoka 3710" userId="fbb77386e644ec64" providerId="LiveId" clId="{99908158-1523-4D89-8225-504124C78188}" dt="2025-09-16T11:16:35.087" v="6547"/>
          <ac:spMkLst>
            <pc:docMk/>
            <pc:sldMk cId="2240035371" sldId="284"/>
            <ac:spMk id="8" creationId="{912CCE8C-5A12-07A0-6B21-5B6AE372F451}"/>
          </ac:spMkLst>
        </pc:spChg>
        <pc:spChg chg="add mod">
          <ac:chgData name="totoka 3710" userId="fbb77386e644ec64" providerId="LiveId" clId="{99908158-1523-4D89-8225-504124C78188}" dt="2025-09-17T01:42:44.661" v="15507"/>
          <ac:spMkLst>
            <pc:docMk/>
            <pc:sldMk cId="2240035371" sldId="284"/>
            <ac:spMk id="9" creationId="{BAEB864F-A94E-4FCB-3889-2C952654AA6B}"/>
          </ac:spMkLst>
        </pc:spChg>
        <pc:spChg chg="add mod">
          <ac:chgData name="totoka 3710" userId="fbb77386e644ec64" providerId="LiveId" clId="{99908158-1523-4D89-8225-504124C78188}" dt="2025-09-13T15:55:05.165" v="5737"/>
          <ac:spMkLst>
            <pc:docMk/>
            <pc:sldMk cId="2240035371" sldId="284"/>
            <ac:spMk id="10" creationId="{F43FBD2F-0D9C-D616-9984-1AD7B142C6B7}"/>
          </ac:spMkLst>
        </pc:spChg>
        <pc:spChg chg="mod">
          <ac:chgData name="totoka 3710" userId="fbb77386e644ec64" providerId="LiveId" clId="{99908158-1523-4D89-8225-504124C78188}" dt="2025-09-16T15:07:28.326" v="9274"/>
          <ac:spMkLst>
            <pc:docMk/>
            <pc:sldMk cId="2240035371" sldId="284"/>
            <ac:spMk id="15" creationId="{125843D8-B676-62A4-6414-E27DD8DC4C1D}"/>
          </ac:spMkLst>
        </pc:spChg>
        <pc:spChg chg="add mod">
          <ac:chgData name="totoka 3710" userId="fbb77386e644ec64" providerId="LiveId" clId="{99908158-1523-4D89-8225-504124C78188}" dt="2025-09-16T15:47:46.440" v="10120"/>
          <ac:spMkLst>
            <pc:docMk/>
            <pc:sldMk cId="2240035371" sldId="284"/>
            <ac:spMk id="18" creationId="{A53E32BE-33C9-214E-9110-912313D5B091}"/>
          </ac:spMkLst>
        </pc:spChg>
        <pc:spChg chg="add mod">
          <ac:chgData name="totoka 3710" userId="fbb77386e644ec64" providerId="LiveId" clId="{99908158-1523-4D89-8225-504124C78188}" dt="2025-09-16T15:07:32.856" v="9278"/>
          <ac:spMkLst>
            <pc:docMk/>
            <pc:sldMk cId="2240035371" sldId="284"/>
            <ac:spMk id="58" creationId="{1DF5A4B0-E451-048D-2947-3372736482E9}"/>
          </ac:spMkLst>
        </pc:spChg>
        <pc:spChg chg="add mod">
          <ac:chgData name="totoka 3710" userId="fbb77386e644ec64" providerId="LiveId" clId="{99908158-1523-4D89-8225-504124C78188}" dt="2025-09-13T15:59:51.826" v="5959"/>
          <ac:spMkLst>
            <pc:docMk/>
            <pc:sldMk cId="2240035371" sldId="284"/>
            <ac:spMk id="59" creationId="{1F23BBDB-DEBA-3648-5E75-4531677D26BE}"/>
          </ac:spMkLst>
        </pc:spChg>
      </pc:sldChg>
      <pc:sldChg chg="addSp delSp modSp add mod ord modTransition modNotesTx">
        <pc:chgData name="totoka 3710" userId="fbb77386e644ec64" providerId="LiveId" clId="{99908158-1523-4D89-8225-504124C78188}" dt="2025-09-26T05:03:30.490" v="32390"/>
        <pc:sldMkLst>
          <pc:docMk/>
          <pc:sldMk cId="725247514" sldId="285"/>
        </pc:sldMkLst>
        <pc:spChg chg="add mod">
          <ac:chgData name="totoka 3710" userId="fbb77386e644ec64" providerId="LiveId" clId="{99908158-1523-4D89-8225-504124C78188}" dt="2025-09-16T11:17:12.277" v="6581"/>
          <ac:spMkLst>
            <pc:docMk/>
            <pc:sldMk cId="725247514" sldId="285"/>
            <ac:spMk id="3" creationId="{E0A45922-BABC-F0AE-0564-B557EF1EF547}"/>
          </ac:spMkLst>
        </pc:spChg>
        <pc:spChg chg="mod">
          <ac:chgData name="totoka 3710" userId="fbb77386e644ec64" providerId="LiveId" clId="{99908158-1523-4D89-8225-504124C78188}" dt="2025-09-13T14:36:32.552" v="1705" actId="1076"/>
          <ac:spMkLst>
            <pc:docMk/>
            <pc:sldMk cId="725247514" sldId="285"/>
            <ac:spMk id="4" creationId="{92067794-31A6-F5F9-35D7-B30009BC7036}"/>
          </ac:spMkLst>
        </pc:spChg>
        <pc:spChg chg="add mod">
          <ac:chgData name="totoka 3710" userId="fbb77386e644ec64" providerId="LiveId" clId="{99908158-1523-4D89-8225-504124C78188}" dt="2025-09-16T11:17:12.277" v="6581"/>
          <ac:spMkLst>
            <pc:docMk/>
            <pc:sldMk cId="725247514" sldId="285"/>
            <ac:spMk id="5" creationId="{10916803-8C00-F934-EDDD-1044BFC2720C}"/>
          </ac:spMkLst>
        </pc:spChg>
        <pc:spChg chg="mod">
          <ac:chgData name="totoka 3710" userId="fbb77386e644ec64" providerId="LiveId" clId="{99908158-1523-4D89-8225-504124C78188}" dt="2025-09-16T15:07:39.412" v="9282"/>
          <ac:spMkLst>
            <pc:docMk/>
            <pc:sldMk cId="725247514" sldId="285"/>
            <ac:spMk id="7" creationId="{75713B7F-E84A-B49C-5BE8-4B28C5298A97}"/>
          </ac:spMkLst>
        </pc:spChg>
        <pc:spChg chg="add mod">
          <ac:chgData name="totoka 3710" userId="fbb77386e644ec64" providerId="LiveId" clId="{99908158-1523-4D89-8225-504124C78188}" dt="2025-09-16T11:18:23.699" v="6598"/>
          <ac:spMkLst>
            <pc:docMk/>
            <pc:sldMk cId="725247514" sldId="285"/>
            <ac:spMk id="8" creationId="{EB4B8D69-9531-6D88-4E56-18EB3E5D17E1}"/>
          </ac:spMkLst>
        </pc:spChg>
        <pc:spChg chg="add mod ord">
          <ac:chgData name="totoka 3710" userId="fbb77386e644ec64" providerId="LiveId" clId="{99908158-1523-4D89-8225-504124C78188}" dt="2025-09-16T23:36:50.956" v="11003"/>
          <ac:spMkLst>
            <pc:docMk/>
            <pc:sldMk cId="725247514" sldId="285"/>
            <ac:spMk id="9" creationId="{B15AAC9B-BFB7-24A2-A0E8-3C92E03CE398}"/>
          </ac:spMkLst>
        </pc:spChg>
        <pc:spChg chg="add mod">
          <ac:chgData name="totoka 3710" userId="fbb77386e644ec64" providerId="LiveId" clId="{99908158-1523-4D89-8225-504124C78188}" dt="2025-09-17T01:42:46.087" v="15508"/>
          <ac:spMkLst>
            <pc:docMk/>
            <pc:sldMk cId="725247514" sldId="285"/>
            <ac:spMk id="10" creationId="{C42A5293-5B67-3594-669D-9894A2D4893C}"/>
          </ac:spMkLst>
        </pc:spChg>
        <pc:spChg chg="mod">
          <ac:chgData name="totoka 3710" userId="fbb77386e644ec64" providerId="LiveId" clId="{99908158-1523-4D89-8225-504124C78188}" dt="2025-09-16T15:07:42.140" v="9286"/>
          <ac:spMkLst>
            <pc:docMk/>
            <pc:sldMk cId="725247514" sldId="285"/>
            <ac:spMk id="15" creationId="{69155158-FAAD-4453-0312-473A382F94A9}"/>
          </ac:spMkLst>
        </pc:spChg>
        <pc:spChg chg="add mod">
          <ac:chgData name="totoka 3710" userId="fbb77386e644ec64" providerId="LiveId" clId="{99908158-1523-4D89-8225-504124C78188}" dt="2025-09-13T15:55:09.719" v="5739"/>
          <ac:spMkLst>
            <pc:docMk/>
            <pc:sldMk cId="725247514" sldId="285"/>
            <ac:spMk id="18" creationId="{1636CCA1-0557-BC6F-A900-A0856F2EF4B9}"/>
          </ac:spMkLst>
        </pc:spChg>
        <pc:spChg chg="add mod">
          <ac:chgData name="totoka 3710" userId="fbb77386e644ec64" providerId="LiveId" clId="{99908158-1523-4D89-8225-504124C78188}" dt="2025-09-16T15:07:44.699" v="9290"/>
          <ac:spMkLst>
            <pc:docMk/>
            <pc:sldMk cId="725247514" sldId="285"/>
            <ac:spMk id="19" creationId="{B60A68EB-5308-8A9C-FC25-F85F4658F4D9}"/>
          </ac:spMkLst>
        </pc:spChg>
        <pc:spChg chg="add mod">
          <ac:chgData name="totoka 3710" userId="fbb77386e644ec64" providerId="LiveId" clId="{99908158-1523-4D89-8225-504124C78188}" dt="2025-09-13T15:59:52.861" v="5962"/>
          <ac:spMkLst>
            <pc:docMk/>
            <pc:sldMk cId="725247514" sldId="285"/>
            <ac:spMk id="20" creationId="{91EC01F6-0400-9E1B-2183-7B4D84B9FA75}"/>
          </ac:spMkLst>
        </pc:spChg>
        <pc:spChg chg="add mod">
          <ac:chgData name="totoka 3710" userId="fbb77386e644ec64" providerId="LiveId" clId="{99908158-1523-4D89-8225-504124C78188}" dt="2025-09-16T15:47:58.106" v="10157" actId="20577"/>
          <ac:spMkLst>
            <pc:docMk/>
            <pc:sldMk cId="725247514" sldId="285"/>
            <ac:spMk id="21" creationId="{DABDCD1B-0219-1C1E-3835-17A8D7E51D26}"/>
          </ac:spMkLst>
        </pc:spChg>
      </pc:sldChg>
      <pc:sldChg chg="addSp delSp modSp add mod ord modTransition modNotesTx">
        <pc:chgData name="totoka 3710" userId="fbb77386e644ec64" providerId="LiveId" clId="{99908158-1523-4D89-8225-504124C78188}" dt="2025-09-26T05:03:30.490" v="32390"/>
        <pc:sldMkLst>
          <pc:docMk/>
          <pc:sldMk cId="2853661258" sldId="286"/>
        </pc:sldMkLst>
        <pc:spChg chg="add mod">
          <ac:chgData name="totoka 3710" userId="fbb77386e644ec64" providerId="LiveId" clId="{99908158-1523-4D89-8225-504124C78188}" dt="2025-09-16T11:17:17.476" v="6583"/>
          <ac:spMkLst>
            <pc:docMk/>
            <pc:sldMk cId="2853661258" sldId="286"/>
            <ac:spMk id="3" creationId="{46F9C5C2-4015-284A-A227-59A4A96A10B2}"/>
          </ac:spMkLst>
        </pc:spChg>
        <pc:spChg chg="mod">
          <ac:chgData name="totoka 3710" userId="fbb77386e644ec64" providerId="LiveId" clId="{99908158-1523-4D89-8225-504124C78188}" dt="2025-09-13T15:01:10.416" v="2342" actId="14100"/>
          <ac:spMkLst>
            <pc:docMk/>
            <pc:sldMk cId="2853661258" sldId="286"/>
            <ac:spMk id="4" creationId="{53CA43D3-7AF9-FBE8-8E53-C5E619B4F1C7}"/>
          </ac:spMkLst>
        </pc:spChg>
        <pc:spChg chg="add mod">
          <ac:chgData name="totoka 3710" userId="fbb77386e644ec64" providerId="LiveId" clId="{99908158-1523-4D89-8225-504124C78188}" dt="2025-09-16T11:17:17.476" v="6583"/>
          <ac:spMkLst>
            <pc:docMk/>
            <pc:sldMk cId="2853661258" sldId="286"/>
            <ac:spMk id="5" creationId="{A509671A-8A61-E34E-02EA-67295D987453}"/>
          </ac:spMkLst>
        </pc:spChg>
        <pc:spChg chg="mod">
          <ac:chgData name="totoka 3710" userId="fbb77386e644ec64" providerId="LiveId" clId="{99908158-1523-4D89-8225-504124C78188}" dt="2025-09-16T15:07:52.743" v="9296"/>
          <ac:spMkLst>
            <pc:docMk/>
            <pc:sldMk cId="2853661258" sldId="286"/>
            <ac:spMk id="7" creationId="{4CCF7221-9F7D-3F3B-4396-E587D21D1EB5}"/>
          </ac:spMkLst>
        </pc:spChg>
        <pc:spChg chg="add mod">
          <ac:chgData name="totoka 3710" userId="fbb77386e644ec64" providerId="LiveId" clId="{99908158-1523-4D89-8225-504124C78188}" dt="2025-09-16T11:18:24.755" v="6599"/>
          <ac:spMkLst>
            <pc:docMk/>
            <pc:sldMk cId="2853661258" sldId="286"/>
            <ac:spMk id="8" creationId="{56201A21-0353-7364-1777-44D265B2B843}"/>
          </ac:spMkLst>
        </pc:spChg>
        <pc:spChg chg="add mod ord">
          <ac:chgData name="totoka 3710" userId="fbb77386e644ec64" providerId="LiveId" clId="{99908158-1523-4D89-8225-504124C78188}" dt="2025-09-16T23:37:06.635" v="11022"/>
          <ac:spMkLst>
            <pc:docMk/>
            <pc:sldMk cId="2853661258" sldId="286"/>
            <ac:spMk id="9" creationId="{27F9C73A-D81A-B2E3-698B-3A1644DF81EC}"/>
          </ac:spMkLst>
        </pc:spChg>
        <pc:spChg chg="add mod">
          <ac:chgData name="totoka 3710" userId="fbb77386e644ec64" providerId="LiveId" clId="{99908158-1523-4D89-8225-504124C78188}" dt="2025-09-16T15:08:00.232" v="9304"/>
          <ac:spMkLst>
            <pc:docMk/>
            <pc:sldMk cId="2853661258" sldId="286"/>
            <ac:spMk id="10" creationId="{DA600CDD-44FA-B965-275C-C5DBECF37628}"/>
          </ac:spMkLst>
        </pc:spChg>
        <pc:spChg chg="mod modVis">
          <ac:chgData name="totoka 3710" userId="fbb77386e644ec64" providerId="LiveId" clId="{99908158-1523-4D89-8225-504124C78188}" dt="2025-09-13T15:59:56.029" v="5963" actId="14429"/>
          <ac:spMkLst>
            <pc:docMk/>
            <pc:sldMk cId="2853661258" sldId="286"/>
            <ac:spMk id="11" creationId="{F4FF43A8-1574-D027-1149-03EFD267433F}"/>
          </ac:spMkLst>
        </pc:spChg>
        <pc:spChg chg="mod">
          <ac:chgData name="totoka 3710" userId="fbb77386e644ec64" providerId="LiveId" clId="{99908158-1523-4D89-8225-504124C78188}" dt="2025-09-16T15:07:56.667" v="9300"/>
          <ac:spMkLst>
            <pc:docMk/>
            <pc:sldMk cId="2853661258" sldId="286"/>
            <ac:spMk id="15" creationId="{329F7115-CA7F-A565-53BF-460645713902}"/>
          </ac:spMkLst>
        </pc:spChg>
        <pc:spChg chg="add mod">
          <ac:chgData name="totoka 3710" userId="fbb77386e644ec64" providerId="LiveId" clId="{99908158-1523-4D89-8225-504124C78188}" dt="2025-09-13T14:56:05.919" v="2298" actId="1076"/>
          <ac:spMkLst>
            <pc:docMk/>
            <pc:sldMk cId="2853661258" sldId="286"/>
            <ac:spMk id="18" creationId="{CAA3F0A8-B4F8-E90B-1DA1-7E6154AF1718}"/>
          </ac:spMkLst>
        </pc:spChg>
        <pc:spChg chg="add mod">
          <ac:chgData name="totoka 3710" userId="fbb77386e644ec64" providerId="LiveId" clId="{99908158-1523-4D89-8225-504124C78188}" dt="2025-09-17T01:42:47.251" v="15509"/>
          <ac:spMkLst>
            <pc:docMk/>
            <pc:sldMk cId="2853661258" sldId="286"/>
            <ac:spMk id="19" creationId="{9465B23A-41C0-3357-4223-98C8DB3E9EB4}"/>
          </ac:spMkLst>
        </pc:spChg>
        <pc:spChg chg="add mod">
          <ac:chgData name="totoka 3710" userId="fbb77386e644ec64" providerId="LiveId" clId="{99908158-1523-4D89-8225-504124C78188}" dt="2025-09-13T15:55:13.781" v="5741"/>
          <ac:spMkLst>
            <pc:docMk/>
            <pc:sldMk cId="2853661258" sldId="286"/>
            <ac:spMk id="20" creationId="{5A165BAE-E0F6-CFBA-50E3-D38B9D569632}"/>
          </ac:spMkLst>
        </pc:spChg>
        <pc:spChg chg="add mod">
          <ac:chgData name="totoka 3710" userId="fbb77386e644ec64" providerId="LiveId" clId="{99908158-1523-4D89-8225-504124C78188}" dt="2025-09-16T15:48:05.065" v="10158"/>
          <ac:spMkLst>
            <pc:docMk/>
            <pc:sldMk cId="2853661258" sldId="286"/>
            <ac:spMk id="21" creationId="{D7F2B166-E95A-E482-3579-E2BF4F7F7046}"/>
          </ac:spMkLst>
        </pc:spChg>
      </pc:sldChg>
      <pc:sldChg chg="add del">
        <pc:chgData name="totoka 3710" userId="fbb77386e644ec64" providerId="LiveId" clId="{99908158-1523-4D89-8225-504124C78188}" dt="2025-09-13T14:36:46.040" v="1710" actId="2890"/>
        <pc:sldMkLst>
          <pc:docMk/>
          <pc:sldMk cId="637133800" sldId="287"/>
        </pc:sldMkLst>
      </pc:sldChg>
      <pc:sldChg chg="addSp delSp modSp add mod ord modTransition modNotesTx">
        <pc:chgData name="totoka 3710" userId="fbb77386e644ec64" providerId="LiveId" clId="{99908158-1523-4D89-8225-504124C78188}" dt="2025-09-26T05:03:30.490" v="32390"/>
        <pc:sldMkLst>
          <pc:docMk/>
          <pc:sldMk cId="968479456" sldId="287"/>
        </pc:sldMkLst>
        <pc:spChg chg="add del">
          <ac:chgData name="totoka 3710" userId="fbb77386e644ec64" providerId="LiveId" clId="{99908158-1523-4D89-8225-504124C78188}" dt="2025-09-13T14:45:41.167" v="1932" actId="478"/>
          <ac:spMkLst>
            <pc:docMk/>
            <pc:sldMk cId="968479456" sldId="287"/>
            <ac:spMk id="2" creationId="{FF7F4D68-A91E-AEF8-7E32-2BE700D2727A}"/>
          </ac:spMkLst>
        </pc:spChg>
        <pc:spChg chg="add mod">
          <ac:chgData name="totoka 3710" userId="fbb77386e644ec64" providerId="LiveId" clId="{99908158-1523-4D89-8225-504124C78188}" dt="2025-09-16T11:17:22.574" v="6585"/>
          <ac:spMkLst>
            <pc:docMk/>
            <pc:sldMk cId="968479456" sldId="287"/>
            <ac:spMk id="3" creationId="{D6DA5608-8A11-69B8-9773-6C80E3ACE283}"/>
          </ac:spMkLst>
        </pc:spChg>
        <pc:spChg chg="ord">
          <ac:chgData name="totoka 3710" userId="fbb77386e644ec64" providerId="LiveId" clId="{99908158-1523-4D89-8225-504124C78188}" dt="2025-09-13T14:50:13.675" v="2211"/>
          <ac:spMkLst>
            <pc:docMk/>
            <pc:sldMk cId="968479456" sldId="287"/>
            <ac:spMk id="4" creationId="{1A5EBE70-C61D-DE48-A1F2-C4042BBCAF17}"/>
          </ac:spMkLst>
        </pc:spChg>
        <pc:spChg chg="add mod ord">
          <ac:chgData name="totoka 3710" userId="fbb77386e644ec64" providerId="LiveId" clId="{99908158-1523-4D89-8225-504124C78188}" dt="2025-09-16T23:37:29.230" v="11040"/>
          <ac:spMkLst>
            <pc:docMk/>
            <pc:sldMk cId="968479456" sldId="287"/>
            <ac:spMk id="5" creationId="{A8675477-FCA2-106C-0566-4A7E57816DFF}"/>
          </ac:spMkLst>
        </pc:spChg>
        <pc:spChg chg="mod">
          <ac:chgData name="totoka 3710" userId="fbb77386e644ec64" providerId="LiveId" clId="{99908158-1523-4D89-8225-504124C78188}" dt="2025-09-13T14:37:30.945" v="1802" actId="20577"/>
          <ac:spMkLst>
            <pc:docMk/>
            <pc:sldMk cId="968479456" sldId="287"/>
            <ac:spMk id="6" creationId="{189FE3FA-0D28-960E-4038-5866188BD8DD}"/>
          </ac:spMkLst>
        </pc:spChg>
        <pc:spChg chg="mod">
          <ac:chgData name="totoka 3710" userId="fbb77386e644ec64" providerId="LiveId" clId="{99908158-1523-4D89-8225-504124C78188}" dt="2025-09-16T15:08:08.413" v="9308"/>
          <ac:spMkLst>
            <pc:docMk/>
            <pc:sldMk cId="968479456" sldId="287"/>
            <ac:spMk id="7" creationId="{B074E35D-C4B4-B8F9-E46A-A84201D01EF5}"/>
          </ac:spMkLst>
        </pc:spChg>
        <pc:spChg chg="add mod">
          <ac:chgData name="totoka 3710" userId="fbb77386e644ec64" providerId="LiveId" clId="{99908158-1523-4D89-8225-504124C78188}" dt="2025-09-17T01:42:48.432" v="15510"/>
          <ac:spMkLst>
            <pc:docMk/>
            <pc:sldMk cId="968479456" sldId="287"/>
            <ac:spMk id="8" creationId="{1A2BB763-016C-00C7-C51C-EDC69C061B50}"/>
          </ac:spMkLst>
        </pc:spChg>
        <pc:spChg chg="add mod ord">
          <ac:chgData name="totoka 3710" userId="fbb77386e644ec64" providerId="LiveId" clId="{99908158-1523-4D89-8225-504124C78188}" dt="2025-09-13T14:42:38.386" v="1900" actId="1038"/>
          <ac:spMkLst>
            <pc:docMk/>
            <pc:sldMk cId="968479456" sldId="287"/>
            <ac:spMk id="9" creationId="{271D84E9-50DC-24D4-0CB0-05C3D43E5E29}"/>
          </ac:spMkLst>
        </pc:spChg>
        <pc:spChg chg="add mod">
          <ac:chgData name="totoka 3710" userId="fbb77386e644ec64" providerId="LiveId" clId="{99908158-1523-4D89-8225-504124C78188}" dt="2025-09-13T14:42:17.647" v="1885" actId="1035"/>
          <ac:spMkLst>
            <pc:docMk/>
            <pc:sldMk cId="968479456" sldId="287"/>
            <ac:spMk id="10" creationId="{93E5A5CD-B45A-0CE7-C883-5AA4F0AC72A4}"/>
          </ac:spMkLst>
        </pc:spChg>
        <pc:spChg chg="mod modVis">
          <ac:chgData name="totoka 3710" userId="fbb77386e644ec64" providerId="LiveId" clId="{99908158-1523-4D89-8225-504124C78188}" dt="2025-09-13T14:56:19.484" v="2300" actId="14429"/>
          <ac:spMkLst>
            <pc:docMk/>
            <pc:sldMk cId="968479456" sldId="287"/>
            <ac:spMk id="11" creationId="{CA9273B3-E946-7318-323D-8E3C969438E0}"/>
          </ac:spMkLst>
        </pc:spChg>
        <pc:spChg chg="add mod">
          <ac:chgData name="totoka 3710" userId="fbb77386e644ec64" providerId="LiveId" clId="{99908158-1523-4D89-8225-504124C78188}" dt="2025-09-16T11:17:22.574" v="6585"/>
          <ac:spMkLst>
            <pc:docMk/>
            <pc:sldMk cId="968479456" sldId="287"/>
            <ac:spMk id="15" creationId="{DC092C9F-7B7C-E3AA-CA09-D0014678B179}"/>
          </ac:spMkLst>
        </pc:spChg>
        <pc:spChg chg="add mod">
          <ac:chgData name="totoka 3710" userId="fbb77386e644ec64" providerId="LiveId" clId="{99908158-1523-4D89-8225-504124C78188}" dt="2025-09-16T11:18:28.794" v="6601"/>
          <ac:spMkLst>
            <pc:docMk/>
            <pc:sldMk cId="968479456" sldId="287"/>
            <ac:spMk id="16" creationId="{87604F31-A5F5-E970-DF8C-9B9C0D6E6C1F}"/>
          </ac:spMkLst>
        </pc:spChg>
        <pc:spChg chg="add mod">
          <ac:chgData name="totoka 3710" userId="fbb77386e644ec64" providerId="LiveId" clId="{99908158-1523-4D89-8225-504124C78188}" dt="2025-09-16T15:10:35.119" v="9375"/>
          <ac:spMkLst>
            <pc:docMk/>
            <pc:sldMk cId="968479456" sldId="287"/>
            <ac:spMk id="17" creationId="{652564BD-D344-23AE-A03C-A61D2E92971A}"/>
          </ac:spMkLst>
        </pc:spChg>
        <pc:spChg chg="add mod">
          <ac:chgData name="totoka 3710" userId="fbb77386e644ec64" providerId="LiveId" clId="{99908158-1523-4D89-8225-504124C78188}" dt="2025-09-16T15:48:08.249" v="10159"/>
          <ac:spMkLst>
            <pc:docMk/>
            <pc:sldMk cId="968479456" sldId="287"/>
            <ac:spMk id="18" creationId="{9B7DFC8A-7267-F948-F78A-84A8D7113CA4}"/>
          </ac:spMkLst>
        </pc:spChg>
        <pc:spChg chg="add mod">
          <ac:chgData name="totoka 3710" userId="fbb77386e644ec64" providerId="LiveId" clId="{99908158-1523-4D89-8225-504124C78188}" dt="2025-09-16T15:08:13.724" v="9315"/>
          <ac:spMkLst>
            <pc:docMk/>
            <pc:sldMk cId="968479456" sldId="287"/>
            <ac:spMk id="21" creationId="{56857398-44DD-B8AD-D10A-27A670AC30F6}"/>
          </ac:spMkLst>
        </pc:spChg>
        <pc:spChg chg="add mod">
          <ac:chgData name="totoka 3710" userId="fbb77386e644ec64" providerId="LiveId" clId="{99908158-1523-4D89-8225-504124C78188}" dt="2025-09-13T14:46:50.586" v="1960" actId="20577"/>
          <ac:spMkLst>
            <pc:docMk/>
            <pc:sldMk cId="968479456" sldId="287"/>
            <ac:spMk id="22" creationId="{B9AA76B2-CAE8-FE75-3DAA-0EF3E3029350}"/>
          </ac:spMkLst>
        </pc:spChg>
      </pc:sldChg>
      <pc:sldChg chg="add del">
        <pc:chgData name="totoka 3710" userId="fbb77386e644ec64" providerId="LiveId" clId="{99908158-1523-4D89-8225-504124C78188}" dt="2025-09-13T14:56:47.720" v="2306" actId="47"/>
        <pc:sldMkLst>
          <pc:docMk/>
          <pc:sldMk cId="2031491030" sldId="288"/>
        </pc:sldMkLst>
      </pc:sldChg>
      <pc:sldChg chg="addSp delSp modSp add mod ord modTransition modNotesTx">
        <pc:chgData name="totoka 3710" userId="fbb77386e644ec64" providerId="LiveId" clId="{99908158-1523-4D89-8225-504124C78188}" dt="2025-09-28T13:37:54.309" v="38593" actId="1076"/>
        <pc:sldMkLst>
          <pc:docMk/>
          <pc:sldMk cId="1500137117" sldId="289"/>
        </pc:sldMkLst>
        <pc:spChg chg="add mod ord">
          <ac:chgData name="totoka 3710" userId="fbb77386e644ec64" providerId="LiveId" clId="{99908158-1523-4D89-8225-504124C78188}" dt="2025-09-16T23:37:42.450" v="11058"/>
          <ac:spMkLst>
            <pc:docMk/>
            <pc:sldMk cId="1500137117" sldId="289"/>
            <ac:spMk id="3" creationId="{5F5C7E6E-89B4-20A5-46D0-E84DCBFE2358}"/>
          </ac:spMkLst>
        </pc:spChg>
        <pc:spChg chg="mod">
          <ac:chgData name="totoka 3710" userId="fbb77386e644ec64" providerId="LiveId" clId="{99908158-1523-4D89-8225-504124C78188}" dt="2025-09-13T14:56:31.318" v="2303" actId="1076"/>
          <ac:spMkLst>
            <pc:docMk/>
            <pc:sldMk cId="1500137117" sldId="289"/>
            <ac:spMk id="4" creationId="{FB27A5C9-9E74-5F96-0EBA-5306F600EDA7}"/>
          </ac:spMkLst>
        </pc:spChg>
        <pc:spChg chg="add mod">
          <ac:chgData name="totoka 3710" userId="fbb77386e644ec64" providerId="LiveId" clId="{99908158-1523-4D89-8225-504124C78188}" dt="2025-09-16T11:17:34.465" v="6589"/>
          <ac:spMkLst>
            <pc:docMk/>
            <pc:sldMk cId="1500137117" sldId="289"/>
            <ac:spMk id="5" creationId="{EA0A6D3B-517B-172E-3E77-BD729F3ECB4A}"/>
          </ac:spMkLst>
        </pc:spChg>
        <pc:spChg chg="mod">
          <ac:chgData name="totoka 3710" userId="fbb77386e644ec64" providerId="LiveId" clId="{99908158-1523-4D89-8225-504124C78188}" dt="2025-09-28T13:37:42.341" v="38589" actId="20577"/>
          <ac:spMkLst>
            <pc:docMk/>
            <pc:sldMk cId="1500137117" sldId="289"/>
            <ac:spMk id="6" creationId="{CC0BF25B-A63F-04F3-2626-5124692615D4}"/>
          </ac:spMkLst>
        </pc:spChg>
        <pc:spChg chg="mod">
          <ac:chgData name="totoka 3710" userId="fbb77386e644ec64" providerId="LiveId" clId="{99908158-1523-4D89-8225-504124C78188}" dt="2025-09-16T15:08:42.058" v="9340"/>
          <ac:spMkLst>
            <pc:docMk/>
            <pc:sldMk cId="1500137117" sldId="289"/>
            <ac:spMk id="7" creationId="{7CE86943-400C-9B6A-EEE8-DFA8323316A6}"/>
          </ac:spMkLst>
        </pc:spChg>
        <pc:spChg chg="add mod">
          <ac:chgData name="totoka 3710" userId="fbb77386e644ec64" providerId="LiveId" clId="{99908158-1523-4D89-8225-504124C78188}" dt="2025-09-17T01:42:49.627" v="15511"/>
          <ac:spMkLst>
            <pc:docMk/>
            <pc:sldMk cId="1500137117" sldId="289"/>
            <ac:spMk id="8" creationId="{44BB3F2C-122E-FFCE-4451-532AE1024801}"/>
          </ac:spMkLst>
        </pc:spChg>
        <pc:spChg chg="add del mod">
          <ac:chgData name="totoka 3710" userId="fbb77386e644ec64" providerId="LiveId" clId="{99908158-1523-4D89-8225-504124C78188}" dt="2025-09-28T13:37:54.309" v="38593" actId="1076"/>
          <ac:spMkLst>
            <pc:docMk/>
            <pc:sldMk cId="1500137117" sldId="289"/>
            <ac:spMk id="9" creationId="{351F2684-4B40-F396-726F-C02DE85E27DA}"/>
          </ac:spMkLst>
        </pc:spChg>
        <pc:spChg chg="add del mod">
          <ac:chgData name="totoka 3710" userId="fbb77386e644ec64" providerId="LiveId" clId="{99908158-1523-4D89-8225-504124C78188}" dt="2025-09-28T13:37:54.169" v="38592" actId="1076"/>
          <ac:spMkLst>
            <pc:docMk/>
            <pc:sldMk cId="1500137117" sldId="289"/>
            <ac:spMk id="10" creationId="{A1AD60A0-446D-CF07-41A8-41B8F20E2FE6}"/>
          </ac:spMkLst>
        </pc:spChg>
        <pc:spChg chg="add mod">
          <ac:chgData name="totoka 3710" userId="fbb77386e644ec64" providerId="LiveId" clId="{99908158-1523-4D89-8225-504124C78188}" dt="2025-09-16T11:17:34.465" v="6589"/>
          <ac:spMkLst>
            <pc:docMk/>
            <pc:sldMk cId="1500137117" sldId="289"/>
            <ac:spMk id="15" creationId="{C072CED3-9C86-75F7-219A-010C802993C1}"/>
          </ac:spMkLst>
        </pc:spChg>
        <pc:spChg chg="add mod">
          <ac:chgData name="totoka 3710" userId="fbb77386e644ec64" providerId="LiveId" clId="{99908158-1523-4D89-8225-504124C78188}" dt="2025-09-16T11:18:25.654" v="6600"/>
          <ac:spMkLst>
            <pc:docMk/>
            <pc:sldMk cId="1500137117" sldId="289"/>
            <ac:spMk id="16" creationId="{B0625FEE-9AFB-D044-E035-7F0AB80E4236}"/>
          </ac:spMkLst>
        </pc:spChg>
        <pc:spChg chg="add mod">
          <ac:chgData name="totoka 3710" userId="fbb77386e644ec64" providerId="LiveId" clId="{99908158-1523-4D89-8225-504124C78188}" dt="2025-09-16T15:10:37.509" v="9376"/>
          <ac:spMkLst>
            <pc:docMk/>
            <pc:sldMk cId="1500137117" sldId="289"/>
            <ac:spMk id="17" creationId="{E4735B1A-7BE3-07CB-3EC7-0595864FD1DC}"/>
          </ac:spMkLst>
        </pc:spChg>
        <pc:spChg chg="add mod">
          <ac:chgData name="totoka 3710" userId="fbb77386e644ec64" providerId="LiveId" clId="{99908158-1523-4D89-8225-504124C78188}" dt="2025-09-16T15:48:09.390" v="10160"/>
          <ac:spMkLst>
            <pc:docMk/>
            <pc:sldMk cId="1500137117" sldId="289"/>
            <ac:spMk id="18" creationId="{6522A727-2EA2-D8D0-440F-DA8D9DAD4B47}"/>
          </ac:spMkLst>
        </pc:spChg>
        <pc:spChg chg="mod">
          <ac:chgData name="totoka 3710" userId="fbb77386e644ec64" providerId="LiveId" clId="{99908158-1523-4D89-8225-504124C78188}" dt="2025-09-16T15:08:44.930" v="9344"/>
          <ac:spMkLst>
            <pc:docMk/>
            <pc:sldMk cId="1500137117" sldId="289"/>
            <ac:spMk id="21" creationId="{687D1B7D-4D9F-CFB3-A5A5-317142786692}"/>
          </ac:spMkLst>
        </pc:spChg>
      </pc:sldChg>
      <pc:sldChg chg="addSp delSp modSp add mod ord modTransition modNotesTx">
        <pc:chgData name="totoka 3710" userId="fbb77386e644ec64" providerId="LiveId" clId="{99908158-1523-4D89-8225-504124C78188}" dt="2025-09-26T05:03:30.490" v="32390"/>
        <pc:sldMkLst>
          <pc:docMk/>
          <pc:sldMk cId="2194123353" sldId="290"/>
        </pc:sldMkLst>
        <pc:spChg chg="add mod ord">
          <ac:chgData name="totoka 3710" userId="fbb77386e644ec64" providerId="LiveId" clId="{99908158-1523-4D89-8225-504124C78188}" dt="2025-09-16T23:37:57.774" v="11076"/>
          <ac:spMkLst>
            <pc:docMk/>
            <pc:sldMk cId="2194123353" sldId="290"/>
            <ac:spMk id="3" creationId="{ED8CA84D-DB2A-2E16-8C66-64776BA9AC5F}"/>
          </ac:spMkLst>
        </pc:spChg>
        <pc:spChg chg="mod">
          <ac:chgData name="totoka 3710" userId="fbb77386e644ec64" providerId="LiveId" clId="{99908158-1523-4D89-8225-504124C78188}" dt="2025-09-13T15:01:19.628" v="2343" actId="14100"/>
          <ac:spMkLst>
            <pc:docMk/>
            <pc:sldMk cId="2194123353" sldId="290"/>
            <ac:spMk id="4" creationId="{A9522207-2B7C-BDA7-5675-EB98E96D06E7}"/>
          </ac:spMkLst>
        </pc:spChg>
        <pc:spChg chg="add mod">
          <ac:chgData name="totoka 3710" userId="fbb77386e644ec64" providerId="LiveId" clId="{99908158-1523-4D89-8225-504124C78188}" dt="2025-09-16T11:17:40.761" v="6591"/>
          <ac:spMkLst>
            <pc:docMk/>
            <pc:sldMk cId="2194123353" sldId="290"/>
            <ac:spMk id="5" creationId="{15C897B5-32AC-FCC7-C20F-86583EC316B5}"/>
          </ac:spMkLst>
        </pc:spChg>
        <pc:spChg chg="mod">
          <ac:chgData name="totoka 3710" userId="fbb77386e644ec64" providerId="LiveId" clId="{99908158-1523-4D89-8225-504124C78188}" dt="2025-09-16T15:08:49.038" v="9348"/>
          <ac:spMkLst>
            <pc:docMk/>
            <pc:sldMk cId="2194123353" sldId="290"/>
            <ac:spMk id="7" creationId="{78B70405-A341-458B-3F17-39BC29C99B60}"/>
          </ac:spMkLst>
        </pc:spChg>
        <pc:spChg chg="add mod">
          <ac:chgData name="totoka 3710" userId="fbb77386e644ec64" providerId="LiveId" clId="{99908158-1523-4D89-8225-504124C78188}" dt="2025-09-17T01:42:51.756" v="15512"/>
          <ac:spMkLst>
            <pc:docMk/>
            <pc:sldMk cId="2194123353" sldId="290"/>
            <ac:spMk id="8" creationId="{E768E783-D235-9597-F986-BF15C10980D5}"/>
          </ac:spMkLst>
        </pc:spChg>
        <pc:spChg chg="add mod">
          <ac:chgData name="totoka 3710" userId="fbb77386e644ec64" providerId="LiveId" clId="{99908158-1523-4D89-8225-504124C78188}" dt="2025-09-16T11:17:40.761" v="6591"/>
          <ac:spMkLst>
            <pc:docMk/>
            <pc:sldMk cId="2194123353" sldId="290"/>
            <ac:spMk id="15" creationId="{020BD6C2-9B82-EAA2-F156-A140FF5FA077}"/>
          </ac:spMkLst>
        </pc:spChg>
        <pc:spChg chg="add mod">
          <ac:chgData name="totoka 3710" userId="fbb77386e644ec64" providerId="LiveId" clId="{99908158-1523-4D89-8225-504124C78188}" dt="2025-09-16T11:18:34.382" v="6602"/>
          <ac:spMkLst>
            <pc:docMk/>
            <pc:sldMk cId="2194123353" sldId="290"/>
            <ac:spMk id="16" creationId="{1BDC3580-E530-DAB3-0C20-38C089CB23EF}"/>
          </ac:spMkLst>
        </pc:spChg>
        <pc:spChg chg="add mod">
          <ac:chgData name="totoka 3710" userId="fbb77386e644ec64" providerId="LiveId" clId="{99908158-1523-4D89-8225-504124C78188}" dt="2025-09-16T15:10:38.670" v="9377"/>
          <ac:spMkLst>
            <pc:docMk/>
            <pc:sldMk cId="2194123353" sldId="290"/>
            <ac:spMk id="17" creationId="{4E7B9D21-E35C-6A24-A6FD-D4348EAB3E60}"/>
          </ac:spMkLst>
        </pc:spChg>
        <pc:spChg chg="add mod">
          <ac:chgData name="totoka 3710" userId="fbb77386e644ec64" providerId="LiveId" clId="{99908158-1523-4D89-8225-504124C78188}" dt="2025-09-16T15:48:10.343" v="10161"/>
          <ac:spMkLst>
            <pc:docMk/>
            <pc:sldMk cId="2194123353" sldId="290"/>
            <ac:spMk id="18" creationId="{5E65BCC4-1D09-3A93-746A-CC88B417F93C}"/>
          </ac:spMkLst>
        </pc:spChg>
        <pc:spChg chg="mod">
          <ac:chgData name="totoka 3710" userId="fbb77386e644ec64" providerId="LiveId" clId="{99908158-1523-4D89-8225-504124C78188}" dt="2025-09-16T15:08:51.940" v="9352"/>
          <ac:spMkLst>
            <pc:docMk/>
            <pc:sldMk cId="2194123353" sldId="290"/>
            <ac:spMk id="21" creationId="{E46E4B80-BAD7-9A66-55B2-7609EB4E4C1C}"/>
          </ac:spMkLst>
        </pc:spChg>
      </pc:sldChg>
      <pc:sldChg chg="addSp delSp modSp add mod ord modTransition modNotesTx">
        <pc:chgData name="totoka 3710" userId="fbb77386e644ec64" providerId="LiveId" clId="{99908158-1523-4D89-8225-504124C78188}" dt="2025-09-26T15:46:13.093" v="38331"/>
        <pc:sldMkLst>
          <pc:docMk/>
          <pc:sldMk cId="147495865" sldId="291"/>
        </pc:sldMkLst>
        <pc:spChg chg="add mod">
          <ac:chgData name="totoka 3710" userId="fbb77386e644ec64" providerId="LiveId" clId="{99908158-1523-4D89-8225-504124C78188}" dt="2025-09-16T11:17:46.437" v="6593"/>
          <ac:spMkLst>
            <pc:docMk/>
            <pc:sldMk cId="147495865" sldId="291"/>
            <ac:spMk id="3" creationId="{F6479C79-6487-C0B1-3ECE-387ABB7A64EA}"/>
          </ac:spMkLst>
        </pc:spChg>
        <pc:spChg chg="add mod">
          <ac:chgData name="totoka 3710" userId="fbb77386e644ec64" providerId="LiveId" clId="{99908158-1523-4D89-8225-504124C78188}" dt="2025-09-16T11:17:46.437" v="6593"/>
          <ac:spMkLst>
            <pc:docMk/>
            <pc:sldMk cId="147495865" sldId="291"/>
            <ac:spMk id="5" creationId="{5E01E16D-7F83-A972-AF6A-3B45838946D9}"/>
          </ac:spMkLst>
        </pc:spChg>
        <pc:spChg chg="mod">
          <ac:chgData name="totoka 3710" userId="fbb77386e644ec64" providerId="LiveId" clId="{99908158-1523-4D89-8225-504124C78188}" dt="2025-09-16T15:09:00.260" v="9360"/>
          <ac:spMkLst>
            <pc:docMk/>
            <pc:sldMk cId="147495865" sldId="291"/>
            <ac:spMk id="7" creationId="{A948761F-4F7C-35D0-EC57-D60D65D89135}"/>
          </ac:spMkLst>
        </pc:spChg>
        <pc:spChg chg="add mod ord">
          <ac:chgData name="totoka 3710" userId="fbb77386e644ec64" providerId="LiveId" clId="{99908158-1523-4D89-8225-504124C78188}" dt="2025-09-16T23:38:14.116" v="11096"/>
          <ac:spMkLst>
            <pc:docMk/>
            <pc:sldMk cId="147495865" sldId="291"/>
            <ac:spMk id="8" creationId="{50B2CF41-B67A-7F20-A30F-10B0916C2376}"/>
          </ac:spMkLst>
        </pc:spChg>
        <pc:spChg chg="add del mod">
          <ac:chgData name="totoka 3710" userId="fbb77386e644ec64" providerId="LiveId" clId="{99908158-1523-4D89-8225-504124C78188}" dt="2025-09-16T15:11:24.195" v="9382" actId="21"/>
          <ac:spMkLst>
            <pc:docMk/>
            <pc:sldMk cId="147495865" sldId="291"/>
            <ac:spMk id="9" creationId="{AB170248-C5AF-0A09-4544-CB051677FFC9}"/>
          </ac:spMkLst>
        </pc:spChg>
        <pc:spChg chg="mod">
          <ac:chgData name="totoka 3710" userId="fbb77386e644ec64" providerId="LiveId" clId="{99908158-1523-4D89-8225-504124C78188}" dt="2025-09-13T14:57:38.043" v="2324" actId="1076"/>
          <ac:spMkLst>
            <pc:docMk/>
            <pc:sldMk cId="147495865" sldId="291"/>
            <ac:spMk id="10" creationId="{C12F803A-E90F-7764-8E25-59A9A46AFB17}"/>
          </ac:spMkLst>
        </pc:spChg>
        <pc:spChg chg="mod modVis">
          <ac:chgData name="totoka 3710" userId="fbb77386e644ec64" providerId="LiveId" clId="{99908158-1523-4D89-8225-504124C78188}" dt="2025-09-13T14:58:41.953" v="2337" actId="14429"/>
          <ac:spMkLst>
            <pc:docMk/>
            <pc:sldMk cId="147495865" sldId="291"/>
            <ac:spMk id="11" creationId="{5D4479E1-CD90-27B0-A4F6-1F725D74578D}"/>
          </ac:spMkLst>
        </pc:spChg>
        <pc:spChg chg="add mod">
          <ac:chgData name="totoka 3710" userId="fbb77386e644ec64" providerId="LiveId" clId="{99908158-1523-4D89-8225-504124C78188}" dt="2025-09-16T11:18:36.087" v="6603"/>
          <ac:spMkLst>
            <pc:docMk/>
            <pc:sldMk cId="147495865" sldId="291"/>
            <ac:spMk id="15" creationId="{2265FCD2-D5B0-6C24-E8FD-37F00DE3701B}"/>
          </ac:spMkLst>
        </pc:spChg>
        <pc:spChg chg="add mod ord">
          <ac:chgData name="totoka 3710" userId="fbb77386e644ec64" providerId="LiveId" clId="{99908158-1523-4D89-8225-504124C78188}" dt="2025-09-13T14:58:27.498" v="2334" actId="1076"/>
          <ac:spMkLst>
            <pc:docMk/>
            <pc:sldMk cId="147495865" sldId="291"/>
            <ac:spMk id="16" creationId="{08D7426B-F3B9-0CBF-2B96-04E92B13DB5C}"/>
          </ac:spMkLst>
        </pc:spChg>
        <pc:spChg chg="add mod">
          <ac:chgData name="totoka 3710" userId="fbb77386e644ec64" providerId="LiveId" clId="{99908158-1523-4D89-8225-504124C78188}" dt="2025-09-13T14:58:17.357" v="2331" actId="1036"/>
          <ac:spMkLst>
            <pc:docMk/>
            <pc:sldMk cId="147495865" sldId="291"/>
            <ac:spMk id="17" creationId="{4019B0CA-C1A9-905A-6808-3D5FA670DA60}"/>
          </ac:spMkLst>
        </pc:spChg>
        <pc:spChg chg="add mod">
          <ac:chgData name="totoka 3710" userId="fbb77386e644ec64" providerId="LiveId" clId="{99908158-1523-4D89-8225-504124C78188}" dt="2025-09-17T01:42:52.865" v="15513"/>
          <ac:spMkLst>
            <pc:docMk/>
            <pc:sldMk cId="147495865" sldId="291"/>
            <ac:spMk id="18" creationId="{508E4B4D-94C3-8840-2E88-77F02ADDF340}"/>
          </ac:spMkLst>
        </pc:spChg>
        <pc:spChg chg="add mod">
          <ac:chgData name="totoka 3710" userId="fbb77386e644ec64" providerId="LiveId" clId="{99908158-1523-4D89-8225-504124C78188}" dt="2025-09-16T15:10:39.411" v="9378"/>
          <ac:spMkLst>
            <pc:docMk/>
            <pc:sldMk cId="147495865" sldId="291"/>
            <ac:spMk id="19" creationId="{A75B1477-E12B-EAFA-4A78-9BD78B4E944F}"/>
          </ac:spMkLst>
        </pc:spChg>
        <pc:spChg chg="add mod">
          <ac:chgData name="totoka 3710" userId="fbb77386e644ec64" providerId="LiveId" clId="{99908158-1523-4D89-8225-504124C78188}" dt="2025-09-16T15:48:11.464" v="10162"/>
          <ac:spMkLst>
            <pc:docMk/>
            <pc:sldMk cId="147495865" sldId="291"/>
            <ac:spMk id="20" creationId="{06F252F4-2CDA-2F22-99EF-45941E303E0C}"/>
          </ac:spMkLst>
        </pc:spChg>
      </pc:sldChg>
      <pc:sldChg chg="addSp delSp modSp add mod ord modTransition modNotesTx">
        <pc:chgData name="totoka 3710" userId="fbb77386e644ec64" providerId="LiveId" clId="{99908158-1523-4D89-8225-504124C78188}" dt="2025-09-26T15:45:13.704" v="38317"/>
        <pc:sldMkLst>
          <pc:docMk/>
          <pc:sldMk cId="2802980819" sldId="292"/>
        </pc:sldMkLst>
        <pc:spChg chg="mod ord">
          <ac:chgData name="totoka 3710" userId="fbb77386e644ec64" providerId="LiveId" clId="{99908158-1523-4D89-8225-504124C78188}" dt="2025-09-16T11:29:00.517" v="6999"/>
          <ac:spMkLst>
            <pc:docMk/>
            <pc:sldMk cId="2802980819" sldId="292"/>
            <ac:spMk id="4" creationId="{BA0EFB7D-0B49-B320-F9B9-9FF689CA1FA1}"/>
          </ac:spMkLst>
        </pc:spChg>
        <pc:spChg chg="add mod">
          <ac:chgData name="totoka 3710" userId="fbb77386e644ec64" providerId="LiveId" clId="{99908158-1523-4D89-8225-504124C78188}" dt="2025-09-16T11:28:55.214" v="6993" actId="692"/>
          <ac:spMkLst>
            <pc:docMk/>
            <pc:sldMk cId="2802980819" sldId="292"/>
            <ac:spMk id="5" creationId="{2CB04791-27D2-D07D-3524-819E6BDA16FA}"/>
          </ac:spMkLst>
        </pc:spChg>
        <pc:spChg chg="add mod ord">
          <ac:chgData name="totoka 3710" userId="fbb77386e644ec64" providerId="LiveId" clId="{99908158-1523-4D89-8225-504124C78188}" dt="2025-09-16T23:32:55.663" v="10779"/>
          <ac:spMkLst>
            <pc:docMk/>
            <pc:sldMk cId="2802980819" sldId="292"/>
            <ac:spMk id="7" creationId="{35E66A78-07D6-3171-06E9-EC23EDA2D675}"/>
          </ac:spMkLst>
        </pc:spChg>
        <pc:spChg chg="add mod">
          <ac:chgData name="totoka 3710" userId="fbb77386e644ec64" providerId="LiveId" clId="{99908158-1523-4D89-8225-504124C78188}" dt="2025-09-17T01:42:29.189" v="15497"/>
          <ac:spMkLst>
            <pc:docMk/>
            <pc:sldMk cId="2802980819" sldId="292"/>
            <ac:spMk id="9" creationId="{3F6804A4-E72E-EF35-E384-99ADBFDF32D4}"/>
          </ac:spMkLst>
        </pc:spChg>
        <pc:spChg chg="add mod">
          <ac:chgData name="totoka 3710" userId="fbb77386e644ec64" providerId="LiveId" clId="{99908158-1523-4D89-8225-504124C78188}" dt="2025-09-16T11:26:08.516" v="6695" actId="1076"/>
          <ac:spMkLst>
            <pc:docMk/>
            <pc:sldMk cId="2802980819" sldId="292"/>
            <ac:spMk id="41" creationId="{44E201AE-7363-39EB-0CDF-7D7BD1085290}"/>
          </ac:spMkLst>
        </pc:spChg>
        <pc:spChg chg="add mod">
          <ac:chgData name="totoka 3710" userId="fbb77386e644ec64" providerId="LiveId" clId="{99908158-1523-4D89-8225-504124C78188}" dt="2025-09-16T11:26:13.833" v="6696" actId="1076"/>
          <ac:spMkLst>
            <pc:docMk/>
            <pc:sldMk cId="2802980819" sldId="292"/>
            <ac:spMk id="44" creationId="{654EE68C-140A-C242-A3C1-BCBB10D2A4E6}"/>
          </ac:spMkLst>
        </pc:spChg>
        <pc:spChg chg="add mod">
          <ac:chgData name="totoka 3710" userId="fbb77386e644ec64" providerId="LiveId" clId="{99908158-1523-4D89-8225-504124C78188}" dt="2025-09-16T11:28:48.957" v="6991" actId="14100"/>
          <ac:spMkLst>
            <pc:docMk/>
            <pc:sldMk cId="2802980819" sldId="292"/>
            <ac:spMk id="53" creationId="{36CC6DAA-1624-F030-4370-32CFD640800D}"/>
          </ac:spMkLst>
        </pc:spChg>
        <pc:spChg chg="ord">
          <ac:chgData name="totoka 3710" userId="fbb77386e644ec64" providerId="LiveId" clId="{99908158-1523-4D89-8225-504124C78188}" dt="2025-09-16T14:38:11.500" v="8886" actId="13244"/>
          <ac:spMkLst>
            <pc:docMk/>
            <pc:sldMk cId="2802980819" sldId="292"/>
            <ac:spMk id="57" creationId="{C2F8466A-A82F-50B3-84AC-61B0A53850BA}"/>
          </ac:spMkLst>
        </pc:spChg>
        <pc:spChg chg="add mod">
          <ac:chgData name="totoka 3710" userId="fbb77386e644ec64" providerId="LiveId" clId="{99908158-1523-4D89-8225-504124C78188}" dt="2025-09-16T14:03:55.673" v="7148" actId="207"/>
          <ac:spMkLst>
            <pc:docMk/>
            <pc:sldMk cId="2802980819" sldId="292"/>
            <ac:spMk id="58" creationId="{2AE024A3-AC8D-2B50-551C-A4358876EDFF}"/>
          </ac:spMkLst>
        </pc:spChg>
        <pc:spChg chg="add mod ord">
          <ac:chgData name="totoka 3710" userId="fbb77386e644ec64" providerId="LiveId" clId="{99908158-1523-4D89-8225-504124C78188}" dt="2025-09-16T14:55:06.816" v="9033"/>
          <ac:spMkLst>
            <pc:docMk/>
            <pc:sldMk cId="2802980819" sldId="292"/>
            <ac:spMk id="190" creationId="{BBB184BB-395A-B01B-62AD-3702BB6C907F}"/>
          </ac:spMkLst>
        </pc:spChg>
        <pc:spChg chg="add mod ord">
          <ac:chgData name="totoka 3710" userId="fbb77386e644ec64" providerId="LiveId" clId="{99908158-1523-4D89-8225-504124C78188}" dt="2025-09-16T14:55:06.816" v="9033"/>
          <ac:spMkLst>
            <pc:docMk/>
            <pc:sldMk cId="2802980819" sldId="292"/>
            <ac:spMk id="192" creationId="{866C5B78-6EEF-343B-FB43-4847E20B52E4}"/>
          </ac:spMkLst>
        </pc:spChg>
        <pc:spChg chg="mod">
          <ac:chgData name="totoka 3710" userId="fbb77386e644ec64" providerId="LiveId" clId="{99908158-1523-4D89-8225-504124C78188}" dt="2025-09-16T15:39:23.443" v="9785" actId="313"/>
          <ac:spMkLst>
            <pc:docMk/>
            <pc:sldMk cId="2802980819" sldId="292"/>
            <ac:spMk id="196" creationId="{FD602640-6AEF-544E-FD68-3EBE13B36D4D}"/>
          </ac:spMkLst>
        </pc:spChg>
        <pc:spChg chg="add mod ord">
          <ac:chgData name="totoka 3710" userId="fbb77386e644ec64" providerId="LiveId" clId="{99908158-1523-4D89-8225-504124C78188}" dt="2025-09-16T14:55:06.816" v="9033"/>
          <ac:spMkLst>
            <pc:docMk/>
            <pc:sldMk cId="2802980819" sldId="292"/>
            <ac:spMk id="197" creationId="{DF2D222D-63C2-7BC4-BEEC-54D406B4E960}"/>
          </ac:spMkLst>
        </pc:spChg>
        <pc:spChg chg="add mod ord">
          <ac:chgData name="totoka 3710" userId="fbb77386e644ec64" providerId="LiveId" clId="{99908158-1523-4D89-8225-504124C78188}" dt="2025-09-16T14:55:06.816" v="9033"/>
          <ac:spMkLst>
            <pc:docMk/>
            <pc:sldMk cId="2802980819" sldId="292"/>
            <ac:spMk id="201" creationId="{02F7C6A7-F2F4-DE5F-4C2E-22E2E864A3F6}"/>
          </ac:spMkLst>
        </pc:spChg>
        <pc:spChg chg="add mod ord">
          <ac:chgData name="totoka 3710" userId="fbb77386e644ec64" providerId="LiveId" clId="{99908158-1523-4D89-8225-504124C78188}" dt="2025-09-16T14:55:06.816" v="9033"/>
          <ac:spMkLst>
            <pc:docMk/>
            <pc:sldMk cId="2802980819" sldId="292"/>
            <ac:spMk id="202" creationId="{59F0E656-43AD-60D3-906B-1996D160901F}"/>
          </ac:spMkLst>
        </pc:spChg>
        <pc:spChg chg="add mod ord">
          <ac:chgData name="totoka 3710" userId="fbb77386e644ec64" providerId="LiveId" clId="{99908158-1523-4D89-8225-504124C78188}" dt="2025-09-16T14:55:06.816" v="9033"/>
          <ac:spMkLst>
            <pc:docMk/>
            <pc:sldMk cId="2802980819" sldId="292"/>
            <ac:spMk id="208" creationId="{986D5B48-D31F-9CE9-744C-721C9A6462BB}"/>
          </ac:spMkLst>
        </pc:spChg>
        <pc:spChg chg="add mod ord">
          <ac:chgData name="totoka 3710" userId="fbb77386e644ec64" providerId="LiveId" clId="{99908158-1523-4D89-8225-504124C78188}" dt="2025-09-17T01:35:57.201" v="15132" actId="404"/>
          <ac:spMkLst>
            <pc:docMk/>
            <pc:sldMk cId="2802980819" sldId="292"/>
            <ac:spMk id="209" creationId="{9327FB34-E4A5-4F30-60B1-7D2523B6D0F2}"/>
          </ac:spMkLst>
        </pc:spChg>
        <pc:spChg chg="add mod ord">
          <ac:chgData name="totoka 3710" userId="fbb77386e644ec64" providerId="LiveId" clId="{99908158-1523-4D89-8225-504124C78188}" dt="2025-09-16T14:55:06.816" v="9033"/>
          <ac:spMkLst>
            <pc:docMk/>
            <pc:sldMk cId="2802980819" sldId="292"/>
            <ac:spMk id="211" creationId="{8D33C77F-9511-B6FD-A063-482510C465F3}"/>
          </ac:spMkLst>
        </pc:spChg>
        <pc:spChg chg="mod">
          <ac:chgData name="totoka 3710" userId="fbb77386e644ec64" providerId="LiveId" clId="{99908158-1523-4D89-8225-504124C78188}" dt="2025-09-17T01:36:02.499" v="15139" actId="403"/>
          <ac:spMkLst>
            <pc:docMk/>
            <pc:sldMk cId="2802980819" sldId="292"/>
            <ac:spMk id="212" creationId="{FD40AC10-51E0-56EF-5605-312DDA5DCD1B}"/>
          </ac:spMkLst>
        </pc:spChg>
        <pc:spChg chg="mod">
          <ac:chgData name="totoka 3710" userId="fbb77386e644ec64" providerId="LiveId" clId="{99908158-1523-4D89-8225-504124C78188}" dt="2025-09-17T01:36:07.673" v="15146" actId="403"/>
          <ac:spMkLst>
            <pc:docMk/>
            <pc:sldMk cId="2802980819" sldId="292"/>
            <ac:spMk id="215" creationId="{ED1BDC9B-6780-14F9-FE08-1B1E47F20629}"/>
          </ac:spMkLst>
        </pc:spChg>
        <pc:spChg chg="mod">
          <ac:chgData name="totoka 3710" userId="fbb77386e644ec64" providerId="LiveId" clId="{99908158-1523-4D89-8225-504124C78188}" dt="2025-09-17T01:36:50.407" v="15181" actId="403"/>
          <ac:spMkLst>
            <pc:docMk/>
            <pc:sldMk cId="2802980819" sldId="292"/>
            <ac:spMk id="217" creationId="{403EC344-FF56-1979-FAE7-904E3E999FDA}"/>
          </ac:spMkLst>
        </pc:spChg>
        <pc:spChg chg="mod">
          <ac:chgData name="totoka 3710" userId="fbb77386e644ec64" providerId="LiveId" clId="{99908158-1523-4D89-8225-504124C78188}" dt="2025-09-17T01:36:41.440" v="15174" actId="403"/>
          <ac:spMkLst>
            <pc:docMk/>
            <pc:sldMk cId="2802980819" sldId="292"/>
            <ac:spMk id="219" creationId="{541440BD-57F7-FF06-1C30-E1F67692560B}"/>
          </ac:spMkLst>
        </pc:spChg>
        <pc:spChg chg="add mod ord">
          <ac:chgData name="totoka 3710" userId="fbb77386e644ec64" providerId="LiveId" clId="{99908158-1523-4D89-8225-504124C78188}" dt="2025-09-16T14:55:06.816" v="9033"/>
          <ac:spMkLst>
            <pc:docMk/>
            <pc:sldMk cId="2802980819" sldId="292"/>
            <ac:spMk id="220" creationId="{4A30CEDC-4DAE-2686-4C94-40E05B1284C8}"/>
          </ac:spMkLst>
        </pc:spChg>
        <pc:spChg chg="mod">
          <ac:chgData name="totoka 3710" userId="fbb77386e644ec64" providerId="LiveId" clId="{99908158-1523-4D89-8225-504124C78188}" dt="2025-09-17T01:36:34.647" v="15167" actId="403"/>
          <ac:spMkLst>
            <pc:docMk/>
            <pc:sldMk cId="2802980819" sldId="292"/>
            <ac:spMk id="222" creationId="{FCBC8B0E-449A-100F-60F2-7582FF3ACA1B}"/>
          </ac:spMkLst>
        </pc:spChg>
        <pc:spChg chg="mod">
          <ac:chgData name="totoka 3710" userId="fbb77386e644ec64" providerId="LiveId" clId="{99908158-1523-4D89-8225-504124C78188}" dt="2025-09-17T01:36:27.066" v="15160" actId="403"/>
          <ac:spMkLst>
            <pc:docMk/>
            <pc:sldMk cId="2802980819" sldId="292"/>
            <ac:spMk id="225" creationId="{F6FD6152-00EF-2D0D-559C-96068A5FF409}"/>
          </ac:spMkLst>
        </pc:spChg>
        <pc:spChg chg="mod">
          <ac:chgData name="totoka 3710" userId="fbb77386e644ec64" providerId="LiveId" clId="{99908158-1523-4D89-8225-504124C78188}" dt="2025-09-17T01:36:19.039" v="15153" actId="403"/>
          <ac:spMkLst>
            <pc:docMk/>
            <pc:sldMk cId="2802980819" sldId="292"/>
            <ac:spMk id="227" creationId="{E58AE737-071B-35E3-B76F-C7CD8AD822D3}"/>
          </ac:spMkLst>
        </pc:spChg>
        <pc:spChg chg="add mod ord">
          <ac:chgData name="totoka 3710" userId="fbb77386e644ec64" providerId="LiveId" clId="{99908158-1523-4D89-8225-504124C78188}" dt="2025-09-16T14:55:06.816" v="9033"/>
          <ac:spMkLst>
            <pc:docMk/>
            <pc:sldMk cId="2802980819" sldId="292"/>
            <ac:spMk id="228" creationId="{3101F87C-50F4-5447-3226-FCE31986FAC0}"/>
          </ac:spMkLst>
        </pc:spChg>
        <pc:spChg chg="add mod">
          <ac:chgData name="totoka 3710" userId="fbb77386e644ec64" providerId="LiveId" clId="{99908158-1523-4D89-8225-504124C78188}" dt="2025-09-16T15:46:40.281" v="10017"/>
          <ac:spMkLst>
            <pc:docMk/>
            <pc:sldMk cId="2802980819" sldId="292"/>
            <ac:spMk id="233" creationId="{E15EFC68-F99D-EA40-848F-242FE731141E}"/>
          </ac:spMkLst>
        </pc:spChg>
      </pc:sldChg>
      <pc:sldChg chg="addSp delSp modSp add mod ord modNotesTx">
        <pc:chgData name="totoka 3710" userId="fbb77386e644ec64" providerId="LiveId" clId="{99908158-1523-4D89-8225-504124C78188}" dt="2025-09-28T13:36:43.947" v="38578" actId="27309"/>
        <pc:sldMkLst>
          <pc:docMk/>
          <pc:sldMk cId="67341755" sldId="293"/>
        </pc:sldMkLst>
        <pc:spChg chg="add mod ord">
          <ac:chgData name="totoka 3710" userId="fbb77386e644ec64" providerId="LiveId" clId="{99908158-1523-4D89-8225-504124C78188}" dt="2025-09-16T23:32:46.623" v="10768"/>
          <ac:spMkLst>
            <pc:docMk/>
            <pc:sldMk cId="67341755" sldId="293"/>
            <ac:spMk id="4" creationId="{8F2F1013-14F7-62E2-63E9-0CB46B92FFF7}"/>
          </ac:spMkLst>
        </pc:spChg>
        <pc:spChg chg="add mod">
          <ac:chgData name="totoka 3710" userId="fbb77386e644ec64" providerId="LiveId" clId="{99908158-1523-4D89-8225-504124C78188}" dt="2025-09-16T11:29:29.543" v="7002"/>
          <ac:spMkLst>
            <pc:docMk/>
            <pc:sldMk cId="67341755" sldId="293"/>
            <ac:spMk id="5" creationId="{1AD31C94-7AA4-CB22-CAC0-62DE5F6B8CF1}"/>
          </ac:spMkLst>
        </pc:spChg>
        <pc:spChg chg="add mod">
          <ac:chgData name="totoka 3710" userId="fbb77386e644ec64" providerId="LiveId" clId="{99908158-1523-4D89-8225-504124C78188}" dt="2025-09-17T01:42:27.625" v="15496"/>
          <ac:spMkLst>
            <pc:docMk/>
            <pc:sldMk cId="67341755" sldId="293"/>
            <ac:spMk id="7" creationId="{BD392EFD-B8B3-C77E-549E-3BD83C834D45}"/>
          </ac:spMkLst>
        </pc:spChg>
        <pc:spChg chg="add mod ord">
          <ac:chgData name="totoka 3710" userId="fbb77386e644ec64" providerId="LiveId" clId="{99908158-1523-4D89-8225-504124C78188}" dt="2025-09-16T14:38:29.140" v="8906"/>
          <ac:spMkLst>
            <pc:docMk/>
            <pc:sldMk cId="67341755" sldId="293"/>
            <ac:spMk id="20" creationId="{543CD77E-8796-8F0E-E949-C9D4EAAABDB6}"/>
          </ac:spMkLst>
        </pc:spChg>
        <pc:spChg chg="add mod ord">
          <ac:chgData name="totoka 3710" userId="fbb77386e644ec64" providerId="LiveId" clId="{99908158-1523-4D89-8225-504124C78188}" dt="2025-09-16T14:38:29.140" v="8906"/>
          <ac:spMkLst>
            <pc:docMk/>
            <pc:sldMk cId="67341755" sldId="293"/>
            <ac:spMk id="29" creationId="{B96AACC6-805D-C36D-C45D-091129072857}"/>
          </ac:spMkLst>
        </pc:spChg>
        <pc:spChg chg="ord">
          <ac:chgData name="totoka 3710" userId="fbb77386e644ec64" providerId="LiveId" clId="{99908158-1523-4D89-8225-504124C78188}" dt="2025-09-16T14:38:13.042" v="8888" actId="13244"/>
          <ac:spMkLst>
            <pc:docMk/>
            <pc:sldMk cId="67341755" sldId="293"/>
            <ac:spMk id="57" creationId="{D6DE6DB4-00A5-5B5A-F936-7C739707DAEB}"/>
          </ac:spMkLst>
        </pc:spChg>
        <pc:spChg chg="mod">
          <ac:chgData name="totoka 3710" userId="fbb77386e644ec64" providerId="LiveId" clId="{99908158-1523-4D89-8225-504124C78188}" dt="2025-09-16T15:39:22.266" v="9784" actId="313"/>
          <ac:spMkLst>
            <pc:docMk/>
            <pc:sldMk cId="67341755" sldId="293"/>
            <ac:spMk id="59" creationId="{E01B60E0-E4BB-126E-B5D8-E82BEFECFE35}"/>
          </ac:spMkLst>
        </pc:spChg>
        <pc:spChg chg="add mod ord">
          <ac:chgData name="totoka 3710" userId="fbb77386e644ec64" providerId="LiveId" clId="{99908158-1523-4D89-8225-504124C78188}" dt="2025-09-16T14:38:29.140" v="8906"/>
          <ac:spMkLst>
            <pc:docMk/>
            <pc:sldMk cId="67341755" sldId="293"/>
            <ac:spMk id="63" creationId="{E2D101B0-8A55-2737-8D5A-31A243A5D2DD}"/>
          </ac:spMkLst>
        </pc:spChg>
        <pc:spChg chg="add mod ord">
          <ac:chgData name="totoka 3710" userId="fbb77386e644ec64" providerId="LiveId" clId="{99908158-1523-4D89-8225-504124C78188}" dt="2025-09-16T14:38:29.140" v="8906"/>
          <ac:spMkLst>
            <pc:docMk/>
            <pc:sldMk cId="67341755" sldId="293"/>
            <ac:spMk id="65" creationId="{3AF3B088-3676-B3FD-73A0-CFEF59DC8FA4}"/>
          </ac:spMkLst>
        </pc:spChg>
        <pc:spChg chg="add mod ord">
          <ac:chgData name="totoka 3710" userId="fbb77386e644ec64" providerId="LiveId" clId="{99908158-1523-4D89-8225-504124C78188}" dt="2025-09-16T14:38:29.140" v="8906"/>
          <ac:spMkLst>
            <pc:docMk/>
            <pc:sldMk cId="67341755" sldId="293"/>
            <ac:spMk id="71" creationId="{DE034F78-6F40-809F-7944-671D61F14ED0}"/>
          </ac:spMkLst>
        </pc:spChg>
        <pc:spChg chg="add mod ord">
          <ac:chgData name="totoka 3710" userId="fbb77386e644ec64" providerId="LiveId" clId="{99908158-1523-4D89-8225-504124C78188}" dt="2025-09-16T14:38:29.140" v="8906"/>
          <ac:spMkLst>
            <pc:docMk/>
            <pc:sldMk cId="67341755" sldId="293"/>
            <ac:spMk id="73" creationId="{0FEAAE1B-347F-4930-62D8-D1BBF636701C}"/>
          </ac:spMkLst>
        </pc:spChg>
        <pc:spChg chg="mod">
          <ac:chgData name="totoka 3710" userId="fbb77386e644ec64" providerId="LiveId" clId="{99908158-1523-4D89-8225-504124C78188}" dt="2025-09-17T01:34:59.865" v="15072" actId="403"/>
          <ac:spMkLst>
            <pc:docMk/>
            <pc:sldMk cId="67341755" sldId="293"/>
            <ac:spMk id="74" creationId="{454D659B-8188-4BF5-8895-17BFD23C90C8}"/>
          </ac:spMkLst>
        </pc:spChg>
        <pc:spChg chg="mod">
          <ac:chgData name="totoka 3710" userId="fbb77386e644ec64" providerId="LiveId" clId="{99908158-1523-4D89-8225-504124C78188}" dt="2025-09-17T01:35:05.891" v="15079" actId="403"/>
          <ac:spMkLst>
            <pc:docMk/>
            <pc:sldMk cId="67341755" sldId="293"/>
            <ac:spMk id="77" creationId="{5B1641E0-5A59-153B-BF05-7179454780BB}"/>
          </ac:spMkLst>
        </pc:spChg>
        <pc:spChg chg="add mod ord">
          <ac:chgData name="totoka 3710" userId="fbb77386e644ec64" providerId="LiveId" clId="{99908158-1523-4D89-8225-504124C78188}" dt="2025-09-17T01:35:10.727" v="15086" actId="403"/>
          <ac:spMkLst>
            <pc:docMk/>
            <pc:sldMk cId="67341755" sldId="293"/>
            <ac:spMk id="80" creationId="{AD15C1AF-65F3-2F5C-4204-605306475B13}"/>
          </ac:spMkLst>
        </pc:spChg>
        <pc:spChg chg="add mod ord">
          <ac:chgData name="totoka 3710" userId="fbb77386e644ec64" providerId="LiveId" clId="{99908158-1523-4D89-8225-504124C78188}" dt="2025-09-17T01:35:36.545" v="15123" actId="403"/>
          <ac:spMkLst>
            <pc:docMk/>
            <pc:sldMk cId="67341755" sldId="293"/>
            <ac:spMk id="82" creationId="{16190F5C-096C-A0CD-262C-06E0AFF1FA37}"/>
          </ac:spMkLst>
        </pc:spChg>
        <pc:spChg chg="mod">
          <ac:chgData name="totoka 3710" userId="fbb77386e644ec64" providerId="LiveId" clId="{99908158-1523-4D89-8225-504124C78188}" dt="2025-09-17T01:35:32.697" v="15116" actId="403"/>
          <ac:spMkLst>
            <pc:docMk/>
            <pc:sldMk cId="67341755" sldId="293"/>
            <ac:spMk id="84" creationId="{05FAD342-0EE1-255B-14C8-FA220515F3C1}"/>
          </ac:spMkLst>
        </pc:spChg>
        <pc:spChg chg="mod">
          <ac:chgData name="totoka 3710" userId="fbb77386e644ec64" providerId="LiveId" clId="{99908158-1523-4D89-8225-504124C78188}" dt="2025-09-17T01:35:26.969" v="15109" actId="403"/>
          <ac:spMkLst>
            <pc:docMk/>
            <pc:sldMk cId="67341755" sldId="293"/>
            <ac:spMk id="87" creationId="{8D7D8324-F997-DEF9-AE13-E30060745D7B}"/>
          </ac:spMkLst>
        </pc:spChg>
        <pc:spChg chg="add mod ord">
          <ac:chgData name="totoka 3710" userId="fbb77386e644ec64" providerId="LiveId" clId="{99908158-1523-4D89-8225-504124C78188}" dt="2025-09-16T14:38:29.140" v="8906"/>
          <ac:spMkLst>
            <pc:docMk/>
            <pc:sldMk cId="67341755" sldId="293"/>
            <ac:spMk id="89" creationId="{D609E466-EA38-966E-B413-104E11B24989}"/>
          </ac:spMkLst>
        </pc:spChg>
        <pc:spChg chg="mod">
          <ac:chgData name="totoka 3710" userId="fbb77386e644ec64" providerId="LiveId" clId="{99908158-1523-4D89-8225-504124C78188}" dt="2025-09-17T01:35:22.235" v="15102" actId="403"/>
          <ac:spMkLst>
            <pc:docMk/>
            <pc:sldMk cId="67341755" sldId="293"/>
            <ac:spMk id="90" creationId="{0BFE56B4-272C-3174-2EE3-67D62BD31A4A}"/>
          </ac:spMkLst>
        </pc:spChg>
        <pc:spChg chg="mod">
          <ac:chgData name="totoka 3710" userId="fbb77386e644ec64" providerId="LiveId" clId="{99908158-1523-4D89-8225-504124C78188}" dt="2025-09-17T01:35:17.687" v="15095" actId="404"/>
          <ac:spMkLst>
            <pc:docMk/>
            <pc:sldMk cId="67341755" sldId="293"/>
            <ac:spMk id="92" creationId="{20848239-6199-77D6-AC37-E9BD0E3D7DDF}"/>
          </ac:spMkLst>
        </pc:spChg>
        <pc:spChg chg="add mod ord">
          <ac:chgData name="totoka 3710" userId="fbb77386e644ec64" providerId="LiveId" clId="{99908158-1523-4D89-8225-504124C78188}" dt="2025-09-16T14:38:29.140" v="8906"/>
          <ac:spMkLst>
            <pc:docMk/>
            <pc:sldMk cId="67341755" sldId="293"/>
            <ac:spMk id="96" creationId="{8615C5B0-B1AC-1459-3A60-347D25010FC0}"/>
          </ac:spMkLst>
        </pc:spChg>
        <pc:spChg chg="add mod">
          <ac:chgData name="totoka 3710" userId="fbb77386e644ec64" providerId="LiveId" clId="{99908158-1523-4D89-8225-504124C78188}" dt="2025-09-16T15:46:32.966" v="10016" actId="20577"/>
          <ac:spMkLst>
            <pc:docMk/>
            <pc:sldMk cId="67341755" sldId="293"/>
            <ac:spMk id="99" creationId="{50765598-C598-6AB5-5834-EDA5C1F9B2D3}"/>
          </ac:spMkLst>
        </pc:spChg>
        <pc:graphicFrameChg chg="add del modGraphic">
          <ac:chgData name="totoka 3710" userId="fbb77386e644ec64" providerId="LiveId" clId="{99908158-1523-4D89-8225-504124C78188}" dt="2025-09-28T13:36:43.947" v="38578" actId="27309"/>
          <ac:graphicFrameMkLst>
            <pc:docMk/>
            <pc:sldMk cId="67341755" sldId="293"/>
            <ac:graphicFrameMk id="10" creationId="{007D8670-CAD1-B298-C5F6-6F7C7EDDA14B}"/>
          </ac:graphicFrameMkLst>
        </pc:graphicFrameChg>
      </pc:sldChg>
      <pc:sldChg chg="addSp delSp modSp add mod ord modTransition setBg">
        <pc:chgData name="totoka 3710" userId="fbb77386e644ec64" providerId="LiveId" clId="{99908158-1523-4D89-8225-504124C78188}" dt="2025-09-26T15:45:25.649" v="38321"/>
        <pc:sldMkLst>
          <pc:docMk/>
          <pc:sldMk cId="2957826837" sldId="294"/>
        </pc:sldMkLst>
        <pc:spChg chg="mod">
          <ac:chgData name="totoka 3710" userId="fbb77386e644ec64" providerId="LiveId" clId="{99908158-1523-4D89-8225-504124C78188}" dt="2025-09-16T13:56:47.415" v="7104" actId="207"/>
          <ac:spMkLst>
            <pc:docMk/>
            <pc:sldMk cId="2957826837" sldId="294"/>
            <ac:spMk id="2" creationId="{56875B0F-C0E6-96BF-20B1-2CAAEFAE7765}"/>
          </ac:spMkLst>
        </pc:spChg>
        <pc:spChg chg="mod">
          <ac:chgData name="totoka 3710" userId="fbb77386e644ec64" providerId="LiveId" clId="{99908158-1523-4D89-8225-504124C78188}" dt="2025-09-16T13:58:24.787" v="7110" actId="207"/>
          <ac:spMkLst>
            <pc:docMk/>
            <pc:sldMk cId="2957826837" sldId="294"/>
            <ac:spMk id="3" creationId="{D3F903EA-82AF-B47A-9FD4-75FE7E2D5B46}"/>
          </ac:spMkLst>
        </pc:spChg>
        <pc:spChg chg="add mod ord">
          <ac:chgData name="totoka 3710" userId="fbb77386e644ec64" providerId="LiveId" clId="{99908158-1523-4D89-8225-504124C78188}" dt="2025-09-16T23:34:54.733" v="10933"/>
          <ac:spMkLst>
            <pc:docMk/>
            <pc:sldMk cId="2957826837" sldId="294"/>
            <ac:spMk id="4" creationId="{4F85EE75-16E5-2FC7-22B3-9FB64DD2D8A8}"/>
          </ac:spMkLst>
        </pc:spChg>
        <pc:spChg chg="mod">
          <ac:chgData name="totoka 3710" userId="fbb77386e644ec64" providerId="LiveId" clId="{99908158-1523-4D89-8225-504124C78188}" dt="2025-09-16T14:07:55.104" v="7163" actId="692"/>
          <ac:spMkLst>
            <pc:docMk/>
            <pc:sldMk cId="2957826837" sldId="294"/>
            <ac:spMk id="5" creationId="{20E2FCCA-BAD0-9AFD-C036-FD5A06547A5E}"/>
          </ac:spMkLst>
        </pc:spChg>
        <pc:spChg chg="mod">
          <ac:chgData name="totoka 3710" userId="fbb77386e644ec64" providerId="LiveId" clId="{99908158-1523-4D89-8225-504124C78188}" dt="2025-09-16T13:57:29.869" v="7109" actId="207"/>
          <ac:spMkLst>
            <pc:docMk/>
            <pc:sldMk cId="2957826837" sldId="294"/>
            <ac:spMk id="6" creationId="{24EE0568-7F63-980D-E039-FC95C1E48109}"/>
          </ac:spMkLst>
        </pc:spChg>
        <pc:spChg chg="mod">
          <ac:chgData name="totoka 3710" userId="fbb77386e644ec64" providerId="LiveId" clId="{99908158-1523-4D89-8225-504124C78188}" dt="2025-09-16T14:59:48.518" v="9080" actId="207"/>
          <ac:spMkLst>
            <pc:docMk/>
            <pc:sldMk cId="2957826837" sldId="294"/>
            <ac:spMk id="7" creationId="{D0B890F6-2723-02F8-3B7B-6708CEB8D6CD}"/>
          </ac:spMkLst>
        </pc:spChg>
        <pc:spChg chg="mod">
          <ac:chgData name="totoka 3710" userId="fbb77386e644ec64" providerId="LiveId" clId="{99908158-1523-4D89-8225-504124C78188}" dt="2025-09-16T13:59:18.632" v="7112" actId="207"/>
          <ac:spMkLst>
            <pc:docMk/>
            <pc:sldMk cId="2957826837" sldId="294"/>
            <ac:spMk id="8" creationId="{5D655855-841E-0A14-4D13-E91A13202ECF}"/>
          </ac:spMkLst>
        </pc:spChg>
        <pc:spChg chg="mod modVis">
          <ac:chgData name="totoka 3710" userId="fbb77386e644ec64" providerId="LiveId" clId="{99908158-1523-4D89-8225-504124C78188}" dt="2025-09-16T13:49:49.384" v="7079" actId="207"/>
          <ac:spMkLst>
            <pc:docMk/>
            <pc:sldMk cId="2957826837" sldId="294"/>
            <ac:spMk id="11" creationId="{45E6E0E6-0201-85E4-8A34-635BE917384F}"/>
          </ac:spMkLst>
        </pc:spChg>
        <pc:spChg chg="mod">
          <ac:chgData name="totoka 3710" userId="fbb77386e644ec64" providerId="LiveId" clId="{99908158-1523-4D89-8225-504124C78188}" dt="2025-09-16T13:56:33.259" v="7100" actId="207"/>
          <ac:spMkLst>
            <pc:docMk/>
            <pc:sldMk cId="2957826837" sldId="294"/>
            <ac:spMk id="12" creationId="{5F4C368B-D7C3-1A4C-B7F5-916B4F2F3DCF}"/>
          </ac:spMkLst>
        </pc:spChg>
        <pc:spChg chg="mod">
          <ac:chgData name="totoka 3710" userId="fbb77386e644ec64" providerId="LiveId" clId="{99908158-1523-4D89-8225-504124C78188}" dt="2025-09-16T13:55:04.234" v="7088" actId="113"/>
          <ac:spMkLst>
            <pc:docMk/>
            <pc:sldMk cId="2957826837" sldId="294"/>
            <ac:spMk id="14" creationId="{C3590482-946B-FAB6-D242-396CCB61DE3F}"/>
          </ac:spMkLst>
        </pc:spChg>
        <pc:spChg chg="mod">
          <ac:chgData name="totoka 3710" userId="fbb77386e644ec64" providerId="LiveId" clId="{99908158-1523-4D89-8225-504124C78188}" dt="2025-09-16T15:00:05.448" v="9084"/>
          <ac:spMkLst>
            <pc:docMk/>
            <pc:sldMk cId="2957826837" sldId="294"/>
            <ac:spMk id="15" creationId="{48E3CCCB-B61E-6513-57CE-4D3CA3A4857F}"/>
          </ac:spMkLst>
        </pc:spChg>
        <pc:spChg chg="mod">
          <ac:chgData name="totoka 3710" userId="fbb77386e644ec64" providerId="LiveId" clId="{99908158-1523-4D89-8225-504124C78188}" dt="2025-09-16T15:39:25.567" v="9789" actId="313"/>
          <ac:spMkLst>
            <pc:docMk/>
            <pc:sldMk cId="2957826837" sldId="294"/>
            <ac:spMk id="18" creationId="{C3E54082-747A-C312-4FC5-86C4AEDA6F8C}"/>
          </ac:spMkLst>
        </pc:spChg>
        <pc:spChg chg="add mod">
          <ac:chgData name="totoka 3710" userId="fbb77386e644ec64" providerId="LiveId" clId="{99908158-1523-4D89-8225-504124C78188}" dt="2025-09-17T01:42:33.573" v="15501"/>
          <ac:spMkLst>
            <pc:docMk/>
            <pc:sldMk cId="2957826837" sldId="294"/>
            <ac:spMk id="20" creationId="{609476ED-165D-5657-D486-187A6B6FC634}"/>
          </ac:spMkLst>
        </pc:spChg>
        <pc:spChg chg="mod">
          <ac:chgData name="totoka 3710" userId="fbb77386e644ec64" providerId="LiveId" clId="{99908158-1523-4D89-8225-504124C78188}" dt="2025-09-16T15:00:21.851" v="9092"/>
          <ac:spMkLst>
            <pc:docMk/>
            <pc:sldMk cId="2957826837" sldId="294"/>
            <ac:spMk id="21" creationId="{D3972D5C-4B18-69C2-CF0D-30257FB87DAB}"/>
          </ac:spMkLst>
        </pc:spChg>
        <pc:spChg chg="mod">
          <ac:chgData name="totoka 3710" userId="fbb77386e644ec64" providerId="LiveId" clId="{99908158-1523-4D89-8225-504124C78188}" dt="2025-09-16T15:00:25.129" v="9096"/>
          <ac:spMkLst>
            <pc:docMk/>
            <pc:sldMk cId="2957826837" sldId="294"/>
            <ac:spMk id="24" creationId="{777B3876-5666-A10C-97A3-921BB69E3F14}"/>
          </ac:spMkLst>
        </pc:spChg>
        <pc:spChg chg="mod">
          <ac:chgData name="totoka 3710" userId="fbb77386e644ec64" providerId="LiveId" clId="{99908158-1523-4D89-8225-504124C78188}" dt="2025-09-16T15:00:28.770" v="9100"/>
          <ac:spMkLst>
            <pc:docMk/>
            <pc:sldMk cId="2957826837" sldId="294"/>
            <ac:spMk id="27" creationId="{6E066462-3A14-BD49-0065-7ECB464C3E1C}"/>
          </ac:spMkLst>
        </pc:spChg>
        <pc:spChg chg="mod">
          <ac:chgData name="totoka 3710" userId="fbb77386e644ec64" providerId="LiveId" clId="{99908158-1523-4D89-8225-504124C78188}" dt="2025-09-16T15:00:31.451" v="9104"/>
          <ac:spMkLst>
            <pc:docMk/>
            <pc:sldMk cId="2957826837" sldId="294"/>
            <ac:spMk id="30" creationId="{079DD520-3221-4412-EA71-9B5B78D8B493}"/>
          </ac:spMkLst>
        </pc:spChg>
        <pc:spChg chg="mod">
          <ac:chgData name="totoka 3710" userId="fbb77386e644ec64" providerId="LiveId" clId="{99908158-1523-4D89-8225-504124C78188}" dt="2025-09-16T13:55:04.234" v="7088" actId="113"/>
          <ac:spMkLst>
            <pc:docMk/>
            <pc:sldMk cId="2957826837" sldId="294"/>
            <ac:spMk id="32" creationId="{B987426D-2624-6905-C4D8-90748B06D9D6}"/>
          </ac:spMkLst>
        </pc:spChg>
        <pc:spChg chg="mod">
          <ac:chgData name="totoka 3710" userId="fbb77386e644ec64" providerId="LiveId" clId="{99908158-1523-4D89-8225-504124C78188}" dt="2025-09-16T15:00:34.921" v="9108"/>
          <ac:spMkLst>
            <pc:docMk/>
            <pc:sldMk cId="2957826837" sldId="294"/>
            <ac:spMk id="33" creationId="{DCA896D2-7708-B62D-BB84-0815215223B8}"/>
          </ac:spMkLst>
        </pc:spChg>
        <pc:spChg chg="mod">
          <ac:chgData name="totoka 3710" userId="fbb77386e644ec64" providerId="LiveId" clId="{99908158-1523-4D89-8225-504124C78188}" dt="2025-09-16T13:55:04.234" v="7088" actId="113"/>
          <ac:spMkLst>
            <pc:docMk/>
            <pc:sldMk cId="2957826837" sldId="294"/>
            <ac:spMk id="35" creationId="{1F07128A-F83D-D6F4-FD84-A342F087BBA9}"/>
          </ac:spMkLst>
        </pc:spChg>
        <pc:spChg chg="mod">
          <ac:chgData name="totoka 3710" userId="fbb77386e644ec64" providerId="LiveId" clId="{99908158-1523-4D89-8225-504124C78188}" dt="2025-09-16T15:00:37.699" v="9112"/>
          <ac:spMkLst>
            <pc:docMk/>
            <pc:sldMk cId="2957826837" sldId="294"/>
            <ac:spMk id="36" creationId="{354B7A7C-DE77-03BB-3988-479331A88256}"/>
          </ac:spMkLst>
        </pc:spChg>
        <pc:spChg chg="mod">
          <ac:chgData name="totoka 3710" userId="fbb77386e644ec64" providerId="LiveId" clId="{99908158-1523-4D89-8225-504124C78188}" dt="2025-09-16T15:00:41.112" v="9116"/>
          <ac:spMkLst>
            <pc:docMk/>
            <pc:sldMk cId="2957826837" sldId="294"/>
            <ac:spMk id="39" creationId="{589CFC33-AF2C-44CC-8D23-576E8E00A80F}"/>
          </ac:spMkLst>
        </pc:spChg>
        <pc:spChg chg="mod">
          <ac:chgData name="totoka 3710" userId="fbb77386e644ec64" providerId="LiveId" clId="{99908158-1523-4D89-8225-504124C78188}" dt="2025-09-16T11:30:04.974" v="7006" actId="207"/>
          <ac:spMkLst>
            <pc:docMk/>
            <pc:sldMk cId="2957826837" sldId="294"/>
            <ac:spMk id="41" creationId="{5D2C3BED-9EAC-2B0F-1CCD-86A86B7F5E28}"/>
          </ac:spMkLst>
        </pc:spChg>
        <pc:spChg chg="mod">
          <ac:chgData name="totoka 3710" userId="fbb77386e644ec64" providerId="LiveId" clId="{99908158-1523-4D89-8225-504124C78188}" dt="2025-09-16T15:01:11.614" v="9146"/>
          <ac:spMkLst>
            <pc:docMk/>
            <pc:sldMk cId="2957826837" sldId="294"/>
            <ac:spMk id="42" creationId="{04A20561-F78E-8819-9E22-961682BA22CB}"/>
          </ac:spMkLst>
        </pc:spChg>
        <pc:spChg chg="mod">
          <ac:chgData name="totoka 3710" userId="fbb77386e644ec64" providerId="LiveId" clId="{99908158-1523-4D89-8225-504124C78188}" dt="2025-09-16T13:55:04.234" v="7088" actId="113"/>
          <ac:spMkLst>
            <pc:docMk/>
            <pc:sldMk cId="2957826837" sldId="294"/>
            <ac:spMk id="43" creationId="{A705931F-6FC7-94AA-E612-910A9BBD5074}"/>
          </ac:spMkLst>
        </pc:spChg>
        <pc:spChg chg="mod">
          <ac:chgData name="totoka 3710" userId="fbb77386e644ec64" providerId="LiveId" clId="{99908158-1523-4D89-8225-504124C78188}" dt="2025-09-16T11:30:09.588" v="7011" actId="1038"/>
          <ac:spMkLst>
            <pc:docMk/>
            <pc:sldMk cId="2957826837" sldId="294"/>
            <ac:spMk id="44" creationId="{F1C8DAB9-2788-487C-8680-74D60D78ABAD}"/>
          </ac:spMkLst>
        </pc:spChg>
        <pc:spChg chg="mod">
          <ac:chgData name="totoka 3710" userId="fbb77386e644ec64" providerId="LiveId" clId="{99908158-1523-4D89-8225-504124C78188}" dt="2025-09-16T15:01:06.572" v="9142"/>
          <ac:spMkLst>
            <pc:docMk/>
            <pc:sldMk cId="2957826837" sldId="294"/>
            <ac:spMk id="45" creationId="{B17B0A67-221D-47A7-FD59-2C82A370062B}"/>
          </ac:spMkLst>
        </pc:spChg>
        <pc:spChg chg="mod">
          <ac:chgData name="totoka 3710" userId="fbb77386e644ec64" providerId="LiveId" clId="{99908158-1523-4D89-8225-504124C78188}" dt="2025-09-16T13:55:04.234" v="7088" actId="113"/>
          <ac:spMkLst>
            <pc:docMk/>
            <pc:sldMk cId="2957826837" sldId="294"/>
            <ac:spMk id="46" creationId="{518ECDC7-4BB6-2D6A-DD69-B153CA3052D3}"/>
          </ac:spMkLst>
        </pc:spChg>
        <pc:spChg chg="mod">
          <ac:chgData name="totoka 3710" userId="fbb77386e644ec64" providerId="LiveId" clId="{99908158-1523-4D89-8225-504124C78188}" dt="2025-09-16T13:55:04.234" v="7088" actId="113"/>
          <ac:spMkLst>
            <pc:docMk/>
            <pc:sldMk cId="2957826837" sldId="294"/>
            <ac:spMk id="47" creationId="{D24CE80E-CEBF-DC73-44B5-E2BCA3CC638F}"/>
          </ac:spMkLst>
        </pc:spChg>
        <pc:spChg chg="mod">
          <ac:chgData name="totoka 3710" userId="fbb77386e644ec64" providerId="LiveId" clId="{99908158-1523-4D89-8225-504124C78188}" dt="2025-09-16T15:00:54.934" v="9131"/>
          <ac:spMkLst>
            <pc:docMk/>
            <pc:sldMk cId="2957826837" sldId="294"/>
            <ac:spMk id="48" creationId="{FB61B494-DE7B-AEE2-1952-57C41BF210DB}"/>
          </ac:spMkLst>
        </pc:spChg>
        <pc:spChg chg="mod">
          <ac:chgData name="totoka 3710" userId="fbb77386e644ec64" providerId="LiveId" clId="{99908158-1523-4D89-8225-504124C78188}" dt="2025-09-16T13:55:04.234" v="7088" actId="113"/>
          <ac:spMkLst>
            <pc:docMk/>
            <pc:sldMk cId="2957826837" sldId="294"/>
            <ac:spMk id="49" creationId="{41F9535D-9A93-E342-980A-6D4FA41CE8BC}"/>
          </ac:spMkLst>
        </pc:spChg>
        <pc:spChg chg="mod">
          <ac:chgData name="totoka 3710" userId="fbb77386e644ec64" providerId="LiveId" clId="{99908158-1523-4D89-8225-504124C78188}" dt="2025-09-16T13:55:04.234" v="7088" actId="113"/>
          <ac:spMkLst>
            <pc:docMk/>
            <pc:sldMk cId="2957826837" sldId="294"/>
            <ac:spMk id="50" creationId="{32A77A66-94F2-D4C8-8161-785D74104C94}"/>
          </ac:spMkLst>
        </pc:spChg>
        <pc:spChg chg="mod">
          <ac:chgData name="totoka 3710" userId="fbb77386e644ec64" providerId="LiveId" clId="{99908158-1523-4D89-8225-504124C78188}" dt="2025-09-16T15:00:51.693" v="9127"/>
          <ac:spMkLst>
            <pc:docMk/>
            <pc:sldMk cId="2957826837" sldId="294"/>
            <ac:spMk id="51" creationId="{EDE257D6-644E-4BAC-3539-65019EE2779E}"/>
          </ac:spMkLst>
        </pc:spChg>
        <pc:spChg chg="mod">
          <ac:chgData name="totoka 3710" userId="fbb77386e644ec64" providerId="LiveId" clId="{99908158-1523-4D89-8225-504124C78188}" dt="2025-09-16T13:55:04.234" v="7088" actId="113"/>
          <ac:spMkLst>
            <pc:docMk/>
            <pc:sldMk cId="2957826837" sldId="294"/>
            <ac:spMk id="52" creationId="{F970FFFB-1CFB-31ED-30A9-8F162735B590}"/>
          </ac:spMkLst>
        </pc:spChg>
        <pc:spChg chg="mod">
          <ac:chgData name="totoka 3710" userId="fbb77386e644ec64" providerId="LiveId" clId="{99908158-1523-4D89-8225-504124C78188}" dt="2025-09-16T14:00:48.321" v="7120" actId="207"/>
          <ac:spMkLst>
            <pc:docMk/>
            <pc:sldMk cId="2957826837" sldId="294"/>
            <ac:spMk id="53" creationId="{63700C91-71FF-0FB0-670A-308FD76D5409}"/>
          </ac:spMkLst>
        </pc:spChg>
        <pc:spChg chg="mod">
          <ac:chgData name="totoka 3710" userId="fbb77386e644ec64" providerId="LiveId" clId="{99908158-1523-4D89-8225-504124C78188}" dt="2025-09-16T15:00:44.759" v="9120"/>
          <ac:spMkLst>
            <pc:docMk/>
            <pc:sldMk cId="2957826837" sldId="294"/>
            <ac:spMk id="54" creationId="{F85D6EF7-B411-2912-AC0E-F143EF0A1072}"/>
          </ac:spMkLst>
        </pc:spChg>
        <pc:spChg chg="mod">
          <ac:chgData name="totoka 3710" userId="fbb77386e644ec64" providerId="LiveId" clId="{99908158-1523-4D89-8225-504124C78188}" dt="2025-09-16T13:55:04.234" v="7088" actId="113"/>
          <ac:spMkLst>
            <pc:docMk/>
            <pc:sldMk cId="2957826837" sldId="294"/>
            <ac:spMk id="56" creationId="{306E3960-7413-550D-5307-A64CC44671E5}"/>
          </ac:spMkLst>
        </pc:spChg>
        <pc:spChg chg="add mod">
          <ac:chgData name="totoka 3710" userId="fbb77386e644ec64" providerId="LiveId" clId="{99908158-1523-4D89-8225-504124C78188}" dt="2025-09-16T14:00:56.267" v="7121" actId="207"/>
          <ac:spMkLst>
            <pc:docMk/>
            <pc:sldMk cId="2957826837" sldId="294"/>
            <ac:spMk id="59" creationId="{A21F1FFF-B2C2-BC2E-C2BD-97FD547D3BDE}"/>
          </ac:spMkLst>
        </pc:spChg>
        <pc:spChg chg="add mod">
          <ac:chgData name="totoka 3710" userId="fbb77386e644ec64" providerId="LiveId" clId="{99908158-1523-4D89-8225-504124C78188}" dt="2025-09-16T13:46:15.570" v="7052"/>
          <ac:spMkLst>
            <pc:docMk/>
            <pc:sldMk cId="2957826837" sldId="294"/>
            <ac:spMk id="62" creationId="{98276E26-9164-D602-FC5C-87A818F496BA}"/>
          </ac:spMkLst>
        </pc:spChg>
        <pc:spChg chg="add mod">
          <ac:chgData name="totoka 3710" userId="fbb77386e644ec64" providerId="LiveId" clId="{99908158-1523-4D89-8225-504124C78188}" dt="2025-09-16T15:46:46.541" v="10021"/>
          <ac:spMkLst>
            <pc:docMk/>
            <pc:sldMk cId="2957826837" sldId="294"/>
            <ac:spMk id="63" creationId="{8728A6AE-A700-5F0D-A931-820BBE6F8EDB}"/>
          </ac:spMkLst>
        </pc:spChg>
      </pc:sldChg>
      <pc:sldChg chg="addSp delSp modSp add mod ord modTransition modNotesTx">
        <pc:chgData name="totoka 3710" userId="fbb77386e644ec64" providerId="LiveId" clId="{99908158-1523-4D89-8225-504124C78188}" dt="2025-09-26T05:03:30.490" v="32390"/>
        <pc:sldMkLst>
          <pc:docMk/>
          <pc:sldMk cId="2888120494" sldId="295"/>
        </pc:sldMkLst>
        <pc:spChg chg="mod">
          <ac:chgData name="totoka 3710" userId="fbb77386e644ec64" providerId="LiveId" clId="{99908158-1523-4D89-8225-504124C78188}" dt="2025-09-16T13:42:50.850" v="7050" actId="1076"/>
          <ac:spMkLst>
            <pc:docMk/>
            <pc:sldMk cId="2888120494" sldId="295"/>
            <ac:spMk id="4" creationId="{4C811086-B093-94F4-F463-6F46F27FC2E1}"/>
          </ac:spMkLst>
        </pc:spChg>
        <pc:spChg chg="add mod ord">
          <ac:chgData name="totoka 3710" userId="fbb77386e644ec64" providerId="LiveId" clId="{99908158-1523-4D89-8225-504124C78188}" dt="2025-09-16T23:33:13.445" v="10790"/>
          <ac:spMkLst>
            <pc:docMk/>
            <pc:sldMk cId="2888120494" sldId="295"/>
            <ac:spMk id="7" creationId="{F9E825A6-A38B-C93C-4C5F-E254B8D2CCE6}"/>
          </ac:spMkLst>
        </pc:spChg>
        <pc:spChg chg="add mod">
          <ac:chgData name="totoka 3710" userId="fbb77386e644ec64" providerId="LiveId" clId="{99908158-1523-4D89-8225-504124C78188}" dt="2025-09-17T01:42:30.210" v="15498"/>
          <ac:spMkLst>
            <pc:docMk/>
            <pc:sldMk cId="2888120494" sldId="295"/>
            <ac:spMk id="9" creationId="{50A45D7F-9CE5-B2B3-9184-964038CED849}"/>
          </ac:spMkLst>
        </pc:spChg>
        <pc:spChg chg="add mod">
          <ac:chgData name="totoka 3710" userId="fbb77386e644ec64" providerId="LiveId" clId="{99908158-1523-4D89-8225-504124C78188}" dt="2025-09-16T14:04:06.736" v="7149"/>
          <ac:spMkLst>
            <pc:docMk/>
            <pc:sldMk cId="2888120494" sldId="295"/>
            <ac:spMk id="20" creationId="{61D506CF-AF5B-6CF7-3D65-5D2562576CC2}"/>
          </ac:spMkLst>
        </pc:spChg>
        <pc:spChg chg="add mod ord">
          <ac:chgData name="totoka 3710" userId="fbb77386e644ec64" providerId="LiveId" clId="{99908158-1523-4D89-8225-504124C78188}" dt="2025-09-16T14:55:15.980" v="9048"/>
          <ac:spMkLst>
            <pc:docMk/>
            <pc:sldMk cId="2888120494" sldId="295"/>
            <ac:spMk id="102" creationId="{B2B606B7-8761-AB33-E75F-73E7569C2E8D}"/>
          </ac:spMkLst>
        </pc:spChg>
        <pc:spChg chg="add mod ord">
          <ac:chgData name="totoka 3710" userId="fbb77386e644ec64" providerId="LiveId" clId="{99908158-1523-4D89-8225-504124C78188}" dt="2025-09-16T14:55:15.980" v="9048"/>
          <ac:spMkLst>
            <pc:docMk/>
            <pc:sldMk cId="2888120494" sldId="295"/>
            <ac:spMk id="103" creationId="{D65A8EA7-CFF1-3A64-080C-57040D32D24A}"/>
          </ac:spMkLst>
        </pc:spChg>
        <pc:spChg chg="add mod ord">
          <ac:chgData name="totoka 3710" userId="fbb77386e644ec64" providerId="LiveId" clId="{99908158-1523-4D89-8225-504124C78188}" dt="2025-09-16T14:55:15.980" v="9048"/>
          <ac:spMkLst>
            <pc:docMk/>
            <pc:sldMk cId="2888120494" sldId="295"/>
            <ac:spMk id="104" creationId="{38F23859-5D8A-BD24-63B6-04D367307E04}"/>
          </ac:spMkLst>
        </pc:spChg>
        <pc:spChg chg="add mod ord">
          <ac:chgData name="totoka 3710" userId="fbb77386e644ec64" providerId="LiveId" clId="{99908158-1523-4D89-8225-504124C78188}" dt="2025-09-16T14:55:15.980" v="9048"/>
          <ac:spMkLst>
            <pc:docMk/>
            <pc:sldMk cId="2888120494" sldId="295"/>
            <ac:spMk id="107" creationId="{0CCC41C4-AAB3-F96D-C03E-D32F5413C5C7}"/>
          </ac:spMkLst>
        </pc:spChg>
        <pc:spChg chg="mod">
          <ac:chgData name="totoka 3710" userId="fbb77386e644ec64" providerId="LiveId" clId="{99908158-1523-4D89-8225-504124C78188}" dt="2025-09-16T15:39:23.990" v="9786" actId="313"/>
          <ac:spMkLst>
            <pc:docMk/>
            <pc:sldMk cId="2888120494" sldId="295"/>
            <ac:spMk id="108" creationId="{007A5C6E-0E5F-5E14-638D-8A1A0DB076B1}"/>
          </ac:spMkLst>
        </pc:spChg>
        <pc:spChg chg="add mod ord">
          <ac:chgData name="totoka 3710" userId="fbb77386e644ec64" providerId="LiveId" clId="{99908158-1523-4D89-8225-504124C78188}" dt="2025-09-16T14:55:15.980" v="9048"/>
          <ac:spMkLst>
            <pc:docMk/>
            <pc:sldMk cId="2888120494" sldId="295"/>
            <ac:spMk id="119" creationId="{F41BACBB-8FDF-0C7C-4908-633F9EEA6B88}"/>
          </ac:spMkLst>
        </pc:spChg>
        <pc:spChg chg="mod">
          <ac:chgData name="totoka 3710" userId="fbb77386e644ec64" providerId="LiveId" clId="{99908158-1523-4D89-8225-504124C78188}" dt="2025-09-17T01:36:59.003" v="15188" actId="403"/>
          <ac:spMkLst>
            <pc:docMk/>
            <pc:sldMk cId="2888120494" sldId="295"/>
            <ac:spMk id="121" creationId="{AA2B2D8D-350D-DD79-BCA3-3A36928102EF}"/>
          </ac:spMkLst>
        </pc:spChg>
        <pc:spChg chg="add mod ord">
          <ac:chgData name="totoka 3710" userId="fbb77386e644ec64" providerId="LiveId" clId="{99908158-1523-4D89-8225-504124C78188}" dt="2025-09-16T14:55:15.980" v="9048"/>
          <ac:spMkLst>
            <pc:docMk/>
            <pc:sldMk cId="2888120494" sldId="295"/>
            <ac:spMk id="122" creationId="{40BFDB27-1252-6448-FC72-69044150DB38}"/>
          </ac:spMkLst>
        </pc:spChg>
        <pc:spChg chg="add mod ord">
          <ac:chgData name="totoka 3710" userId="fbb77386e644ec64" providerId="LiveId" clId="{99908158-1523-4D89-8225-504124C78188}" dt="2025-09-17T01:37:03.837" v="15195" actId="403"/>
          <ac:spMkLst>
            <pc:docMk/>
            <pc:sldMk cId="2888120494" sldId="295"/>
            <ac:spMk id="124" creationId="{B95583A7-B494-626F-5984-CBAE2D64995D}"/>
          </ac:spMkLst>
        </pc:spChg>
        <pc:spChg chg="mod">
          <ac:chgData name="totoka 3710" userId="fbb77386e644ec64" providerId="LiveId" clId="{99908158-1523-4D89-8225-504124C78188}" dt="2025-09-17T01:37:08.170" v="15202" actId="403"/>
          <ac:spMkLst>
            <pc:docMk/>
            <pc:sldMk cId="2888120494" sldId="295"/>
            <ac:spMk id="127" creationId="{2B932CC9-193B-87C8-8EDA-31A8F3E93BE6}"/>
          </ac:spMkLst>
        </pc:spChg>
        <pc:spChg chg="add mod ord">
          <ac:chgData name="totoka 3710" userId="fbb77386e644ec64" providerId="LiveId" clId="{99908158-1523-4D89-8225-504124C78188}" dt="2025-09-16T14:55:15.980" v="9048"/>
          <ac:spMkLst>
            <pc:docMk/>
            <pc:sldMk cId="2888120494" sldId="295"/>
            <ac:spMk id="128" creationId="{7EE9C530-CAB6-1A71-1543-B062E4C4F45C}"/>
          </ac:spMkLst>
        </pc:spChg>
        <pc:spChg chg="mod">
          <ac:chgData name="totoka 3710" userId="fbb77386e644ec64" providerId="LiveId" clId="{99908158-1523-4D89-8225-504124C78188}" dt="2025-09-17T01:37:36.580" v="15237" actId="403"/>
          <ac:spMkLst>
            <pc:docMk/>
            <pc:sldMk cId="2888120494" sldId="295"/>
            <ac:spMk id="129" creationId="{B7189293-8366-CC43-953B-B3C4E5854BE6}"/>
          </ac:spMkLst>
        </pc:spChg>
        <pc:spChg chg="add mod ord">
          <ac:chgData name="totoka 3710" userId="fbb77386e644ec64" providerId="LiveId" clId="{99908158-1523-4D89-8225-504124C78188}" dt="2025-09-17T01:37:30.630" v="15230" actId="403"/>
          <ac:spMkLst>
            <pc:docMk/>
            <pc:sldMk cId="2888120494" sldId="295"/>
            <ac:spMk id="131" creationId="{308C11DF-B974-96F2-9C99-5267E1CD181A}"/>
          </ac:spMkLst>
        </pc:spChg>
        <pc:spChg chg="add mod ord">
          <ac:chgData name="totoka 3710" userId="fbb77386e644ec64" providerId="LiveId" clId="{99908158-1523-4D89-8225-504124C78188}" dt="2025-09-16T14:55:15.980" v="9048"/>
          <ac:spMkLst>
            <pc:docMk/>
            <pc:sldMk cId="2888120494" sldId="295"/>
            <ac:spMk id="132" creationId="{0F375C24-A80D-995A-58C4-73BC59CE879A}"/>
          </ac:spMkLst>
        </pc:spChg>
        <pc:spChg chg="mod">
          <ac:chgData name="totoka 3710" userId="fbb77386e644ec64" providerId="LiveId" clId="{99908158-1523-4D89-8225-504124C78188}" dt="2025-09-17T01:37:24.693" v="15223" actId="403"/>
          <ac:spMkLst>
            <pc:docMk/>
            <pc:sldMk cId="2888120494" sldId="295"/>
            <ac:spMk id="134" creationId="{15A76ADE-73F5-3619-FFB4-F7DA6BE21838}"/>
          </ac:spMkLst>
        </pc:spChg>
        <pc:spChg chg="mod">
          <ac:chgData name="totoka 3710" userId="fbb77386e644ec64" providerId="LiveId" clId="{99908158-1523-4D89-8225-504124C78188}" dt="2025-09-17T01:37:19.776" v="15216" actId="403"/>
          <ac:spMkLst>
            <pc:docMk/>
            <pc:sldMk cId="2888120494" sldId="295"/>
            <ac:spMk id="137" creationId="{3438B833-6BCE-6F5B-DCE6-75F93EF0C699}"/>
          </ac:spMkLst>
        </pc:spChg>
        <pc:spChg chg="mod">
          <ac:chgData name="totoka 3710" userId="fbb77386e644ec64" providerId="LiveId" clId="{99908158-1523-4D89-8225-504124C78188}" dt="2025-09-17T01:37:13.791" v="15209" actId="403"/>
          <ac:spMkLst>
            <pc:docMk/>
            <pc:sldMk cId="2888120494" sldId="295"/>
            <ac:spMk id="139" creationId="{2FA3C98C-E27A-D569-F01B-C78F2099117E}"/>
          </ac:spMkLst>
        </pc:spChg>
        <pc:spChg chg="add mod">
          <ac:chgData name="totoka 3710" userId="fbb77386e644ec64" providerId="LiveId" clId="{99908158-1523-4D89-8225-504124C78188}" dt="2025-09-16T15:46:41.632" v="10018"/>
          <ac:spMkLst>
            <pc:docMk/>
            <pc:sldMk cId="2888120494" sldId="295"/>
            <ac:spMk id="145" creationId="{4B71D5F8-C479-C876-0036-4A7A64E54602}"/>
          </ac:spMkLst>
        </pc:spChg>
      </pc:sldChg>
      <pc:sldChg chg="addSp delSp modSp add mod ord modTransition modNotesTx">
        <pc:chgData name="totoka 3710" userId="fbb77386e644ec64" providerId="LiveId" clId="{99908158-1523-4D89-8225-504124C78188}" dt="2025-09-26T15:45:44.669" v="38322"/>
        <pc:sldMkLst>
          <pc:docMk/>
          <pc:sldMk cId="1694409864" sldId="296"/>
        </pc:sldMkLst>
        <pc:spChg chg="add mod ord">
          <ac:chgData name="totoka 3710" userId="fbb77386e644ec64" providerId="LiveId" clId="{99908158-1523-4D89-8225-504124C78188}" dt="2025-09-16T23:35:21.191" v="10945"/>
          <ac:spMkLst>
            <pc:docMk/>
            <pc:sldMk cId="1694409864" sldId="296"/>
            <ac:spMk id="7" creationId="{C058C19D-E29D-745C-BC0A-AFCF7DF74D27}"/>
          </ac:spMkLst>
        </pc:spChg>
        <pc:spChg chg="add mod">
          <ac:chgData name="totoka 3710" userId="fbb77386e644ec64" providerId="LiveId" clId="{99908158-1523-4D89-8225-504124C78188}" dt="2025-09-17T01:42:41.295" v="15504"/>
          <ac:spMkLst>
            <pc:docMk/>
            <pc:sldMk cId="1694409864" sldId="296"/>
            <ac:spMk id="9" creationId="{EC2B8E8D-E78A-DD0D-CEF1-20B73396D51E}"/>
          </ac:spMkLst>
        </pc:spChg>
        <pc:spChg chg="add mod">
          <ac:chgData name="totoka 3710" userId="fbb77386e644ec64" providerId="LiveId" clId="{99908158-1523-4D89-8225-504124C78188}" dt="2025-09-16T14:04:08.986" v="7150"/>
          <ac:spMkLst>
            <pc:docMk/>
            <pc:sldMk cId="1694409864" sldId="296"/>
            <ac:spMk id="20" creationId="{02A1821A-2534-BA50-5EA7-275D6C95CE80}"/>
          </ac:spMkLst>
        </pc:spChg>
        <pc:spChg chg="ord">
          <ac:chgData name="totoka 3710" userId="fbb77386e644ec64" providerId="LiveId" clId="{99908158-1523-4D89-8225-504124C78188}" dt="2025-09-16T15:04:28.100" v="9178"/>
          <ac:spMkLst>
            <pc:docMk/>
            <pc:sldMk cId="1694409864" sldId="296"/>
            <ac:spMk id="104" creationId="{382C2A8C-2B23-44D3-7FE9-03DB6F5088C8}"/>
          </ac:spMkLst>
        </pc:spChg>
        <pc:spChg chg="add mod">
          <ac:chgData name="totoka 3710" userId="fbb77386e644ec64" providerId="LiveId" clId="{99908158-1523-4D89-8225-504124C78188}" dt="2025-09-16T15:04:22.357" v="9165"/>
          <ac:spMkLst>
            <pc:docMk/>
            <pc:sldMk cId="1694409864" sldId="296"/>
            <ac:spMk id="106" creationId="{F7489E27-BA9C-ADAA-22CD-D7EAA4B526CC}"/>
          </ac:spMkLst>
        </pc:spChg>
        <pc:spChg chg="mod">
          <ac:chgData name="totoka 3710" userId="fbb77386e644ec64" providerId="LiveId" clId="{99908158-1523-4D89-8225-504124C78188}" dt="2025-09-16T15:39:27.170" v="9792" actId="313"/>
          <ac:spMkLst>
            <pc:docMk/>
            <pc:sldMk cId="1694409864" sldId="296"/>
            <ac:spMk id="110" creationId="{B9987C93-99A2-41AD-6237-226C51835097}"/>
          </ac:spMkLst>
        </pc:spChg>
        <pc:spChg chg="add mod">
          <ac:chgData name="totoka 3710" userId="fbb77386e644ec64" providerId="LiveId" clId="{99908158-1523-4D89-8225-504124C78188}" dt="2025-09-16T15:04:22.357" v="9165"/>
          <ac:spMkLst>
            <pc:docMk/>
            <pc:sldMk cId="1694409864" sldId="296"/>
            <ac:spMk id="116" creationId="{692B6D86-1069-C684-A2F7-805ECD99CFA3}"/>
          </ac:spMkLst>
        </pc:spChg>
        <pc:spChg chg="add mod ord">
          <ac:chgData name="totoka 3710" userId="fbb77386e644ec64" providerId="LiveId" clId="{99908158-1523-4D89-8225-504124C78188}" dt="2025-09-16T15:04:28.100" v="9178"/>
          <ac:spMkLst>
            <pc:docMk/>
            <pc:sldMk cId="1694409864" sldId="296"/>
            <ac:spMk id="118" creationId="{FE9EA34B-FC03-FBEA-33B0-E15DBC6E3541}"/>
          </ac:spMkLst>
        </pc:spChg>
        <pc:spChg chg="ord">
          <ac:chgData name="totoka 3710" userId="fbb77386e644ec64" providerId="LiveId" clId="{99908158-1523-4D89-8225-504124C78188}" dt="2025-09-16T15:04:28.100" v="9178"/>
          <ac:spMkLst>
            <pc:docMk/>
            <pc:sldMk cId="1694409864" sldId="296"/>
            <ac:spMk id="120" creationId="{C10BAA1E-3760-7670-7D8F-5DD1BC3D0545}"/>
          </ac:spMkLst>
        </pc:spChg>
        <pc:spChg chg="ord">
          <ac:chgData name="totoka 3710" userId="fbb77386e644ec64" providerId="LiveId" clId="{99908158-1523-4D89-8225-504124C78188}" dt="2025-09-16T15:04:28.100" v="9178"/>
          <ac:spMkLst>
            <pc:docMk/>
            <pc:sldMk cId="1694409864" sldId="296"/>
            <ac:spMk id="121" creationId="{342CFF5E-1386-F557-5303-74B5916171C9}"/>
          </ac:spMkLst>
        </pc:spChg>
        <pc:spChg chg="ord">
          <ac:chgData name="totoka 3710" userId="fbb77386e644ec64" providerId="LiveId" clId="{99908158-1523-4D89-8225-504124C78188}" dt="2025-09-16T15:04:28.100" v="9178"/>
          <ac:spMkLst>
            <pc:docMk/>
            <pc:sldMk cId="1694409864" sldId="296"/>
            <ac:spMk id="122" creationId="{9CAC0C5D-A7F3-45E8-F81A-DBDBC0C6D9D0}"/>
          </ac:spMkLst>
        </pc:spChg>
        <pc:spChg chg="mod">
          <ac:chgData name="totoka 3710" userId="fbb77386e644ec64" providerId="LiveId" clId="{99908158-1523-4D89-8225-504124C78188}" dt="2025-09-17T01:23:30.998" v="14524" actId="403"/>
          <ac:spMkLst>
            <pc:docMk/>
            <pc:sldMk cId="1694409864" sldId="296"/>
            <ac:spMk id="123" creationId="{29A92AA9-81ED-DDB0-152E-A494EE56CF2C}"/>
          </ac:spMkLst>
        </pc:spChg>
        <pc:spChg chg="ord">
          <ac:chgData name="totoka 3710" userId="fbb77386e644ec64" providerId="LiveId" clId="{99908158-1523-4D89-8225-504124C78188}" dt="2025-09-16T15:04:28.100" v="9178"/>
          <ac:spMkLst>
            <pc:docMk/>
            <pc:sldMk cId="1694409864" sldId="296"/>
            <ac:spMk id="124" creationId="{7CFB7F03-EED5-A027-CDE1-B5E2F8026D1E}"/>
          </ac:spMkLst>
        </pc:spChg>
        <pc:spChg chg="add mod ord">
          <ac:chgData name="totoka 3710" userId="fbb77386e644ec64" providerId="LiveId" clId="{99908158-1523-4D89-8225-504124C78188}" dt="2025-09-16T15:04:28.100" v="9178"/>
          <ac:spMkLst>
            <pc:docMk/>
            <pc:sldMk cId="1694409864" sldId="296"/>
            <ac:spMk id="125" creationId="{F95E39B8-3CC5-F8C3-A6F3-64C037B1742E}"/>
          </ac:spMkLst>
        </pc:spChg>
        <pc:spChg chg="mod">
          <ac:chgData name="totoka 3710" userId="fbb77386e644ec64" providerId="LiveId" clId="{99908158-1523-4D89-8225-504124C78188}" dt="2025-09-17T01:23:36.127" v="14531" actId="403"/>
          <ac:spMkLst>
            <pc:docMk/>
            <pc:sldMk cId="1694409864" sldId="296"/>
            <ac:spMk id="126" creationId="{97C90C49-A9BA-7E87-E7E6-DB5998CA6C38}"/>
          </ac:spMkLst>
        </pc:spChg>
        <pc:spChg chg="add mod">
          <ac:chgData name="totoka 3710" userId="fbb77386e644ec64" providerId="LiveId" clId="{99908158-1523-4D89-8225-504124C78188}" dt="2025-09-16T15:04:22.357" v="9165"/>
          <ac:spMkLst>
            <pc:docMk/>
            <pc:sldMk cId="1694409864" sldId="296"/>
            <ac:spMk id="128" creationId="{220535FE-3407-760B-8804-3297B942F934}"/>
          </ac:spMkLst>
        </pc:spChg>
        <pc:spChg chg="mod">
          <ac:chgData name="totoka 3710" userId="fbb77386e644ec64" providerId="LiveId" clId="{99908158-1523-4D89-8225-504124C78188}" dt="2025-09-17T01:23:44.357" v="14540" actId="404"/>
          <ac:spMkLst>
            <pc:docMk/>
            <pc:sldMk cId="1694409864" sldId="296"/>
            <ac:spMk id="129" creationId="{1AADDEAC-E77C-F3C2-D925-CA877B981DBC}"/>
          </ac:spMkLst>
        </pc:spChg>
        <pc:spChg chg="add mod">
          <ac:chgData name="totoka 3710" userId="fbb77386e644ec64" providerId="LiveId" clId="{99908158-1523-4D89-8225-504124C78188}" dt="2025-09-16T15:04:22.357" v="9165"/>
          <ac:spMkLst>
            <pc:docMk/>
            <pc:sldMk cId="1694409864" sldId="296"/>
            <ac:spMk id="130" creationId="{CC28B666-8201-8E53-7BCB-75A4E588F159}"/>
          </ac:spMkLst>
        </pc:spChg>
        <pc:spChg chg="mod">
          <ac:chgData name="totoka 3710" userId="fbb77386e644ec64" providerId="LiveId" clId="{99908158-1523-4D89-8225-504124C78188}" dt="2025-09-17T01:23:51.027" v="14547" actId="403"/>
          <ac:spMkLst>
            <pc:docMk/>
            <pc:sldMk cId="1694409864" sldId="296"/>
            <ac:spMk id="131" creationId="{D53F6E40-178A-5852-787F-02292732F9D4}"/>
          </ac:spMkLst>
        </pc:spChg>
        <pc:spChg chg="add mod ord">
          <ac:chgData name="totoka 3710" userId="fbb77386e644ec64" providerId="LiveId" clId="{99908158-1523-4D89-8225-504124C78188}" dt="2025-09-17T01:23:57.062" v="14556" actId="404"/>
          <ac:spMkLst>
            <pc:docMk/>
            <pc:sldMk cId="1694409864" sldId="296"/>
            <ac:spMk id="133" creationId="{B74BA417-23C7-FFE3-8351-F4714AAE4F4D}"/>
          </ac:spMkLst>
        </pc:spChg>
        <pc:spChg chg="add mod">
          <ac:chgData name="totoka 3710" userId="fbb77386e644ec64" providerId="LiveId" clId="{99908158-1523-4D89-8225-504124C78188}" dt="2025-09-16T15:04:22.357" v="9165"/>
          <ac:spMkLst>
            <pc:docMk/>
            <pc:sldMk cId="1694409864" sldId="296"/>
            <ac:spMk id="134" creationId="{B4BF23B6-E3ED-A1FD-87D7-D508D97D8845}"/>
          </ac:spMkLst>
        </pc:spChg>
        <pc:spChg chg="add mod">
          <ac:chgData name="totoka 3710" userId="fbb77386e644ec64" providerId="LiveId" clId="{99908158-1523-4D89-8225-504124C78188}" dt="2025-09-17T01:24:01.424" v="14563" actId="403"/>
          <ac:spMkLst>
            <pc:docMk/>
            <pc:sldMk cId="1694409864" sldId="296"/>
            <ac:spMk id="136" creationId="{89D7A634-CA6F-02DF-42F4-1B2E88DBD26A}"/>
          </ac:spMkLst>
        </pc:spChg>
        <pc:spChg chg="add mod ord">
          <ac:chgData name="totoka 3710" userId="fbb77386e644ec64" providerId="LiveId" clId="{99908158-1523-4D89-8225-504124C78188}" dt="2025-09-16T15:04:28.100" v="9178"/>
          <ac:spMkLst>
            <pc:docMk/>
            <pc:sldMk cId="1694409864" sldId="296"/>
            <ac:spMk id="137" creationId="{6D0F928F-17AC-13A4-C064-B99376A2EABF}"/>
          </ac:spMkLst>
        </pc:spChg>
        <pc:spChg chg="ord">
          <ac:chgData name="totoka 3710" userId="fbb77386e644ec64" providerId="LiveId" clId="{99908158-1523-4D89-8225-504124C78188}" dt="2025-09-16T15:04:28.100" v="9178"/>
          <ac:spMkLst>
            <pc:docMk/>
            <pc:sldMk cId="1694409864" sldId="296"/>
            <ac:spMk id="138" creationId="{620B0C3C-63D4-C9B8-3002-61F11F4E7516}"/>
          </ac:spMkLst>
        </pc:spChg>
        <pc:spChg chg="mod">
          <ac:chgData name="totoka 3710" userId="fbb77386e644ec64" providerId="LiveId" clId="{99908158-1523-4D89-8225-504124C78188}" dt="2025-09-17T01:24:07.139" v="14570" actId="403"/>
          <ac:spMkLst>
            <pc:docMk/>
            <pc:sldMk cId="1694409864" sldId="296"/>
            <ac:spMk id="139" creationId="{4D7FE1F0-67C2-056E-AD40-A9FB1955A968}"/>
          </ac:spMkLst>
        </pc:spChg>
        <pc:spChg chg="mod">
          <ac:chgData name="totoka 3710" userId="fbb77386e644ec64" providerId="LiveId" clId="{99908158-1523-4D89-8225-504124C78188}" dt="2025-09-17T01:24:12.885" v="14577" actId="403"/>
          <ac:spMkLst>
            <pc:docMk/>
            <pc:sldMk cId="1694409864" sldId="296"/>
            <ac:spMk id="141" creationId="{ADF10C5C-8B9C-3AAA-FCFC-9286AFF40DB8}"/>
          </ac:spMkLst>
        </pc:spChg>
        <pc:spChg chg="add mod">
          <ac:chgData name="totoka 3710" userId="fbb77386e644ec64" providerId="LiveId" clId="{99908158-1523-4D89-8225-504124C78188}" dt="2025-09-16T15:46:51.145" v="10024"/>
          <ac:spMkLst>
            <pc:docMk/>
            <pc:sldMk cId="1694409864" sldId="296"/>
            <ac:spMk id="147" creationId="{0B5C4473-DF84-0A25-25D2-16C3BF7D04F7}"/>
          </ac:spMkLst>
        </pc:spChg>
      </pc:sldChg>
      <pc:sldChg chg="addSp delSp modSp add mod ord modTransition modNotesTx">
        <pc:chgData name="totoka 3710" userId="fbb77386e644ec64" providerId="LiveId" clId="{99908158-1523-4D89-8225-504124C78188}" dt="2025-09-26T05:03:30.490" v="32390"/>
        <pc:sldMkLst>
          <pc:docMk/>
          <pc:sldMk cId="2723691895" sldId="297"/>
        </pc:sldMkLst>
        <pc:spChg chg="add mod ord">
          <ac:chgData name="totoka 3710" userId="fbb77386e644ec64" providerId="LiveId" clId="{99908158-1523-4D89-8225-504124C78188}" dt="2025-09-16T23:33:22.775" v="10801"/>
          <ac:spMkLst>
            <pc:docMk/>
            <pc:sldMk cId="2723691895" sldId="297"/>
            <ac:spMk id="4" creationId="{2C9346B0-17E9-C81A-39A2-C63AEF7A7E33}"/>
          </ac:spMkLst>
        </pc:spChg>
        <pc:spChg chg="add mod">
          <ac:chgData name="totoka 3710" userId="fbb77386e644ec64" providerId="LiveId" clId="{99908158-1523-4D89-8225-504124C78188}" dt="2025-09-17T01:42:31.234" v="15499"/>
          <ac:spMkLst>
            <pc:docMk/>
            <pc:sldMk cId="2723691895" sldId="297"/>
            <ac:spMk id="7" creationId="{B0FE14EE-AD97-1E90-EA4A-8C17383B9B13}"/>
          </ac:spMkLst>
        </pc:spChg>
        <pc:spChg chg="add mod">
          <ac:chgData name="totoka 3710" userId="fbb77386e644ec64" providerId="LiveId" clId="{99908158-1523-4D89-8225-504124C78188}" dt="2025-09-16T14:06:50.413" v="7157" actId="1076"/>
          <ac:spMkLst>
            <pc:docMk/>
            <pc:sldMk cId="2723691895" sldId="297"/>
            <ac:spMk id="29" creationId="{BFB9A47E-4155-653E-6396-7147485FCD0F}"/>
          </ac:spMkLst>
        </pc:spChg>
        <pc:spChg chg="add mod ord">
          <ac:chgData name="totoka 3710" userId="fbb77386e644ec64" providerId="LiveId" clId="{99908158-1523-4D89-8225-504124C78188}" dt="2025-09-16T14:55:28.836" v="9063"/>
          <ac:spMkLst>
            <pc:docMk/>
            <pc:sldMk cId="2723691895" sldId="297"/>
            <ac:spMk id="62" creationId="{2D30CC14-01C3-AE69-4B19-330D8310150A}"/>
          </ac:spMkLst>
        </pc:spChg>
        <pc:spChg chg="add mod ord">
          <ac:chgData name="totoka 3710" userId="fbb77386e644ec64" providerId="LiveId" clId="{99908158-1523-4D89-8225-504124C78188}" dt="2025-09-16T14:55:28.836" v="9063"/>
          <ac:spMkLst>
            <pc:docMk/>
            <pc:sldMk cId="2723691895" sldId="297"/>
            <ac:spMk id="64" creationId="{D5042C53-3A34-D23E-1976-11232046B786}"/>
          </ac:spMkLst>
        </pc:spChg>
        <pc:spChg chg="add mod ord">
          <ac:chgData name="totoka 3710" userId="fbb77386e644ec64" providerId="LiveId" clId="{99908158-1523-4D89-8225-504124C78188}" dt="2025-09-16T15:39:24.518" v="9787" actId="313"/>
          <ac:spMkLst>
            <pc:docMk/>
            <pc:sldMk cId="2723691895" sldId="297"/>
            <ac:spMk id="66" creationId="{8A3636AF-8AD4-B331-0357-9EFEA3FD7A8C}"/>
          </ac:spMkLst>
        </pc:spChg>
        <pc:spChg chg="add mod ord">
          <ac:chgData name="totoka 3710" userId="fbb77386e644ec64" providerId="LiveId" clId="{99908158-1523-4D89-8225-504124C78188}" dt="2025-09-16T14:55:28.836" v="9063"/>
          <ac:spMkLst>
            <pc:docMk/>
            <pc:sldMk cId="2723691895" sldId="297"/>
            <ac:spMk id="68" creationId="{A372034F-F996-4E8E-BC36-0983FBB6EBCD}"/>
          </ac:spMkLst>
        </pc:spChg>
        <pc:spChg chg="add mod ord">
          <ac:chgData name="totoka 3710" userId="fbb77386e644ec64" providerId="LiveId" clId="{99908158-1523-4D89-8225-504124C78188}" dt="2025-09-16T14:55:28.836" v="9063"/>
          <ac:spMkLst>
            <pc:docMk/>
            <pc:sldMk cId="2723691895" sldId="297"/>
            <ac:spMk id="72" creationId="{B0C45E91-4176-1830-D34E-25B2C5F7ACCA}"/>
          </ac:spMkLst>
        </pc:spChg>
        <pc:spChg chg="add mod ord">
          <ac:chgData name="totoka 3710" userId="fbb77386e644ec64" providerId="LiveId" clId="{99908158-1523-4D89-8225-504124C78188}" dt="2025-09-16T14:55:28.836" v="9063"/>
          <ac:spMkLst>
            <pc:docMk/>
            <pc:sldMk cId="2723691895" sldId="297"/>
            <ac:spMk id="77" creationId="{C896D3DA-1D0D-D4CD-6A86-2926494AAAD2}"/>
          </ac:spMkLst>
        </pc:spChg>
        <pc:spChg chg="mod">
          <ac:chgData name="totoka 3710" userId="fbb77386e644ec64" providerId="LiveId" clId="{99908158-1523-4D89-8225-504124C78188}" dt="2025-09-17T01:37:48.860" v="15244" actId="403"/>
          <ac:spMkLst>
            <pc:docMk/>
            <pc:sldMk cId="2723691895" sldId="297"/>
            <ac:spMk id="79" creationId="{1213D0CF-A570-8A0F-9862-41A8E2232676}"/>
          </ac:spMkLst>
        </pc:spChg>
        <pc:spChg chg="add mod ord">
          <ac:chgData name="totoka 3710" userId="fbb77386e644ec64" providerId="LiveId" clId="{99908158-1523-4D89-8225-504124C78188}" dt="2025-09-16T14:55:28.836" v="9063"/>
          <ac:spMkLst>
            <pc:docMk/>
            <pc:sldMk cId="2723691895" sldId="297"/>
            <ac:spMk id="80" creationId="{84B5FE05-8467-C063-2405-D85B02C50C10}"/>
          </ac:spMkLst>
        </pc:spChg>
        <pc:spChg chg="mod">
          <ac:chgData name="totoka 3710" userId="fbb77386e644ec64" providerId="LiveId" clId="{99908158-1523-4D89-8225-504124C78188}" dt="2025-09-17T01:37:54.315" v="15251" actId="403"/>
          <ac:spMkLst>
            <pc:docMk/>
            <pc:sldMk cId="2723691895" sldId="297"/>
            <ac:spMk id="82" creationId="{76E019BA-2CE5-8679-2E9C-4DD93E896885}"/>
          </ac:spMkLst>
        </pc:spChg>
        <pc:spChg chg="mod">
          <ac:chgData name="totoka 3710" userId="fbb77386e644ec64" providerId="LiveId" clId="{99908158-1523-4D89-8225-504124C78188}" dt="2025-09-17T01:37:59.269" v="15258" actId="403"/>
          <ac:spMkLst>
            <pc:docMk/>
            <pc:sldMk cId="2723691895" sldId="297"/>
            <ac:spMk id="85" creationId="{9A456A75-8297-0FD8-2E29-E761A46D348D}"/>
          </ac:spMkLst>
        </pc:spChg>
        <pc:spChg chg="add mod ord">
          <ac:chgData name="totoka 3710" userId="fbb77386e644ec64" providerId="LiveId" clId="{99908158-1523-4D89-8225-504124C78188}" dt="2025-09-17T01:38:27.109" v="15295" actId="403"/>
          <ac:spMkLst>
            <pc:docMk/>
            <pc:sldMk cId="2723691895" sldId="297"/>
            <ac:spMk id="87" creationId="{7D14E04B-A029-29BE-FCB4-170E1108D4F8}"/>
          </ac:spMkLst>
        </pc:spChg>
        <pc:spChg chg="mod">
          <ac:chgData name="totoka 3710" userId="fbb77386e644ec64" providerId="LiveId" clId="{99908158-1523-4D89-8225-504124C78188}" dt="2025-09-17T01:38:22.328" v="15288" actId="404"/>
          <ac:spMkLst>
            <pc:docMk/>
            <pc:sldMk cId="2723691895" sldId="297"/>
            <ac:spMk id="89" creationId="{0BBCD797-9442-CFC9-8C06-4C5E3C4C180A}"/>
          </ac:spMkLst>
        </pc:spChg>
        <pc:spChg chg="add mod ord">
          <ac:chgData name="totoka 3710" userId="fbb77386e644ec64" providerId="LiveId" clId="{99908158-1523-4D89-8225-504124C78188}" dt="2025-09-17T01:38:17.338" v="15279" actId="403"/>
          <ac:spMkLst>
            <pc:docMk/>
            <pc:sldMk cId="2723691895" sldId="297"/>
            <ac:spMk id="92" creationId="{29AD5431-B0E0-15C4-3422-9747EE3EF67B}"/>
          </ac:spMkLst>
        </pc:spChg>
        <pc:spChg chg="mod">
          <ac:chgData name="totoka 3710" userId="fbb77386e644ec64" providerId="LiveId" clId="{99908158-1523-4D89-8225-504124C78188}" dt="2025-09-17T01:38:11.943" v="15272" actId="403"/>
          <ac:spMkLst>
            <pc:docMk/>
            <pc:sldMk cId="2723691895" sldId="297"/>
            <ac:spMk id="95" creationId="{0EC84A26-934B-BAD8-97A5-E60DA413298A}"/>
          </ac:spMkLst>
        </pc:spChg>
        <pc:spChg chg="mod">
          <ac:chgData name="totoka 3710" userId="fbb77386e644ec64" providerId="LiveId" clId="{99908158-1523-4D89-8225-504124C78188}" dt="2025-09-17T01:38:07.165" v="15265" actId="403"/>
          <ac:spMkLst>
            <pc:docMk/>
            <pc:sldMk cId="2723691895" sldId="297"/>
            <ac:spMk id="97" creationId="{CA6F7883-417D-BE5C-91B6-05B65B6B33D6}"/>
          </ac:spMkLst>
        </pc:spChg>
        <pc:spChg chg="add mod ord">
          <ac:chgData name="totoka 3710" userId="fbb77386e644ec64" providerId="LiveId" clId="{99908158-1523-4D89-8225-504124C78188}" dt="2025-09-16T14:55:28.836" v="9063"/>
          <ac:spMkLst>
            <pc:docMk/>
            <pc:sldMk cId="2723691895" sldId="297"/>
            <ac:spMk id="102" creationId="{B45074C9-448F-2118-2C3A-6FE754A63C2E}"/>
          </ac:spMkLst>
        </pc:spChg>
        <pc:spChg chg="add mod">
          <ac:chgData name="totoka 3710" userId="fbb77386e644ec64" providerId="LiveId" clId="{99908158-1523-4D89-8225-504124C78188}" dt="2025-09-16T15:46:42.905" v="10019"/>
          <ac:spMkLst>
            <pc:docMk/>
            <pc:sldMk cId="2723691895" sldId="297"/>
            <ac:spMk id="103" creationId="{7F9811D7-C97E-9E91-B4F0-2E01AA99FD71}"/>
          </ac:spMkLst>
        </pc:spChg>
      </pc:sldChg>
      <pc:sldChg chg="addSp delSp modSp add mod ord modTransition modNotesTx">
        <pc:chgData name="totoka 3710" userId="fbb77386e644ec64" providerId="LiveId" clId="{99908158-1523-4D89-8225-504124C78188}" dt="2025-09-26T05:03:30.490" v="32390"/>
        <pc:sldMkLst>
          <pc:docMk/>
          <pc:sldMk cId="746275629" sldId="298"/>
        </pc:sldMkLst>
        <pc:spChg chg="add mod">
          <ac:chgData name="totoka 3710" userId="fbb77386e644ec64" providerId="LiveId" clId="{99908158-1523-4D89-8225-504124C78188}" dt="2025-09-16T14:07:09.352" v="7160"/>
          <ac:spMkLst>
            <pc:docMk/>
            <pc:sldMk cId="746275629" sldId="298"/>
            <ac:spMk id="4" creationId="{DE42147C-0BCF-51A0-FEF6-ADA92E71C9A5}"/>
          </ac:spMkLst>
        </pc:spChg>
        <pc:spChg chg="mod">
          <ac:chgData name="totoka 3710" userId="fbb77386e644ec64" providerId="LiveId" clId="{99908158-1523-4D89-8225-504124C78188}" dt="2025-09-16T14:08:06.459" v="7164" actId="692"/>
          <ac:spMkLst>
            <pc:docMk/>
            <pc:sldMk cId="746275629" sldId="298"/>
            <ac:spMk id="5" creationId="{B57DBDDD-7491-784A-4998-6739DC06476E}"/>
          </ac:spMkLst>
        </pc:spChg>
        <pc:spChg chg="add mod ord">
          <ac:chgData name="totoka 3710" userId="fbb77386e644ec64" providerId="LiveId" clId="{99908158-1523-4D89-8225-504124C78188}" dt="2025-09-16T23:34:23.123" v="10839"/>
          <ac:spMkLst>
            <pc:docMk/>
            <pc:sldMk cId="746275629" sldId="298"/>
            <ac:spMk id="7" creationId="{D28080BB-38A4-4ABE-3214-E265BFA53591}"/>
          </ac:spMkLst>
        </pc:spChg>
        <pc:spChg chg="add mod">
          <ac:chgData name="totoka 3710" userId="fbb77386e644ec64" providerId="LiveId" clId="{99908158-1523-4D89-8225-504124C78188}" dt="2025-09-17T01:42:38.508" v="15502"/>
          <ac:spMkLst>
            <pc:docMk/>
            <pc:sldMk cId="746275629" sldId="298"/>
            <ac:spMk id="9" creationId="{165C9196-53E0-CEB1-D3C2-553966CCDD3D}"/>
          </ac:spMkLst>
        </pc:spChg>
        <pc:spChg chg="add mod ord">
          <ac:chgData name="totoka 3710" userId="fbb77386e644ec64" providerId="LiveId" clId="{99908158-1523-4D89-8225-504124C78188}" dt="2025-09-16T15:04:05.622" v="9162"/>
          <ac:spMkLst>
            <pc:docMk/>
            <pc:sldMk cId="746275629" sldId="298"/>
            <ac:spMk id="20" creationId="{C0819E56-E247-5172-1974-6D6A9E5FDC17}"/>
          </ac:spMkLst>
        </pc:spChg>
        <pc:spChg chg="add mod ord">
          <ac:chgData name="totoka 3710" userId="fbb77386e644ec64" providerId="LiveId" clId="{99908158-1523-4D89-8225-504124C78188}" dt="2025-09-16T15:04:05.622" v="9162"/>
          <ac:spMkLst>
            <pc:docMk/>
            <pc:sldMk cId="746275629" sldId="298"/>
            <ac:spMk id="29" creationId="{D696C3D6-7BF8-21C4-69B0-34D9F35540BE}"/>
          </ac:spMkLst>
        </pc:spChg>
        <pc:spChg chg="mod">
          <ac:chgData name="totoka 3710" userId="fbb77386e644ec64" providerId="LiveId" clId="{99908158-1523-4D89-8225-504124C78188}" dt="2025-09-16T15:39:26.063" v="9790" actId="313"/>
          <ac:spMkLst>
            <pc:docMk/>
            <pc:sldMk cId="746275629" sldId="298"/>
            <ac:spMk id="66" creationId="{2DA17823-2FA0-60B9-7017-EA3D34393E54}"/>
          </ac:spMkLst>
        </pc:spChg>
        <pc:spChg chg="add mod ord">
          <ac:chgData name="totoka 3710" userId="fbb77386e644ec64" providerId="LiveId" clId="{99908158-1523-4D89-8225-504124C78188}" dt="2025-09-16T15:04:05.622" v="9162"/>
          <ac:spMkLst>
            <pc:docMk/>
            <pc:sldMk cId="746275629" sldId="298"/>
            <ac:spMk id="72" creationId="{E9CDA2D1-99E4-60D5-35DA-75239F9A8918}"/>
          </ac:spMkLst>
        </pc:spChg>
        <pc:spChg chg="add mod ord">
          <ac:chgData name="totoka 3710" userId="fbb77386e644ec64" providerId="LiveId" clId="{99908158-1523-4D89-8225-504124C78188}" dt="2025-09-16T15:04:05.622" v="9162"/>
          <ac:spMkLst>
            <pc:docMk/>
            <pc:sldMk cId="746275629" sldId="298"/>
            <ac:spMk id="73" creationId="{32C19E1C-761E-F967-A621-CBCB3A52F43C}"/>
          </ac:spMkLst>
        </pc:spChg>
        <pc:spChg chg="add mod ord">
          <ac:chgData name="totoka 3710" userId="fbb77386e644ec64" providerId="LiveId" clId="{99908158-1523-4D89-8225-504124C78188}" dt="2025-09-16T15:04:05.622" v="9162"/>
          <ac:spMkLst>
            <pc:docMk/>
            <pc:sldMk cId="746275629" sldId="298"/>
            <ac:spMk id="75" creationId="{12E87A91-6701-2E89-D12E-6FD1684C06C0}"/>
          </ac:spMkLst>
        </pc:spChg>
        <pc:spChg chg="add mod ord">
          <ac:chgData name="totoka 3710" userId="fbb77386e644ec64" providerId="LiveId" clId="{99908158-1523-4D89-8225-504124C78188}" dt="2025-09-16T15:04:05.622" v="9162"/>
          <ac:spMkLst>
            <pc:docMk/>
            <pc:sldMk cId="746275629" sldId="298"/>
            <ac:spMk id="76" creationId="{98EC5978-E18F-9701-EB8B-213F3A72CBE8}"/>
          </ac:spMkLst>
        </pc:spChg>
        <pc:spChg chg="add mod ord">
          <ac:chgData name="totoka 3710" userId="fbb77386e644ec64" providerId="LiveId" clId="{99908158-1523-4D89-8225-504124C78188}" dt="2025-09-16T15:04:05.622" v="9162"/>
          <ac:spMkLst>
            <pc:docMk/>
            <pc:sldMk cId="746275629" sldId="298"/>
            <ac:spMk id="87" creationId="{AB0B08F0-03BF-29D5-D479-46F4779736D8}"/>
          </ac:spMkLst>
        </pc:spChg>
        <pc:spChg chg="add mod ord">
          <ac:chgData name="totoka 3710" userId="fbb77386e644ec64" providerId="LiveId" clId="{99908158-1523-4D89-8225-504124C78188}" dt="2025-09-16T15:04:05.622" v="9162"/>
          <ac:spMkLst>
            <pc:docMk/>
            <pc:sldMk cId="746275629" sldId="298"/>
            <ac:spMk id="88" creationId="{60ED6C3E-3B30-3FA1-5E6E-A3928CF1839E}"/>
          </ac:spMkLst>
        </pc:spChg>
        <pc:spChg chg="add mod ord">
          <ac:chgData name="totoka 3710" userId="fbb77386e644ec64" providerId="LiveId" clId="{99908158-1523-4D89-8225-504124C78188}" dt="2025-09-16T15:04:05.622" v="9162"/>
          <ac:spMkLst>
            <pc:docMk/>
            <pc:sldMk cId="746275629" sldId="298"/>
            <ac:spMk id="93" creationId="{841DF334-8649-321E-62B1-E37054A7F86C}"/>
          </ac:spMkLst>
        </pc:spChg>
        <pc:spChg chg="add mod ord">
          <ac:chgData name="totoka 3710" userId="fbb77386e644ec64" providerId="LiveId" clId="{99908158-1523-4D89-8225-504124C78188}" dt="2025-09-16T15:04:05.622" v="9162"/>
          <ac:spMkLst>
            <pc:docMk/>
            <pc:sldMk cId="746275629" sldId="298"/>
            <ac:spMk id="94" creationId="{05C73776-C3A9-B848-DEC9-A914E31AAC8A}"/>
          </ac:spMkLst>
        </pc:spChg>
        <pc:spChg chg="add mod">
          <ac:chgData name="totoka 3710" userId="fbb77386e644ec64" providerId="LiveId" clId="{99908158-1523-4D89-8225-504124C78188}" dt="2025-09-16T15:46:48.478" v="10022"/>
          <ac:spMkLst>
            <pc:docMk/>
            <pc:sldMk cId="746275629" sldId="298"/>
            <ac:spMk id="104" creationId="{C120EA82-FA5B-64D4-36AB-6B1059FBD5AE}"/>
          </ac:spMkLst>
        </pc:spChg>
      </pc:sldChg>
      <pc:sldChg chg="addSp delSp modSp add mod ord modTransition setBg modNotesTx">
        <pc:chgData name="totoka 3710" userId="fbb77386e644ec64" providerId="LiveId" clId="{99908158-1523-4D89-8225-504124C78188}" dt="2025-09-26T15:44:57.273" v="38312"/>
        <pc:sldMkLst>
          <pc:docMk/>
          <pc:sldMk cId="665272997" sldId="299"/>
        </pc:sldMkLst>
        <pc:spChg chg="mod ord modVis">
          <ac:chgData name="totoka 3710" userId="fbb77386e644ec64" providerId="LiveId" clId="{99908158-1523-4D89-8225-504124C78188}" dt="2025-09-17T01:32:22.892" v="14947" actId="33935"/>
          <ac:spMkLst>
            <pc:docMk/>
            <pc:sldMk cId="665272997" sldId="299"/>
            <ac:spMk id="2" creationId="{15C0E417-0DD3-FD0D-6471-993A62838760}"/>
          </ac:spMkLst>
        </pc:spChg>
        <pc:spChg chg="mod ord modVis">
          <ac:chgData name="totoka 3710" userId="fbb77386e644ec64" providerId="LiveId" clId="{99908158-1523-4D89-8225-504124C78188}" dt="2025-09-17T01:32:22.892" v="14947" actId="33935"/>
          <ac:spMkLst>
            <pc:docMk/>
            <pc:sldMk cId="665272997" sldId="299"/>
            <ac:spMk id="3" creationId="{D79D61F8-B9B2-E9AB-D7C3-951146386179}"/>
          </ac:spMkLst>
        </pc:spChg>
        <pc:spChg chg="ord">
          <ac:chgData name="totoka 3710" userId="fbb77386e644ec64" providerId="LiveId" clId="{99908158-1523-4D89-8225-504124C78188}" dt="2025-09-16T14:20:01.794" v="8049"/>
          <ac:spMkLst>
            <pc:docMk/>
            <pc:sldMk cId="665272997" sldId="299"/>
            <ac:spMk id="4" creationId="{B47EAA65-A07E-615B-82A0-776B8013A531}"/>
          </ac:spMkLst>
        </pc:spChg>
        <pc:spChg chg="add mod ord modVis">
          <ac:chgData name="totoka 3710" userId="fbb77386e644ec64" providerId="LiveId" clId="{99908158-1523-4D89-8225-504124C78188}" dt="2025-09-17T01:32:22.892" v="14947" actId="33935"/>
          <ac:spMkLst>
            <pc:docMk/>
            <pc:sldMk cId="665272997" sldId="299"/>
            <ac:spMk id="5" creationId="{B50B5A93-41B9-474D-02DA-75F5794FE28E}"/>
          </ac:spMkLst>
        </pc:spChg>
        <pc:spChg chg="mod ord modVis">
          <ac:chgData name="totoka 3710" userId="fbb77386e644ec64" providerId="LiveId" clId="{99908158-1523-4D89-8225-504124C78188}" dt="2025-09-17T01:32:22.892" v="14947" actId="33935"/>
          <ac:spMkLst>
            <pc:docMk/>
            <pc:sldMk cId="665272997" sldId="299"/>
            <ac:spMk id="6" creationId="{903A7C98-AD0B-FC93-BEE0-CFD37BB6025F}"/>
          </ac:spMkLst>
        </pc:spChg>
        <pc:spChg chg="add mod ord modVis">
          <ac:chgData name="totoka 3710" userId="fbb77386e644ec64" providerId="LiveId" clId="{99908158-1523-4D89-8225-504124C78188}" dt="2025-09-17T01:32:22.892" v="14947" actId="33935"/>
          <ac:spMkLst>
            <pc:docMk/>
            <pc:sldMk cId="665272997" sldId="299"/>
            <ac:spMk id="7" creationId="{6FE25804-A742-533F-74D2-9009C652AEFC}"/>
          </ac:spMkLst>
        </pc:spChg>
        <pc:spChg chg="mod modVis">
          <ac:chgData name="totoka 3710" userId="fbb77386e644ec64" providerId="LiveId" clId="{99908158-1523-4D89-8225-504124C78188}" dt="2025-09-17T01:32:22.892" v="14947" actId="33935"/>
          <ac:spMkLst>
            <pc:docMk/>
            <pc:sldMk cId="665272997" sldId="299"/>
            <ac:spMk id="8" creationId="{8C71E14B-9FC2-52C4-2B31-62E3513A0698}"/>
          </ac:spMkLst>
        </pc:spChg>
        <pc:spChg chg="add mod">
          <ac:chgData name="totoka 3710" userId="fbb77386e644ec64" providerId="LiveId" clId="{99908158-1523-4D89-8225-504124C78188}" dt="2025-09-16T23:54:32.827" v="11680" actId="207"/>
          <ac:spMkLst>
            <pc:docMk/>
            <pc:sldMk cId="665272997" sldId="299"/>
            <ac:spMk id="9" creationId="{F8665460-9683-EB09-A557-796B2111FE8D}"/>
          </ac:spMkLst>
        </pc:spChg>
        <pc:spChg chg="add mod">
          <ac:chgData name="totoka 3710" userId="fbb77386e644ec64" providerId="LiveId" clId="{99908158-1523-4D89-8225-504124C78188}" dt="2025-09-17T01:42:19.069" v="15494" actId="1035"/>
          <ac:spMkLst>
            <pc:docMk/>
            <pc:sldMk cId="665272997" sldId="299"/>
            <ac:spMk id="10" creationId="{1177704F-A0DE-7E9F-64DD-A6F7B72A3A5C}"/>
          </ac:spMkLst>
        </pc:spChg>
        <pc:spChg chg="mod ord modVis">
          <ac:chgData name="totoka 3710" userId="fbb77386e644ec64" providerId="LiveId" clId="{99908158-1523-4D89-8225-504124C78188}" dt="2025-09-17T01:32:22.892" v="14947" actId="33935"/>
          <ac:spMkLst>
            <pc:docMk/>
            <pc:sldMk cId="665272997" sldId="299"/>
            <ac:spMk id="12" creationId="{DCBEEE7D-232D-5139-3F6E-B36B362622D3}"/>
          </ac:spMkLst>
        </pc:spChg>
        <pc:spChg chg="ord">
          <ac:chgData name="totoka 3710" userId="fbb77386e644ec64" providerId="LiveId" clId="{99908158-1523-4D89-8225-504124C78188}" dt="2025-09-16T14:39:01.059" v="9011"/>
          <ac:spMkLst>
            <pc:docMk/>
            <pc:sldMk cId="665272997" sldId="299"/>
            <ac:spMk id="57" creationId="{B1BDCAB9-CA98-A1A4-2A5B-E768F97391AD}"/>
          </ac:spMkLst>
        </pc:spChg>
        <pc:spChg chg="mod ord modVis">
          <ac:chgData name="totoka 3710" userId="fbb77386e644ec64" providerId="LiveId" clId="{99908158-1523-4D89-8225-504124C78188}" dt="2025-09-17T01:32:22.892" v="14947" actId="33935"/>
          <ac:spMkLst>
            <pc:docMk/>
            <pc:sldMk cId="665272997" sldId="299"/>
            <ac:spMk id="61" creationId="{4D19FE1D-A4ED-9E65-300C-D248FA867AC4}"/>
          </ac:spMkLst>
        </pc:spChg>
        <pc:spChg chg="mod">
          <ac:chgData name="totoka 3710" userId="fbb77386e644ec64" providerId="LiveId" clId="{99908158-1523-4D89-8225-504124C78188}" dt="2025-09-16T14:32:50.927" v="8611"/>
          <ac:spMkLst>
            <pc:docMk/>
            <pc:sldMk cId="665272997" sldId="299"/>
            <ac:spMk id="145" creationId="{2CF8A64C-22D6-AB68-1F1F-795A26851AF1}"/>
          </ac:spMkLst>
        </pc:spChg>
        <pc:spChg chg="mod">
          <ac:chgData name="totoka 3710" userId="fbb77386e644ec64" providerId="LiveId" clId="{99908158-1523-4D89-8225-504124C78188}" dt="2025-09-16T14:32:50.927" v="8611"/>
          <ac:spMkLst>
            <pc:docMk/>
            <pc:sldMk cId="665272997" sldId="299"/>
            <ac:spMk id="150" creationId="{556B5C28-9AA8-F5D5-AC18-1597F60DCB31}"/>
          </ac:spMkLst>
        </pc:spChg>
        <pc:spChg chg="mod">
          <ac:chgData name="totoka 3710" userId="fbb77386e644ec64" providerId="LiveId" clId="{99908158-1523-4D89-8225-504124C78188}" dt="2025-09-16T15:39:19.264" v="9780" actId="313"/>
          <ac:spMkLst>
            <pc:docMk/>
            <pc:sldMk cId="665272997" sldId="299"/>
            <ac:spMk id="151" creationId="{F7BD365B-91C0-160A-C505-C65C42FAD42D}"/>
          </ac:spMkLst>
        </pc:spChg>
        <pc:spChg chg="mod">
          <ac:chgData name="totoka 3710" userId="fbb77386e644ec64" providerId="LiveId" clId="{99908158-1523-4D89-8225-504124C78188}" dt="2025-09-16T14:32:50.927" v="8611"/>
          <ac:spMkLst>
            <pc:docMk/>
            <pc:sldMk cId="665272997" sldId="299"/>
            <ac:spMk id="152" creationId="{6F79E5A0-619D-73ED-3963-F49601988620}"/>
          </ac:spMkLst>
        </pc:spChg>
        <pc:spChg chg="mod">
          <ac:chgData name="totoka 3710" userId="fbb77386e644ec64" providerId="LiveId" clId="{99908158-1523-4D89-8225-504124C78188}" dt="2025-09-16T14:32:50.927" v="8611"/>
          <ac:spMkLst>
            <pc:docMk/>
            <pc:sldMk cId="665272997" sldId="299"/>
            <ac:spMk id="156" creationId="{7FF7582A-2E24-CE59-9C67-776C493AA639}"/>
          </ac:spMkLst>
        </pc:spChg>
        <pc:spChg chg="mod">
          <ac:chgData name="totoka 3710" userId="fbb77386e644ec64" providerId="LiveId" clId="{99908158-1523-4D89-8225-504124C78188}" dt="2025-09-16T14:32:50.927" v="8611"/>
          <ac:spMkLst>
            <pc:docMk/>
            <pc:sldMk cId="665272997" sldId="299"/>
            <ac:spMk id="161" creationId="{1BDE6AE8-A1DB-CC1E-FB31-C29023C7E977}"/>
          </ac:spMkLst>
        </pc:spChg>
        <pc:spChg chg="mod">
          <ac:chgData name="totoka 3710" userId="fbb77386e644ec64" providerId="LiveId" clId="{99908158-1523-4D89-8225-504124C78188}" dt="2025-09-17T01:30:51.980" v="14895" actId="403"/>
          <ac:spMkLst>
            <pc:docMk/>
            <pc:sldMk cId="665272997" sldId="299"/>
            <ac:spMk id="164" creationId="{B85AD6A8-2671-E9D3-F541-F3EEF011FBDB}"/>
          </ac:spMkLst>
        </pc:spChg>
        <pc:spChg chg="mod">
          <ac:chgData name="totoka 3710" userId="fbb77386e644ec64" providerId="LiveId" clId="{99908158-1523-4D89-8225-504124C78188}" dt="2025-09-16T14:32:50.927" v="8611"/>
          <ac:spMkLst>
            <pc:docMk/>
            <pc:sldMk cId="665272997" sldId="299"/>
            <ac:spMk id="166" creationId="{08C29B3C-2F4B-4D43-BEE4-658B453063B3}"/>
          </ac:spMkLst>
        </pc:spChg>
        <pc:spChg chg="mod">
          <ac:chgData name="totoka 3710" userId="fbb77386e644ec64" providerId="LiveId" clId="{99908158-1523-4D89-8225-504124C78188}" dt="2025-09-17T01:30:59.996" v="14902" actId="403"/>
          <ac:spMkLst>
            <pc:docMk/>
            <pc:sldMk cId="665272997" sldId="299"/>
            <ac:spMk id="167" creationId="{2D95E1BE-4662-251F-F8A4-B38FD6D5918B}"/>
          </ac:spMkLst>
        </pc:spChg>
        <pc:spChg chg="mod">
          <ac:chgData name="totoka 3710" userId="fbb77386e644ec64" providerId="LiveId" clId="{99908158-1523-4D89-8225-504124C78188}" dt="2025-09-17T01:31:07.046" v="14909" actId="403"/>
          <ac:spMkLst>
            <pc:docMk/>
            <pc:sldMk cId="665272997" sldId="299"/>
            <ac:spMk id="170" creationId="{21AC117B-E0A6-9708-50B8-373765069085}"/>
          </ac:spMkLst>
        </pc:spChg>
        <pc:spChg chg="mod">
          <ac:chgData name="totoka 3710" userId="fbb77386e644ec64" providerId="LiveId" clId="{99908158-1523-4D89-8225-504124C78188}" dt="2025-09-17T01:31:21.515" v="14918" actId="404"/>
          <ac:spMkLst>
            <pc:docMk/>
            <pc:sldMk cId="665272997" sldId="299"/>
            <ac:spMk id="172" creationId="{5A775ED4-4F35-7D23-90B3-CAC4F00A3B2C}"/>
          </ac:spMkLst>
        </pc:spChg>
        <pc:spChg chg="mod">
          <ac:chgData name="totoka 3710" userId="fbb77386e644ec64" providerId="LiveId" clId="{99908158-1523-4D89-8225-504124C78188}" dt="2025-09-17T01:31:26.260" v="14925" actId="403"/>
          <ac:spMkLst>
            <pc:docMk/>
            <pc:sldMk cId="665272997" sldId="299"/>
            <ac:spMk id="174" creationId="{5FADC603-BF08-18BE-4A6C-437FAA94F58E}"/>
          </ac:spMkLst>
        </pc:spChg>
        <pc:spChg chg="mod">
          <ac:chgData name="totoka 3710" userId="fbb77386e644ec64" providerId="LiveId" clId="{99908158-1523-4D89-8225-504124C78188}" dt="2025-09-16T14:32:50.927" v="8611"/>
          <ac:spMkLst>
            <pc:docMk/>
            <pc:sldMk cId="665272997" sldId="299"/>
            <ac:spMk id="175" creationId="{C52522D4-F75B-4CE8-2A91-6FFEECA1DFA0}"/>
          </ac:spMkLst>
        </pc:spChg>
        <pc:spChg chg="mod">
          <ac:chgData name="totoka 3710" userId="fbb77386e644ec64" providerId="LiveId" clId="{99908158-1523-4D89-8225-504124C78188}" dt="2025-09-17T01:31:35.530" v="14932" actId="403"/>
          <ac:spMkLst>
            <pc:docMk/>
            <pc:sldMk cId="665272997" sldId="299"/>
            <ac:spMk id="177" creationId="{F52F6CBA-409F-E77D-4A93-644EE37F9C0A}"/>
          </ac:spMkLst>
        </pc:spChg>
        <pc:spChg chg="mod">
          <ac:chgData name="totoka 3710" userId="fbb77386e644ec64" providerId="LiveId" clId="{99908158-1523-4D89-8225-504124C78188}" dt="2025-09-17T01:31:40.476" v="14939" actId="403"/>
          <ac:spMkLst>
            <pc:docMk/>
            <pc:sldMk cId="665272997" sldId="299"/>
            <ac:spMk id="180" creationId="{B4614459-177F-86E2-C63A-FF17A7C43AE4}"/>
          </ac:spMkLst>
        </pc:spChg>
        <pc:spChg chg="mod">
          <ac:chgData name="totoka 3710" userId="fbb77386e644ec64" providerId="LiveId" clId="{99908158-1523-4D89-8225-504124C78188}" dt="2025-09-17T01:31:46.342" v="14946" actId="403"/>
          <ac:spMkLst>
            <pc:docMk/>
            <pc:sldMk cId="665272997" sldId="299"/>
            <ac:spMk id="182" creationId="{14F8D7B7-3495-3711-33A3-4B63EB56693B}"/>
          </ac:spMkLst>
        </pc:spChg>
        <pc:spChg chg="add mod ord">
          <ac:chgData name="totoka 3710" userId="fbb77386e644ec64" providerId="LiveId" clId="{99908158-1523-4D89-8225-504124C78188}" dt="2025-09-16T14:35:00.793" v="8823"/>
          <ac:spMkLst>
            <pc:docMk/>
            <pc:sldMk cId="665272997" sldId="299"/>
            <ac:spMk id="189" creationId="{33097ED1-A153-6330-1FB3-CF46AEE7F5EA}"/>
          </ac:spMkLst>
        </pc:spChg>
        <pc:spChg chg="mod">
          <ac:chgData name="totoka 3710" userId="fbb77386e644ec64" providerId="LiveId" clId="{99908158-1523-4D89-8225-504124C78188}" dt="2025-09-16T15:39:20.096" v="9781" actId="313"/>
          <ac:spMkLst>
            <pc:docMk/>
            <pc:sldMk cId="665272997" sldId="299"/>
            <ac:spMk id="194" creationId="{3FBFB573-F25D-BF44-AF40-1D42C09D227C}"/>
          </ac:spMkLst>
        </pc:spChg>
        <pc:spChg chg="add mod ord">
          <ac:chgData name="totoka 3710" userId="fbb77386e644ec64" providerId="LiveId" clId="{99908158-1523-4D89-8225-504124C78188}" dt="2025-09-16T14:35:00.793" v="8823"/>
          <ac:spMkLst>
            <pc:docMk/>
            <pc:sldMk cId="665272997" sldId="299"/>
            <ac:spMk id="197" creationId="{EB7C5170-28B0-47A2-17A8-2E5F74666915}"/>
          </ac:spMkLst>
        </pc:spChg>
        <pc:spChg chg="add mod ord">
          <ac:chgData name="totoka 3710" userId="fbb77386e644ec64" providerId="LiveId" clId="{99908158-1523-4D89-8225-504124C78188}" dt="2025-09-16T14:35:00.793" v="8823"/>
          <ac:spMkLst>
            <pc:docMk/>
            <pc:sldMk cId="665272997" sldId="299"/>
            <ac:spMk id="204" creationId="{07E40D21-FEAB-245D-4C88-679DC49EF58D}"/>
          </ac:spMkLst>
        </pc:spChg>
        <pc:spChg chg="add mod ord">
          <ac:chgData name="totoka 3710" userId="fbb77386e644ec64" providerId="LiveId" clId="{99908158-1523-4D89-8225-504124C78188}" dt="2025-09-16T14:35:00.793" v="8823"/>
          <ac:spMkLst>
            <pc:docMk/>
            <pc:sldMk cId="665272997" sldId="299"/>
            <ac:spMk id="205" creationId="{7F458E06-0A38-1DEF-2C68-02D570423867}"/>
          </ac:spMkLst>
        </pc:spChg>
        <pc:spChg chg="add mod ord">
          <ac:chgData name="totoka 3710" userId="fbb77386e644ec64" providerId="LiveId" clId="{99908158-1523-4D89-8225-504124C78188}" dt="2025-09-16T14:35:00.793" v="8823"/>
          <ac:spMkLst>
            <pc:docMk/>
            <pc:sldMk cId="665272997" sldId="299"/>
            <ac:spMk id="206" creationId="{31A284D9-DE9A-2C9F-5353-1D661D8FB5AC}"/>
          </ac:spMkLst>
        </pc:spChg>
        <pc:spChg chg="mod">
          <ac:chgData name="totoka 3710" userId="fbb77386e644ec64" providerId="LiveId" clId="{99908158-1523-4D89-8225-504124C78188}" dt="2025-09-17T01:29:40.440" v="14835" actId="404"/>
          <ac:spMkLst>
            <pc:docMk/>
            <pc:sldMk cId="665272997" sldId="299"/>
            <ac:spMk id="207" creationId="{14C9DFBD-517F-0116-3C1E-B3929974A92B}"/>
          </ac:spMkLst>
        </pc:spChg>
        <pc:spChg chg="mod">
          <ac:chgData name="totoka 3710" userId="fbb77386e644ec64" providerId="LiveId" clId="{99908158-1523-4D89-8225-504124C78188}" dt="2025-09-17T01:29:47.135" v="14844" actId="404"/>
          <ac:spMkLst>
            <pc:docMk/>
            <pc:sldMk cId="665272997" sldId="299"/>
            <ac:spMk id="210" creationId="{ECC04362-C52F-1FDB-0FD0-8D014BEA7BE3}"/>
          </ac:spMkLst>
        </pc:spChg>
        <pc:spChg chg="add mod ord">
          <ac:chgData name="totoka 3710" userId="fbb77386e644ec64" providerId="LiveId" clId="{99908158-1523-4D89-8225-504124C78188}" dt="2025-09-17T01:29:52.602" v="14851" actId="403"/>
          <ac:spMkLst>
            <pc:docMk/>
            <pc:sldMk cId="665272997" sldId="299"/>
            <ac:spMk id="213" creationId="{9EA9A75A-843D-9313-A8EC-066EB4581B37}"/>
          </ac:spMkLst>
        </pc:spChg>
        <pc:spChg chg="mod">
          <ac:chgData name="totoka 3710" userId="fbb77386e644ec64" providerId="LiveId" clId="{99908158-1523-4D89-8225-504124C78188}" dt="2025-09-17T01:30:02.398" v="14858" actId="403"/>
          <ac:spMkLst>
            <pc:docMk/>
            <pc:sldMk cId="665272997" sldId="299"/>
            <ac:spMk id="215" creationId="{6304E804-0AAA-DDEF-0B3C-F680B8E18E53}"/>
          </ac:spMkLst>
        </pc:spChg>
        <pc:spChg chg="mod">
          <ac:chgData name="totoka 3710" userId="fbb77386e644ec64" providerId="LiveId" clId="{99908158-1523-4D89-8225-504124C78188}" dt="2025-09-17T01:30:15.800" v="14865" actId="403"/>
          <ac:spMkLst>
            <pc:docMk/>
            <pc:sldMk cId="665272997" sldId="299"/>
            <ac:spMk id="217" creationId="{C197183A-6076-423F-2D37-F2DC81759A8A}"/>
          </ac:spMkLst>
        </pc:spChg>
        <pc:spChg chg="add mod ord">
          <ac:chgData name="totoka 3710" userId="fbb77386e644ec64" providerId="LiveId" clId="{99908158-1523-4D89-8225-504124C78188}" dt="2025-09-16T14:35:00.793" v="8823"/>
          <ac:spMkLst>
            <pc:docMk/>
            <pc:sldMk cId="665272997" sldId="299"/>
            <ac:spMk id="218" creationId="{B9BCF6AD-3A79-9488-5048-428EA8BB83D4}"/>
          </ac:spMkLst>
        </pc:spChg>
        <pc:spChg chg="mod">
          <ac:chgData name="totoka 3710" userId="fbb77386e644ec64" providerId="LiveId" clId="{99908158-1523-4D89-8225-504124C78188}" dt="2025-09-17T01:30:21.396" v="14872" actId="403"/>
          <ac:spMkLst>
            <pc:docMk/>
            <pc:sldMk cId="665272997" sldId="299"/>
            <ac:spMk id="220" creationId="{1E7DA871-A71F-07CD-CE3A-FF3B0714EEC0}"/>
          </ac:spMkLst>
        </pc:spChg>
        <pc:spChg chg="add mod ord">
          <ac:chgData name="totoka 3710" userId="fbb77386e644ec64" providerId="LiveId" clId="{99908158-1523-4D89-8225-504124C78188}" dt="2025-09-16T14:35:00.793" v="8823"/>
          <ac:spMkLst>
            <pc:docMk/>
            <pc:sldMk cId="665272997" sldId="299"/>
            <ac:spMk id="222" creationId="{B2F6F7E7-C3BF-31CF-BF1F-071601335BB6}"/>
          </ac:spMkLst>
        </pc:spChg>
        <pc:spChg chg="mod">
          <ac:chgData name="totoka 3710" userId="fbb77386e644ec64" providerId="LiveId" clId="{99908158-1523-4D89-8225-504124C78188}" dt="2025-09-17T01:30:27.599" v="14879" actId="403"/>
          <ac:spMkLst>
            <pc:docMk/>
            <pc:sldMk cId="665272997" sldId="299"/>
            <ac:spMk id="223" creationId="{8E9A798E-0688-DC98-B922-3F7C226F4FA4}"/>
          </ac:spMkLst>
        </pc:spChg>
        <pc:spChg chg="mod">
          <ac:chgData name="totoka 3710" userId="fbb77386e644ec64" providerId="LiveId" clId="{99908158-1523-4D89-8225-504124C78188}" dt="2025-09-17T01:30:34.896" v="14888" actId="404"/>
          <ac:spMkLst>
            <pc:docMk/>
            <pc:sldMk cId="665272997" sldId="299"/>
            <ac:spMk id="225" creationId="{F5FC0E33-FF29-9892-0B9D-B294FBA21987}"/>
          </ac:spMkLst>
        </pc:spChg>
        <pc:spChg chg="add mod ord">
          <ac:chgData name="totoka 3710" userId="fbb77386e644ec64" providerId="LiveId" clId="{99908158-1523-4D89-8225-504124C78188}" dt="2025-09-16T14:35:00.793" v="8823"/>
          <ac:spMkLst>
            <pc:docMk/>
            <pc:sldMk cId="665272997" sldId="299"/>
            <ac:spMk id="226" creationId="{1F90903F-026C-5187-5314-A94E12631706}"/>
          </ac:spMkLst>
        </pc:spChg>
        <pc:spChg chg="add mod ord">
          <ac:chgData name="totoka 3710" userId="fbb77386e644ec64" providerId="LiveId" clId="{99908158-1523-4D89-8225-504124C78188}" dt="2025-09-16T14:35:00.793" v="8823"/>
          <ac:spMkLst>
            <pc:docMk/>
            <pc:sldMk cId="665272997" sldId="299"/>
            <ac:spMk id="228" creationId="{B0F78F6A-0A17-A179-6148-2DB00C558ADC}"/>
          </ac:spMkLst>
        </pc:spChg>
        <pc:spChg chg="mod modVis">
          <ac:chgData name="totoka 3710" userId="fbb77386e644ec64" providerId="LiveId" clId="{99908158-1523-4D89-8225-504124C78188}" dt="2025-09-17T01:29:09.099" v="14820" actId="14429"/>
          <ac:spMkLst>
            <pc:docMk/>
            <pc:sldMk cId="665272997" sldId="299"/>
            <ac:spMk id="230" creationId="{49E3C14E-3E25-D655-B514-726175F3CCD6}"/>
          </ac:spMkLst>
        </pc:spChg>
        <pc:spChg chg="add mod modVis">
          <ac:chgData name="totoka 3710" userId="fbb77386e644ec64" providerId="LiveId" clId="{99908158-1523-4D89-8225-504124C78188}" dt="2025-09-17T01:32:22.892" v="14947" actId="33935"/>
          <ac:spMkLst>
            <pc:docMk/>
            <pc:sldMk cId="665272997" sldId="299"/>
            <ac:spMk id="232" creationId="{F8F68CCC-6DF9-0B96-BC05-AF1AF218AFC4}"/>
          </ac:spMkLst>
        </pc:spChg>
        <pc:grpChg chg="mod ord">
          <ac:chgData name="totoka 3710" userId="fbb77386e644ec64" providerId="LiveId" clId="{99908158-1523-4D89-8225-504124C78188}" dt="2025-09-16T14:38:57.085" v="9009"/>
          <ac:grpSpMkLst>
            <pc:docMk/>
            <pc:sldMk cId="665272997" sldId="299"/>
            <ac:grpSpMk id="144" creationId="{460872F9-F378-6F64-8087-86AF61416A6B}"/>
          </ac:grpSpMkLst>
        </pc:grpChg>
      </pc:sldChg>
      <pc:sldChg chg="addSp delSp modSp add mod ord modTransition modNotesTx">
        <pc:chgData name="totoka 3710" userId="fbb77386e644ec64" providerId="LiveId" clId="{99908158-1523-4D89-8225-504124C78188}" dt="2025-09-26T15:45:03.407" v="38315"/>
        <pc:sldMkLst>
          <pc:docMk/>
          <pc:sldMk cId="1665970" sldId="300"/>
        </pc:sldMkLst>
        <pc:spChg chg="ord">
          <ac:chgData name="totoka 3710" userId="fbb77386e644ec64" providerId="LiveId" clId="{99908158-1523-4D89-8225-504124C78188}" dt="2025-09-16T14:36:58.567" v="8871"/>
          <ac:spMkLst>
            <pc:docMk/>
            <pc:sldMk cId="1665970" sldId="300"/>
            <ac:spMk id="2" creationId="{F9ADBDE4-D982-3A96-05EF-AB27852C153F}"/>
          </ac:spMkLst>
        </pc:spChg>
        <pc:spChg chg="ord">
          <ac:chgData name="totoka 3710" userId="fbb77386e644ec64" providerId="LiveId" clId="{99908158-1523-4D89-8225-504124C78188}" dt="2025-09-16T14:36:58.567" v="8871"/>
          <ac:spMkLst>
            <pc:docMk/>
            <pc:sldMk cId="1665970" sldId="300"/>
            <ac:spMk id="3" creationId="{E473BDCB-5D76-D790-4FB9-5630ED08124E}"/>
          </ac:spMkLst>
        </pc:spChg>
        <pc:spChg chg="ord">
          <ac:chgData name="totoka 3710" userId="fbb77386e644ec64" providerId="LiveId" clId="{99908158-1523-4D89-8225-504124C78188}" dt="2025-09-16T14:36:58.567" v="8871"/>
          <ac:spMkLst>
            <pc:docMk/>
            <pc:sldMk cId="1665970" sldId="300"/>
            <ac:spMk id="4" creationId="{0752A4ED-7755-A81E-E997-EFE3D3BA5E4C}"/>
          </ac:spMkLst>
        </pc:spChg>
        <pc:spChg chg="add mod ord">
          <ac:chgData name="totoka 3710" userId="fbb77386e644ec64" providerId="LiveId" clId="{99908158-1523-4D89-8225-504124C78188}" dt="2025-09-16T23:32:36.483" v="10762"/>
          <ac:spMkLst>
            <pc:docMk/>
            <pc:sldMk cId="1665970" sldId="300"/>
            <ac:spMk id="5" creationId="{7E1C922A-577D-E1ED-C881-7790120857D6}"/>
          </ac:spMkLst>
        </pc:spChg>
        <pc:spChg chg="ord">
          <ac:chgData name="totoka 3710" userId="fbb77386e644ec64" providerId="LiveId" clId="{99908158-1523-4D89-8225-504124C78188}" dt="2025-09-16T14:36:58.567" v="8871"/>
          <ac:spMkLst>
            <pc:docMk/>
            <pc:sldMk cId="1665970" sldId="300"/>
            <ac:spMk id="6" creationId="{6F429AF8-7D08-65B2-AA91-A43265764E2D}"/>
          </ac:spMkLst>
        </pc:spChg>
        <pc:spChg chg="add mod">
          <ac:chgData name="totoka 3710" userId="fbb77386e644ec64" providerId="LiveId" clId="{99908158-1523-4D89-8225-504124C78188}" dt="2025-09-17T01:42:24.056" v="15495"/>
          <ac:spMkLst>
            <pc:docMk/>
            <pc:sldMk cId="1665970" sldId="300"/>
            <ac:spMk id="7" creationId="{76EDE943-EF8E-4F6B-4CF3-B845A6EA6165}"/>
          </ac:spMkLst>
        </pc:spChg>
        <pc:spChg chg="ord">
          <ac:chgData name="totoka 3710" userId="fbb77386e644ec64" providerId="LiveId" clId="{99908158-1523-4D89-8225-504124C78188}" dt="2025-09-16T14:36:58.567" v="8871"/>
          <ac:spMkLst>
            <pc:docMk/>
            <pc:sldMk cId="1665970" sldId="300"/>
            <ac:spMk id="8" creationId="{4F7BC63F-3083-7624-ECE9-4922A0334EAD}"/>
          </ac:spMkLst>
        </pc:spChg>
        <pc:spChg chg="ord">
          <ac:chgData name="totoka 3710" userId="fbb77386e644ec64" providerId="LiveId" clId="{99908158-1523-4D89-8225-504124C78188}" dt="2025-09-16T14:36:58.567" v="8871"/>
          <ac:spMkLst>
            <pc:docMk/>
            <pc:sldMk cId="1665970" sldId="300"/>
            <ac:spMk id="12" creationId="{FF111E35-AE4D-406D-BEA1-5831ED43657B}"/>
          </ac:spMkLst>
        </pc:spChg>
        <pc:spChg chg="ord">
          <ac:chgData name="totoka 3710" userId="fbb77386e644ec64" providerId="LiveId" clId="{99908158-1523-4D89-8225-504124C78188}" dt="2025-09-16T14:36:58.567" v="8871"/>
          <ac:spMkLst>
            <pc:docMk/>
            <pc:sldMk cId="1665970" sldId="300"/>
            <ac:spMk id="29" creationId="{1EC45D22-F61F-D445-D802-B0697EB25349}"/>
          </ac:spMkLst>
        </pc:spChg>
        <pc:spChg chg="ord">
          <ac:chgData name="totoka 3710" userId="fbb77386e644ec64" providerId="LiveId" clId="{99908158-1523-4D89-8225-504124C78188}" dt="2025-09-16T14:36:58.567" v="8871"/>
          <ac:spMkLst>
            <pc:docMk/>
            <pc:sldMk cId="1665970" sldId="300"/>
            <ac:spMk id="57" creationId="{72BF4D9A-4DC9-A514-C4B3-EF9DB39E7676}"/>
          </ac:spMkLst>
        </pc:spChg>
        <pc:spChg chg="ord">
          <ac:chgData name="totoka 3710" userId="fbb77386e644ec64" providerId="LiveId" clId="{99908158-1523-4D89-8225-504124C78188}" dt="2025-09-16T14:36:58.567" v="8871"/>
          <ac:spMkLst>
            <pc:docMk/>
            <pc:sldMk cId="1665970" sldId="300"/>
            <ac:spMk id="61" creationId="{103C6B65-20FD-36CD-13A9-783C52C68773}"/>
          </ac:spMkLst>
        </pc:spChg>
        <pc:spChg chg="mod">
          <ac:chgData name="totoka 3710" userId="fbb77386e644ec64" providerId="LiveId" clId="{99908158-1523-4D89-8225-504124C78188}" dt="2025-09-16T14:32:39.472" v="8609"/>
          <ac:spMkLst>
            <pc:docMk/>
            <pc:sldMk cId="1665970" sldId="300"/>
            <ac:spMk id="147" creationId="{93F841B1-F17F-17B2-183F-5C1633A718D9}"/>
          </ac:spMkLst>
        </pc:spChg>
        <pc:spChg chg="mod">
          <ac:chgData name="totoka 3710" userId="fbb77386e644ec64" providerId="LiveId" clId="{99908158-1523-4D89-8225-504124C78188}" dt="2025-09-16T15:39:21.015" v="9782" actId="313"/>
          <ac:spMkLst>
            <pc:docMk/>
            <pc:sldMk cId="1665970" sldId="300"/>
            <ac:spMk id="150" creationId="{EF7900CD-5ACD-4F1C-169A-76F1E4418D1D}"/>
          </ac:spMkLst>
        </pc:spChg>
        <pc:spChg chg="mod">
          <ac:chgData name="totoka 3710" userId="fbb77386e644ec64" providerId="LiveId" clId="{99908158-1523-4D89-8225-504124C78188}" dt="2025-09-16T14:32:39.472" v="8609"/>
          <ac:spMkLst>
            <pc:docMk/>
            <pc:sldMk cId="1665970" sldId="300"/>
            <ac:spMk id="151" creationId="{56467C80-65CA-6478-5238-5FC94744AF75}"/>
          </ac:spMkLst>
        </pc:spChg>
        <pc:spChg chg="mod">
          <ac:chgData name="totoka 3710" userId="fbb77386e644ec64" providerId="LiveId" clId="{99908158-1523-4D89-8225-504124C78188}" dt="2025-09-16T14:32:39.472" v="8609"/>
          <ac:spMkLst>
            <pc:docMk/>
            <pc:sldMk cId="1665970" sldId="300"/>
            <ac:spMk id="157" creationId="{33459731-4065-2922-00EB-C94C18EE1BBD}"/>
          </ac:spMkLst>
        </pc:spChg>
        <pc:spChg chg="mod">
          <ac:chgData name="totoka 3710" userId="fbb77386e644ec64" providerId="LiveId" clId="{99908158-1523-4D89-8225-504124C78188}" dt="2025-09-16T14:32:39.472" v="8609"/>
          <ac:spMkLst>
            <pc:docMk/>
            <pc:sldMk cId="1665970" sldId="300"/>
            <ac:spMk id="160" creationId="{C17743AC-C3FB-2AEB-F445-AAC31F997EE9}"/>
          </ac:spMkLst>
        </pc:spChg>
        <pc:spChg chg="mod">
          <ac:chgData name="totoka 3710" userId="fbb77386e644ec64" providerId="LiveId" clId="{99908158-1523-4D89-8225-504124C78188}" dt="2025-09-16T14:32:39.472" v="8609"/>
          <ac:spMkLst>
            <pc:docMk/>
            <pc:sldMk cId="1665970" sldId="300"/>
            <ac:spMk id="161" creationId="{E37B728B-58CB-23C5-1E73-52C5F8FEE87C}"/>
          </ac:spMkLst>
        </pc:spChg>
        <pc:spChg chg="mod">
          <ac:chgData name="totoka 3710" userId="fbb77386e644ec64" providerId="LiveId" clId="{99908158-1523-4D89-8225-504124C78188}" dt="2025-09-17T01:34:06.163" v="15014" actId="403"/>
          <ac:spMkLst>
            <pc:docMk/>
            <pc:sldMk cId="1665970" sldId="300"/>
            <ac:spMk id="163" creationId="{1590716D-1C7D-559C-5535-3ACEE05A6968}"/>
          </ac:spMkLst>
        </pc:spChg>
        <pc:spChg chg="mod">
          <ac:chgData name="totoka 3710" userId="fbb77386e644ec64" providerId="LiveId" clId="{99908158-1523-4D89-8225-504124C78188}" dt="2025-09-16T14:32:39.472" v="8609"/>
          <ac:spMkLst>
            <pc:docMk/>
            <pc:sldMk cId="1665970" sldId="300"/>
            <ac:spMk id="164" creationId="{651FCB7E-B404-E1BF-348C-AF4D3E710C48}"/>
          </ac:spMkLst>
        </pc:spChg>
        <pc:spChg chg="mod">
          <ac:chgData name="totoka 3710" userId="fbb77386e644ec64" providerId="LiveId" clId="{99908158-1523-4D89-8225-504124C78188}" dt="2025-09-17T01:34:12.467" v="15021" actId="403"/>
          <ac:spMkLst>
            <pc:docMk/>
            <pc:sldMk cId="1665970" sldId="300"/>
            <ac:spMk id="166" creationId="{264C405B-F5A7-98DA-EF68-1592537F77DB}"/>
          </ac:spMkLst>
        </pc:spChg>
        <pc:spChg chg="mod">
          <ac:chgData name="totoka 3710" userId="fbb77386e644ec64" providerId="LiveId" clId="{99908158-1523-4D89-8225-504124C78188}" dt="2025-09-17T01:34:17.877" v="15028" actId="403"/>
          <ac:spMkLst>
            <pc:docMk/>
            <pc:sldMk cId="1665970" sldId="300"/>
            <ac:spMk id="169" creationId="{BB3DF21F-9961-594B-F438-EA5FDF74CCB1}"/>
          </ac:spMkLst>
        </pc:spChg>
        <pc:spChg chg="mod">
          <ac:chgData name="totoka 3710" userId="fbb77386e644ec64" providerId="LiveId" clId="{99908158-1523-4D89-8225-504124C78188}" dt="2025-09-17T01:34:26.929" v="15035" actId="403"/>
          <ac:spMkLst>
            <pc:docMk/>
            <pc:sldMk cId="1665970" sldId="300"/>
            <ac:spMk id="171" creationId="{2A992C57-76EE-330D-01AA-B3D345C5F199}"/>
          </ac:spMkLst>
        </pc:spChg>
        <pc:spChg chg="mod">
          <ac:chgData name="totoka 3710" userId="fbb77386e644ec64" providerId="LiveId" clId="{99908158-1523-4D89-8225-504124C78188}" dt="2025-09-17T01:34:31.309" v="15042" actId="403"/>
          <ac:spMkLst>
            <pc:docMk/>
            <pc:sldMk cId="1665970" sldId="300"/>
            <ac:spMk id="173" creationId="{0F15CBF8-1DC1-45A1-2078-62B1580D99BE}"/>
          </ac:spMkLst>
        </pc:spChg>
        <pc:spChg chg="mod">
          <ac:chgData name="totoka 3710" userId="fbb77386e644ec64" providerId="LiveId" clId="{99908158-1523-4D89-8225-504124C78188}" dt="2025-09-16T14:32:39.472" v="8609"/>
          <ac:spMkLst>
            <pc:docMk/>
            <pc:sldMk cId="1665970" sldId="300"/>
            <ac:spMk id="175" creationId="{31D056DE-DACB-84B1-F712-723452222500}"/>
          </ac:spMkLst>
        </pc:spChg>
        <pc:spChg chg="mod">
          <ac:chgData name="totoka 3710" userId="fbb77386e644ec64" providerId="LiveId" clId="{99908158-1523-4D89-8225-504124C78188}" dt="2025-09-17T01:34:35.421" v="15049" actId="403"/>
          <ac:spMkLst>
            <pc:docMk/>
            <pc:sldMk cId="1665970" sldId="300"/>
            <ac:spMk id="176" creationId="{FA07CC5F-CA01-B142-9BB4-7693FB99E01B}"/>
          </ac:spMkLst>
        </pc:spChg>
        <pc:spChg chg="mod">
          <ac:chgData name="totoka 3710" userId="fbb77386e644ec64" providerId="LiveId" clId="{99908158-1523-4D89-8225-504124C78188}" dt="2025-09-16T14:32:39.472" v="8609"/>
          <ac:spMkLst>
            <pc:docMk/>
            <pc:sldMk cId="1665970" sldId="300"/>
            <ac:spMk id="177" creationId="{AAD9AB09-601E-17FF-FB75-AD939BECDD95}"/>
          </ac:spMkLst>
        </pc:spChg>
        <pc:spChg chg="mod">
          <ac:chgData name="totoka 3710" userId="fbb77386e644ec64" providerId="LiveId" clId="{99908158-1523-4D89-8225-504124C78188}" dt="2025-09-16T14:32:39.472" v="8609"/>
          <ac:spMkLst>
            <pc:docMk/>
            <pc:sldMk cId="1665970" sldId="300"/>
            <ac:spMk id="178" creationId="{230D0A98-431C-398C-F82D-F1505F48871C}"/>
          </ac:spMkLst>
        </pc:spChg>
        <pc:spChg chg="mod">
          <ac:chgData name="totoka 3710" userId="fbb77386e644ec64" providerId="LiveId" clId="{99908158-1523-4D89-8225-504124C78188}" dt="2025-09-17T01:34:41.129" v="15056" actId="403"/>
          <ac:spMkLst>
            <pc:docMk/>
            <pc:sldMk cId="1665970" sldId="300"/>
            <ac:spMk id="179" creationId="{A5469A16-5EB8-5C3C-42D9-67CFEBF1E157}"/>
          </ac:spMkLst>
        </pc:spChg>
        <pc:spChg chg="mod">
          <ac:chgData name="totoka 3710" userId="fbb77386e644ec64" providerId="LiveId" clId="{99908158-1523-4D89-8225-504124C78188}" dt="2025-09-17T01:34:47.191" v="15065" actId="404"/>
          <ac:spMkLst>
            <pc:docMk/>
            <pc:sldMk cId="1665970" sldId="300"/>
            <ac:spMk id="181" creationId="{927E2C0C-41F7-D69C-0254-FA3080806FF3}"/>
          </ac:spMkLst>
        </pc:spChg>
        <pc:spChg chg="add mod">
          <ac:chgData name="totoka 3710" userId="fbb77386e644ec64" providerId="LiveId" clId="{99908158-1523-4D89-8225-504124C78188}" dt="2025-09-16T14:35:14.665" v="8825"/>
          <ac:spMkLst>
            <pc:docMk/>
            <pc:sldMk cId="1665970" sldId="300"/>
            <ac:spMk id="189" creationId="{C419E8F3-F019-C61F-1D1A-EFE9F83F0ED5}"/>
          </ac:spMkLst>
        </pc:spChg>
        <pc:spChg chg="add mod">
          <ac:chgData name="totoka 3710" userId="fbb77386e644ec64" providerId="LiveId" clId="{99908158-1523-4D89-8225-504124C78188}" dt="2025-09-16T14:35:14.665" v="8825"/>
          <ac:spMkLst>
            <pc:docMk/>
            <pc:sldMk cId="1665970" sldId="300"/>
            <ac:spMk id="191" creationId="{E9B3B15D-BDF7-1FA7-47D7-E07D4AC71E1F}"/>
          </ac:spMkLst>
        </pc:spChg>
        <pc:spChg chg="add mod">
          <ac:chgData name="totoka 3710" userId="fbb77386e644ec64" providerId="LiveId" clId="{99908158-1523-4D89-8225-504124C78188}" dt="2025-09-16T15:39:21.665" v="9783" actId="313"/>
          <ac:spMkLst>
            <pc:docMk/>
            <pc:sldMk cId="1665970" sldId="300"/>
            <ac:spMk id="193" creationId="{BFF947BB-5FD7-D60B-2BDC-155376756EA8}"/>
          </ac:spMkLst>
        </pc:spChg>
        <pc:spChg chg="add mod">
          <ac:chgData name="totoka 3710" userId="fbb77386e644ec64" providerId="LiveId" clId="{99908158-1523-4D89-8225-504124C78188}" dt="2025-09-16T14:35:14.665" v="8825"/>
          <ac:spMkLst>
            <pc:docMk/>
            <pc:sldMk cId="1665970" sldId="300"/>
            <ac:spMk id="197" creationId="{4D29BCE1-BB6B-B09D-2CC3-44AD978AD90B}"/>
          </ac:spMkLst>
        </pc:spChg>
        <pc:spChg chg="add mod">
          <ac:chgData name="totoka 3710" userId="fbb77386e644ec64" providerId="LiveId" clId="{99908158-1523-4D89-8225-504124C78188}" dt="2025-09-16T14:35:14.665" v="8825"/>
          <ac:spMkLst>
            <pc:docMk/>
            <pc:sldMk cId="1665970" sldId="300"/>
            <ac:spMk id="200" creationId="{FA370267-C96A-EC33-DBCA-182D1C19FF92}"/>
          </ac:spMkLst>
        </pc:spChg>
        <pc:spChg chg="add mod">
          <ac:chgData name="totoka 3710" userId="fbb77386e644ec64" providerId="LiveId" clId="{99908158-1523-4D89-8225-504124C78188}" dt="2025-09-16T14:35:14.665" v="8825"/>
          <ac:spMkLst>
            <pc:docMk/>
            <pc:sldMk cId="1665970" sldId="300"/>
            <ac:spMk id="205" creationId="{FF7853C0-326D-4ADE-A66A-58BDC658EFC4}"/>
          </ac:spMkLst>
        </pc:spChg>
        <pc:spChg chg="add mod">
          <ac:chgData name="totoka 3710" userId="fbb77386e644ec64" providerId="LiveId" clId="{99908158-1523-4D89-8225-504124C78188}" dt="2025-09-17T01:32:40.515" v="14954" actId="403"/>
          <ac:spMkLst>
            <pc:docMk/>
            <pc:sldMk cId="1665970" sldId="300"/>
            <ac:spMk id="206" creationId="{B37FE480-1745-0506-6CC9-FAA9B7366EA2}"/>
          </ac:spMkLst>
        </pc:spChg>
        <pc:spChg chg="add mod">
          <ac:chgData name="totoka 3710" userId="fbb77386e644ec64" providerId="LiveId" clId="{99908158-1523-4D89-8225-504124C78188}" dt="2025-09-16T14:35:14.665" v="8825"/>
          <ac:spMkLst>
            <pc:docMk/>
            <pc:sldMk cId="1665970" sldId="300"/>
            <ac:spMk id="208" creationId="{13CF5039-CDA4-11F8-6FEF-921969DB5ABA}"/>
          </ac:spMkLst>
        </pc:spChg>
        <pc:spChg chg="mod">
          <ac:chgData name="totoka 3710" userId="fbb77386e644ec64" providerId="LiveId" clId="{99908158-1523-4D89-8225-504124C78188}" dt="2025-09-17T01:32:46.011" v="14961" actId="403"/>
          <ac:spMkLst>
            <pc:docMk/>
            <pc:sldMk cId="1665970" sldId="300"/>
            <ac:spMk id="209" creationId="{306A603A-BBC8-3044-A81B-FCB275304A4D}"/>
          </ac:spMkLst>
        </pc:spChg>
        <pc:spChg chg="mod">
          <ac:chgData name="totoka 3710" userId="fbb77386e644ec64" providerId="LiveId" clId="{99908158-1523-4D89-8225-504124C78188}" dt="2025-09-17T01:32:55.673" v="14970" actId="404"/>
          <ac:spMkLst>
            <pc:docMk/>
            <pc:sldMk cId="1665970" sldId="300"/>
            <ac:spMk id="212" creationId="{B55E1B0D-1C5E-115D-6086-0C04F316DF02}"/>
          </ac:spMkLst>
        </pc:spChg>
        <pc:spChg chg="add mod">
          <ac:chgData name="totoka 3710" userId="fbb77386e644ec64" providerId="LiveId" clId="{99908158-1523-4D89-8225-504124C78188}" dt="2025-09-16T14:35:14.665" v="8825"/>
          <ac:spMkLst>
            <pc:docMk/>
            <pc:sldMk cId="1665970" sldId="300"/>
            <ac:spMk id="213" creationId="{3F1943E6-0E93-852C-850B-493386BA9035}"/>
          </ac:spMkLst>
        </pc:spChg>
        <pc:spChg chg="mod">
          <ac:chgData name="totoka 3710" userId="fbb77386e644ec64" providerId="LiveId" clId="{99908158-1523-4D89-8225-504124C78188}" dt="2025-09-17T01:33:23.681" v="15007" actId="403"/>
          <ac:spMkLst>
            <pc:docMk/>
            <pc:sldMk cId="1665970" sldId="300"/>
            <ac:spMk id="214" creationId="{96B8C558-4025-AB92-A47F-2C0B4EBA0091}"/>
          </ac:spMkLst>
        </pc:spChg>
        <pc:spChg chg="mod">
          <ac:chgData name="totoka 3710" userId="fbb77386e644ec64" providerId="LiveId" clId="{99908158-1523-4D89-8225-504124C78188}" dt="2025-09-17T01:33:18.481" v="15000" actId="403"/>
          <ac:spMkLst>
            <pc:docMk/>
            <pc:sldMk cId="1665970" sldId="300"/>
            <ac:spMk id="216" creationId="{8B2412FB-1970-4E7D-A3FF-3124AF5D6EB7}"/>
          </ac:spMkLst>
        </pc:spChg>
        <pc:spChg chg="mod">
          <ac:chgData name="totoka 3710" userId="fbb77386e644ec64" providerId="LiveId" clId="{99908158-1523-4D89-8225-504124C78188}" dt="2025-09-17T01:33:13.943" v="14993" actId="403"/>
          <ac:spMkLst>
            <pc:docMk/>
            <pc:sldMk cId="1665970" sldId="300"/>
            <ac:spMk id="219" creationId="{DDCA9D1A-88F4-CAC1-0141-FA2DBFE51FCF}"/>
          </ac:spMkLst>
        </pc:spChg>
        <pc:spChg chg="mod">
          <ac:chgData name="totoka 3710" userId="fbb77386e644ec64" providerId="LiveId" clId="{99908158-1523-4D89-8225-504124C78188}" dt="2025-09-17T01:33:08.541" v="14986" actId="403"/>
          <ac:spMkLst>
            <pc:docMk/>
            <pc:sldMk cId="1665970" sldId="300"/>
            <ac:spMk id="222" creationId="{FBCC468E-B5BB-9851-8486-E777D73646AF}"/>
          </ac:spMkLst>
        </pc:spChg>
        <pc:spChg chg="mod">
          <ac:chgData name="totoka 3710" userId="fbb77386e644ec64" providerId="LiveId" clId="{99908158-1523-4D89-8225-504124C78188}" dt="2025-09-17T01:33:03.131" v="14979" actId="404"/>
          <ac:spMkLst>
            <pc:docMk/>
            <pc:sldMk cId="1665970" sldId="300"/>
            <ac:spMk id="224" creationId="{8A35A082-0F2D-EFA0-7CE5-B27E07EC675A}"/>
          </ac:spMkLst>
        </pc:spChg>
        <pc:spChg chg="add mod">
          <ac:chgData name="totoka 3710" userId="fbb77386e644ec64" providerId="LiveId" clId="{99908158-1523-4D89-8225-504124C78188}" dt="2025-09-16T14:35:14.665" v="8825"/>
          <ac:spMkLst>
            <pc:docMk/>
            <pc:sldMk cId="1665970" sldId="300"/>
            <ac:spMk id="227" creationId="{62FBAC84-E730-E27D-DE56-BB588EA6B98F}"/>
          </ac:spMkLst>
        </pc:spChg>
        <pc:spChg chg="add mod">
          <ac:chgData name="totoka 3710" userId="fbb77386e644ec64" providerId="LiveId" clId="{99908158-1523-4D89-8225-504124C78188}" dt="2025-09-16T15:46:13.990" v="9991"/>
          <ac:spMkLst>
            <pc:docMk/>
            <pc:sldMk cId="1665970" sldId="300"/>
            <ac:spMk id="231" creationId="{79D872F9-286E-CF9D-1344-88FAF602900A}"/>
          </ac:spMkLst>
        </pc:spChg>
      </pc:sldChg>
      <pc:sldChg chg="addSp modSp add del mod">
        <pc:chgData name="totoka 3710" userId="fbb77386e644ec64" providerId="LiveId" clId="{99908158-1523-4D89-8225-504124C78188}" dt="2025-09-16T14:18:32.593" v="7934" actId="47"/>
        <pc:sldMkLst>
          <pc:docMk/>
          <pc:sldMk cId="3318508108" sldId="300"/>
        </pc:sldMkLst>
      </pc:sldChg>
      <pc:sldChg chg="addSp delSp modSp add mod ord modTransition modNotesTx">
        <pc:chgData name="totoka 3710" userId="fbb77386e644ec64" providerId="LiveId" clId="{99908158-1523-4D89-8225-504124C78188}" dt="2025-09-26T15:46:39.629" v="38339"/>
        <pc:sldMkLst>
          <pc:docMk/>
          <pc:sldMk cId="745167393" sldId="301"/>
        </pc:sldMkLst>
        <pc:spChg chg="mod">
          <ac:chgData name="totoka 3710" userId="fbb77386e644ec64" providerId="LiveId" clId="{99908158-1523-4D89-8225-504124C78188}" dt="2025-09-16T23:41:21.931" v="11427" actId="1037"/>
          <ac:spMkLst>
            <pc:docMk/>
            <pc:sldMk cId="745167393" sldId="301"/>
            <ac:spMk id="2" creationId="{3F8BE0F7-3234-DB38-BD67-4F093464B527}"/>
          </ac:spMkLst>
        </pc:spChg>
        <pc:spChg chg="add mod">
          <ac:chgData name="totoka 3710" userId="fbb77386e644ec64" providerId="LiveId" clId="{99908158-1523-4D89-8225-504124C78188}" dt="2025-09-16T23:41:21.931" v="11427" actId="1037"/>
          <ac:spMkLst>
            <pc:docMk/>
            <pc:sldMk cId="745167393" sldId="301"/>
            <ac:spMk id="3" creationId="{024B7632-54E1-840D-8F48-FA48026BA2BD}"/>
          </ac:spMkLst>
        </pc:spChg>
        <pc:spChg chg="mod">
          <ac:chgData name="totoka 3710" userId="fbb77386e644ec64" providerId="LiveId" clId="{99908158-1523-4D89-8225-504124C78188}" dt="2025-09-16T23:43:14.509" v="11526" actId="1076"/>
          <ac:spMkLst>
            <pc:docMk/>
            <pc:sldMk cId="745167393" sldId="301"/>
            <ac:spMk id="4" creationId="{68CABD47-907E-0F36-0C11-45DFAC660843}"/>
          </ac:spMkLst>
        </pc:spChg>
        <pc:spChg chg="mod">
          <ac:chgData name="totoka 3710" userId="fbb77386e644ec64" providerId="LiveId" clId="{99908158-1523-4D89-8225-504124C78188}" dt="2025-09-16T23:41:21.931" v="11427" actId="1037"/>
          <ac:spMkLst>
            <pc:docMk/>
            <pc:sldMk cId="745167393" sldId="301"/>
            <ac:spMk id="6" creationId="{4EF4D3DA-AFD3-1826-2A90-9555BD599918}"/>
          </ac:spMkLst>
        </pc:spChg>
        <pc:spChg chg="mod">
          <ac:chgData name="totoka 3710" userId="fbb77386e644ec64" providerId="LiveId" clId="{99908158-1523-4D89-8225-504124C78188}" dt="2025-09-16T23:41:21.931" v="11427" actId="1037"/>
          <ac:spMkLst>
            <pc:docMk/>
            <pc:sldMk cId="745167393" sldId="301"/>
            <ac:spMk id="7" creationId="{6872010D-EDA7-7259-658E-FDF4685E8B71}"/>
          </ac:spMkLst>
        </pc:spChg>
        <pc:spChg chg="mod">
          <ac:chgData name="totoka 3710" userId="fbb77386e644ec64" providerId="LiveId" clId="{99908158-1523-4D89-8225-504124C78188}" dt="2025-09-16T23:41:21.931" v="11427" actId="1037"/>
          <ac:spMkLst>
            <pc:docMk/>
            <pc:sldMk cId="745167393" sldId="301"/>
            <ac:spMk id="8" creationId="{D1BD0A09-F348-7294-84AA-4A8CD9942A7D}"/>
          </ac:spMkLst>
        </pc:spChg>
        <pc:spChg chg="ord">
          <ac:chgData name="totoka 3710" userId="fbb77386e644ec64" providerId="LiveId" clId="{99908158-1523-4D89-8225-504124C78188}" dt="2025-09-16T15:34:16.476" v="9759"/>
          <ac:spMkLst>
            <pc:docMk/>
            <pc:sldMk cId="745167393" sldId="301"/>
            <ac:spMk id="9" creationId="{03A1BBE9-F63D-02A0-D352-0BBA5B5B56FB}"/>
          </ac:spMkLst>
        </pc:spChg>
        <pc:spChg chg="mod">
          <ac:chgData name="totoka 3710" userId="fbb77386e644ec64" providerId="LiveId" clId="{99908158-1523-4D89-8225-504124C78188}" dt="2025-09-16T23:47:11.522" v="11562" actId="20577"/>
          <ac:spMkLst>
            <pc:docMk/>
            <pc:sldMk cId="745167393" sldId="301"/>
            <ac:spMk id="10" creationId="{736FEDBB-DAE1-BC8D-995D-F8C686C3E332}"/>
          </ac:spMkLst>
        </pc:spChg>
        <pc:spChg chg="mod">
          <ac:chgData name="totoka 3710" userId="fbb77386e644ec64" providerId="LiveId" clId="{99908158-1523-4D89-8225-504124C78188}" dt="2025-09-16T23:41:21.931" v="11427" actId="1037"/>
          <ac:spMkLst>
            <pc:docMk/>
            <pc:sldMk cId="745167393" sldId="301"/>
            <ac:spMk id="11" creationId="{D76FAF33-7442-4800-CDC5-58A1C4DEAAAE}"/>
          </ac:spMkLst>
        </pc:spChg>
        <pc:spChg chg="mod">
          <ac:chgData name="totoka 3710" userId="fbb77386e644ec64" providerId="LiveId" clId="{99908158-1523-4D89-8225-504124C78188}" dt="2025-09-16T23:41:21.931" v="11427" actId="1037"/>
          <ac:spMkLst>
            <pc:docMk/>
            <pc:sldMk cId="745167393" sldId="301"/>
            <ac:spMk id="12" creationId="{FF784268-3D3C-7857-F3C3-192972B057C5}"/>
          </ac:spMkLst>
        </pc:spChg>
        <pc:spChg chg="ord">
          <ac:chgData name="totoka 3710" userId="fbb77386e644ec64" providerId="LiveId" clId="{99908158-1523-4D89-8225-504124C78188}" dt="2025-09-16T23:49:20.587" v="11601"/>
          <ac:spMkLst>
            <pc:docMk/>
            <pc:sldMk cId="745167393" sldId="301"/>
            <ac:spMk id="13" creationId="{0DA06939-DD3A-4587-41AE-29480DD49CCB}"/>
          </ac:spMkLst>
        </pc:spChg>
        <pc:spChg chg="mod">
          <ac:chgData name="totoka 3710" userId="fbb77386e644ec64" providerId="LiveId" clId="{99908158-1523-4D89-8225-504124C78188}" dt="2025-09-16T15:29:01.762" v="9730" actId="164"/>
          <ac:spMkLst>
            <pc:docMk/>
            <pc:sldMk cId="745167393" sldId="301"/>
            <ac:spMk id="14" creationId="{7677AEE9-4CD7-D4FF-0D19-A8F8A3FCC974}"/>
          </ac:spMkLst>
        </pc:spChg>
        <pc:spChg chg="mod">
          <ac:chgData name="totoka 3710" userId="fbb77386e644ec64" providerId="LiveId" clId="{99908158-1523-4D89-8225-504124C78188}" dt="2025-09-16T15:29:01.762" v="9730" actId="164"/>
          <ac:spMkLst>
            <pc:docMk/>
            <pc:sldMk cId="745167393" sldId="301"/>
            <ac:spMk id="15" creationId="{A9206316-7AB2-697B-B923-FAC5FBAE9BF4}"/>
          </ac:spMkLst>
        </pc:spChg>
        <pc:spChg chg="mod">
          <ac:chgData name="totoka 3710" userId="fbb77386e644ec64" providerId="LiveId" clId="{99908158-1523-4D89-8225-504124C78188}" dt="2025-09-16T15:29:01.762" v="9730" actId="164"/>
          <ac:spMkLst>
            <pc:docMk/>
            <pc:sldMk cId="745167393" sldId="301"/>
            <ac:spMk id="16" creationId="{CF4A9E58-F402-24DA-E140-B62857050E5C}"/>
          </ac:spMkLst>
        </pc:spChg>
        <pc:spChg chg="mod">
          <ac:chgData name="totoka 3710" userId="fbb77386e644ec64" providerId="LiveId" clId="{99908158-1523-4D89-8225-504124C78188}" dt="2025-09-16T15:29:04.569" v="9731" actId="164"/>
          <ac:spMkLst>
            <pc:docMk/>
            <pc:sldMk cId="745167393" sldId="301"/>
            <ac:spMk id="17" creationId="{A6FCD5FB-6E62-CAD3-B933-547335C12107}"/>
          </ac:spMkLst>
        </pc:spChg>
        <pc:spChg chg="mod">
          <ac:chgData name="totoka 3710" userId="fbb77386e644ec64" providerId="LiveId" clId="{99908158-1523-4D89-8225-504124C78188}" dt="2025-09-16T15:29:04.569" v="9731" actId="164"/>
          <ac:spMkLst>
            <pc:docMk/>
            <pc:sldMk cId="745167393" sldId="301"/>
            <ac:spMk id="18" creationId="{8B108E04-1E86-C15A-B9A9-945DE57C8B34}"/>
          </ac:spMkLst>
        </pc:spChg>
        <pc:spChg chg="mod">
          <ac:chgData name="totoka 3710" userId="fbb77386e644ec64" providerId="LiveId" clId="{99908158-1523-4D89-8225-504124C78188}" dt="2025-09-16T15:29:04.569" v="9731" actId="164"/>
          <ac:spMkLst>
            <pc:docMk/>
            <pc:sldMk cId="745167393" sldId="301"/>
            <ac:spMk id="19" creationId="{A8D2093A-B72A-0FDF-51BD-C9E89CC6E1EB}"/>
          </ac:spMkLst>
        </pc:spChg>
        <pc:spChg chg="mod">
          <ac:chgData name="totoka 3710" userId="fbb77386e644ec64" providerId="LiveId" clId="{99908158-1523-4D89-8225-504124C78188}" dt="2025-09-16T15:39:30.341" v="9797" actId="313"/>
          <ac:spMkLst>
            <pc:docMk/>
            <pc:sldMk cId="745167393" sldId="301"/>
            <ac:spMk id="20" creationId="{2DD57944-8466-6824-6F23-EB2E7A1DAE37}"/>
          </ac:spMkLst>
        </pc:spChg>
        <pc:spChg chg="mod">
          <ac:chgData name="totoka 3710" userId="fbb77386e644ec64" providerId="LiveId" clId="{99908158-1523-4D89-8225-504124C78188}" dt="2025-09-16T15:29:06.640" v="9732" actId="164"/>
          <ac:spMkLst>
            <pc:docMk/>
            <pc:sldMk cId="745167393" sldId="301"/>
            <ac:spMk id="21" creationId="{0909CF9B-0300-D910-1852-80FE4019C2BE}"/>
          </ac:spMkLst>
        </pc:spChg>
        <pc:spChg chg="mod">
          <ac:chgData name="totoka 3710" userId="fbb77386e644ec64" providerId="LiveId" clId="{99908158-1523-4D89-8225-504124C78188}" dt="2025-09-16T23:47:16.151" v="11563" actId="1076"/>
          <ac:spMkLst>
            <pc:docMk/>
            <pc:sldMk cId="745167393" sldId="301"/>
            <ac:spMk id="22" creationId="{8227582D-71DA-B003-5529-82F24D8B5C99}"/>
          </ac:spMkLst>
        </pc:spChg>
        <pc:spChg chg="mod">
          <ac:chgData name="totoka 3710" userId="fbb77386e644ec64" providerId="LiveId" clId="{99908158-1523-4D89-8225-504124C78188}" dt="2025-09-16T23:47:21.879" v="11564" actId="1076"/>
          <ac:spMkLst>
            <pc:docMk/>
            <pc:sldMk cId="745167393" sldId="301"/>
            <ac:spMk id="23" creationId="{65203FF9-3AB1-6F4F-B084-92680312DB22}"/>
          </ac:spMkLst>
        </pc:spChg>
        <pc:spChg chg="mod">
          <ac:chgData name="totoka 3710" userId="fbb77386e644ec64" providerId="LiveId" clId="{99908158-1523-4D89-8225-504124C78188}" dt="2025-09-16T23:47:26.486" v="11565" actId="1076"/>
          <ac:spMkLst>
            <pc:docMk/>
            <pc:sldMk cId="745167393" sldId="301"/>
            <ac:spMk id="24" creationId="{3D0E22A8-C423-7DFB-FFF0-D4B7C987A258}"/>
          </ac:spMkLst>
        </pc:spChg>
        <pc:spChg chg="mod">
          <ac:chgData name="totoka 3710" userId="fbb77386e644ec64" providerId="LiveId" clId="{99908158-1523-4D89-8225-504124C78188}" dt="2025-09-16T23:44:54.408" v="11543" actId="14100"/>
          <ac:spMkLst>
            <pc:docMk/>
            <pc:sldMk cId="745167393" sldId="301"/>
            <ac:spMk id="26" creationId="{6973889E-E12D-C45C-8EDA-9926E390EFFC}"/>
          </ac:spMkLst>
        </pc:spChg>
        <pc:spChg chg="mod">
          <ac:chgData name="totoka 3710" userId="fbb77386e644ec64" providerId="LiveId" clId="{99908158-1523-4D89-8225-504124C78188}" dt="2025-09-16T23:44:43.060" v="11541" actId="1076"/>
          <ac:spMkLst>
            <pc:docMk/>
            <pc:sldMk cId="745167393" sldId="301"/>
            <ac:spMk id="27" creationId="{7E0F9EFD-168D-4766-9414-C5FA178A8119}"/>
          </ac:spMkLst>
        </pc:spChg>
        <pc:spChg chg="mod">
          <ac:chgData name="totoka 3710" userId="fbb77386e644ec64" providerId="LiveId" clId="{99908158-1523-4D89-8225-504124C78188}" dt="2025-09-16T23:44:46.629" v="11542" actId="1076"/>
          <ac:spMkLst>
            <pc:docMk/>
            <pc:sldMk cId="745167393" sldId="301"/>
            <ac:spMk id="28" creationId="{E68248E6-6CAB-DD0E-1965-45E9255A4CF7}"/>
          </ac:spMkLst>
        </pc:spChg>
        <pc:spChg chg="mod">
          <ac:chgData name="totoka 3710" userId="fbb77386e644ec64" providerId="LiveId" clId="{99908158-1523-4D89-8225-504124C78188}" dt="2025-09-16T23:45:09.965" v="11546" actId="20577"/>
          <ac:spMkLst>
            <pc:docMk/>
            <pc:sldMk cId="745167393" sldId="301"/>
            <ac:spMk id="30" creationId="{5920509F-DCA0-9908-3F27-749E5FAE29F8}"/>
          </ac:spMkLst>
        </pc:spChg>
        <pc:spChg chg="mod">
          <ac:chgData name="totoka 3710" userId="fbb77386e644ec64" providerId="LiveId" clId="{99908158-1523-4D89-8225-504124C78188}" dt="2025-09-16T23:45:14.444" v="11547" actId="1076"/>
          <ac:spMkLst>
            <pc:docMk/>
            <pc:sldMk cId="745167393" sldId="301"/>
            <ac:spMk id="31" creationId="{5D0830CE-15AE-ADBF-1C7A-0E4644164BA1}"/>
          </ac:spMkLst>
        </pc:spChg>
        <pc:spChg chg="mod">
          <ac:chgData name="totoka 3710" userId="fbb77386e644ec64" providerId="LiveId" clId="{99908158-1523-4D89-8225-504124C78188}" dt="2025-09-16T23:46:01.605" v="11549" actId="1076"/>
          <ac:spMkLst>
            <pc:docMk/>
            <pc:sldMk cId="745167393" sldId="301"/>
            <ac:spMk id="32" creationId="{BF03DDF9-4C8E-DEE4-B226-790A545079D0}"/>
          </ac:spMkLst>
        </pc:spChg>
        <pc:spChg chg="mod">
          <ac:chgData name="totoka 3710" userId="fbb77386e644ec64" providerId="LiveId" clId="{99908158-1523-4D89-8225-504124C78188}" dt="2025-09-16T23:46:26.046" v="11554" actId="14100"/>
          <ac:spMkLst>
            <pc:docMk/>
            <pc:sldMk cId="745167393" sldId="301"/>
            <ac:spMk id="34" creationId="{9E47055C-49D4-8BB4-702E-25A98C82977C}"/>
          </ac:spMkLst>
        </pc:spChg>
        <pc:spChg chg="mod">
          <ac:chgData name="totoka 3710" userId="fbb77386e644ec64" providerId="LiveId" clId="{99908158-1523-4D89-8225-504124C78188}" dt="2025-09-16T23:46:32.936" v="11555" actId="1076"/>
          <ac:spMkLst>
            <pc:docMk/>
            <pc:sldMk cId="745167393" sldId="301"/>
            <ac:spMk id="35" creationId="{4E7962FF-3D8A-4C9C-5635-7EFFCCD6A28B}"/>
          </ac:spMkLst>
        </pc:spChg>
        <pc:spChg chg="mod">
          <ac:chgData name="totoka 3710" userId="fbb77386e644ec64" providerId="LiveId" clId="{99908158-1523-4D89-8225-504124C78188}" dt="2025-09-16T23:46:36.300" v="11556" actId="1076"/>
          <ac:spMkLst>
            <pc:docMk/>
            <pc:sldMk cId="745167393" sldId="301"/>
            <ac:spMk id="36" creationId="{02C479A1-1E14-8D7E-F9C8-22FF51CF5BAC}"/>
          </ac:spMkLst>
        </pc:spChg>
        <pc:spChg chg="mod">
          <ac:chgData name="totoka 3710" userId="fbb77386e644ec64" providerId="LiveId" clId="{99908158-1523-4D89-8225-504124C78188}" dt="2025-09-16T23:44:06.497" v="11534" actId="14100"/>
          <ac:spMkLst>
            <pc:docMk/>
            <pc:sldMk cId="745167393" sldId="301"/>
            <ac:spMk id="37" creationId="{A169DFE1-0FF8-9678-7D84-CF6647EE733F}"/>
          </ac:spMkLst>
        </pc:spChg>
        <pc:spChg chg="add mod">
          <ac:chgData name="totoka 3710" userId="fbb77386e644ec64" providerId="LiveId" clId="{99908158-1523-4D89-8225-504124C78188}" dt="2025-09-16T23:43:38.624" v="11528" actId="14100"/>
          <ac:spMkLst>
            <pc:docMk/>
            <pc:sldMk cId="745167393" sldId="301"/>
            <ac:spMk id="38" creationId="{6BE32AC0-FEEE-4B65-773A-B0C26C1D3DF5}"/>
          </ac:spMkLst>
        </pc:spChg>
        <pc:spChg chg="mod">
          <ac:chgData name="totoka 3710" userId="fbb77386e644ec64" providerId="LiveId" clId="{99908158-1523-4D89-8225-504124C78188}" dt="2025-09-16T23:42:28.047" v="11440" actId="20577"/>
          <ac:spMkLst>
            <pc:docMk/>
            <pc:sldMk cId="745167393" sldId="301"/>
            <ac:spMk id="39" creationId="{D98374D1-74F3-8180-EC72-1DC134899787}"/>
          </ac:spMkLst>
        </pc:spChg>
        <pc:spChg chg="add mod">
          <ac:chgData name="totoka 3710" userId="fbb77386e644ec64" providerId="LiveId" clId="{99908158-1523-4D89-8225-504124C78188}" dt="2025-09-16T23:43:07.876" v="11524" actId="14100"/>
          <ac:spMkLst>
            <pc:docMk/>
            <pc:sldMk cId="745167393" sldId="301"/>
            <ac:spMk id="40" creationId="{7C9B7181-ADB1-1296-0346-1C98883A231D}"/>
          </ac:spMkLst>
        </pc:spChg>
        <pc:spChg chg="add mod">
          <ac:chgData name="totoka 3710" userId="fbb77386e644ec64" providerId="LiveId" clId="{99908158-1523-4D89-8225-504124C78188}" dt="2025-09-16T23:42:59.304" v="11523" actId="1076"/>
          <ac:spMkLst>
            <pc:docMk/>
            <pc:sldMk cId="745167393" sldId="301"/>
            <ac:spMk id="41" creationId="{76E437A6-A178-5264-5BB0-0AF8F475B3A4}"/>
          </ac:spMkLst>
        </pc:spChg>
        <pc:spChg chg="mod">
          <ac:chgData name="totoka 3710" userId="fbb77386e644ec64" providerId="LiveId" clId="{99908158-1523-4D89-8225-504124C78188}" dt="2025-09-16T23:43:34.586" v="11527" actId="1076"/>
          <ac:spMkLst>
            <pc:docMk/>
            <pc:sldMk cId="745167393" sldId="301"/>
            <ac:spMk id="42" creationId="{B0128AA1-7986-C8A0-ECDA-441BB0EFED4B}"/>
          </ac:spMkLst>
        </pc:spChg>
        <pc:spChg chg="add mod">
          <ac:chgData name="totoka 3710" userId="fbb77386e644ec64" providerId="LiveId" clId="{99908158-1523-4D89-8225-504124C78188}" dt="2025-09-16T23:48:48.451" v="11574" actId="121"/>
          <ac:spMkLst>
            <pc:docMk/>
            <pc:sldMk cId="745167393" sldId="301"/>
            <ac:spMk id="43" creationId="{AC4769F6-4451-DFF1-81E8-602A465A68FC}"/>
          </ac:spMkLst>
        </pc:spChg>
        <pc:spChg chg="add mod">
          <ac:chgData name="totoka 3710" userId="fbb77386e644ec64" providerId="LiveId" clId="{99908158-1523-4D89-8225-504124C78188}" dt="2025-09-16T23:48:35.671" v="11571" actId="14100"/>
          <ac:spMkLst>
            <pc:docMk/>
            <pc:sldMk cId="745167393" sldId="301"/>
            <ac:spMk id="44" creationId="{5FDAE6C4-C8DC-C7D7-531F-8BD2479627A0}"/>
          </ac:spMkLst>
        </pc:spChg>
        <pc:spChg chg="add mod">
          <ac:chgData name="totoka 3710" userId="fbb77386e644ec64" providerId="LiveId" clId="{99908158-1523-4D89-8225-504124C78188}" dt="2025-09-16T23:48:35.671" v="11571" actId="14100"/>
          <ac:spMkLst>
            <pc:docMk/>
            <pc:sldMk cId="745167393" sldId="301"/>
            <ac:spMk id="45" creationId="{61E9DBBD-A657-9133-856C-E2E4ACF76A21}"/>
          </ac:spMkLst>
        </pc:spChg>
        <pc:spChg chg="add mod">
          <ac:chgData name="totoka 3710" userId="fbb77386e644ec64" providerId="LiveId" clId="{99908158-1523-4D89-8225-504124C78188}" dt="2025-09-16T23:49:11.171" v="11578" actId="121"/>
          <ac:spMkLst>
            <pc:docMk/>
            <pc:sldMk cId="745167393" sldId="301"/>
            <ac:spMk id="46" creationId="{AEF53F65-E08F-D788-B5D3-9DC15418938B}"/>
          </ac:spMkLst>
        </pc:spChg>
        <pc:spChg chg="add mod">
          <ac:chgData name="totoka 3710" userId="fbb77386e644ec64" providerId="LiveId" clId="{99908158-1523-4D89-8225-504124C78188}" dt="2025-09-16T23:48:59.754" v="11575" actId="1076"/>
          <ac:spMkLst>
            <pc:docMk/>
            <pc:sldMk cId="745167393" sldId="301"/>
            <ac:spMk id="47" creationId="{1ED6B530-A8EB-7FA2-9CC1-9CDF74F7B690}"/>
          </ac:spMkLst>
        </pc:spChg>
        <pc:spChg chg="add mod">
          <ac:chgData name="totoka 3710" userId="fbb77386e644ec64" providerId="LiveId" clId="{99908158-1523-4D89-8225-504124C78188}" dt="2025-09-17T01:43:40.979" v="15516"/>
          <ac:spMkLst>
            <pc:docMk/>
            <pc:sldMk cId="745167393" sldId="301"/>
            <ac:spMk id="48" creationId="{720B5E02-4597-9F41-019E-BC154507F8B4}"/>
          </ac:spMkLst>
        </pc:spChg>
        <pc:spChg chg="mod">
          <ac:chgData name="totoka 3710" userId="fbb77386e644ec64" providerId="LiveId" clId="{99908158-1523-4D89-8225-504124C78188}" dt="2025-09-16T15:29:06.640" v="9732" actId="164"/>
          <ac:spMkLst>
            <pc:docMk/>
            <pc:sldMk cId="745167393" sldId="301"/>
            <ac:spMk id="54" creationId="{4FFEC20C-E00E-87A8-D577-15A40D286535}"/>
          </ac:spMkLst>
        </pc:spChg>
        <pc:spChg chg="add mod">
          <ac:chgData name="totoka 3710" userId="fbb77386e644ec64" providerId="LiveId" clId="{99908158-1523-4D89-8225-504124C78188}" dt="2025-09-16T15:29:08.865" v="9733" actId="164"/>
          <ac:spMkLst>
            <pc:docMk/>
            <pc:sldMk cId="745167393" sldId="301"/>
            <ac:spMk id="73" creationId="{6709A9CA-C6EB-8780-BE8A-13E7EE246F14}"/>
          </ac:spMkLst>
        </pc:spChg>
        <pc:spChg chg="add mod">
          <ac:chgData name="totoka 3710" userId="fbb77386e644ec64" providerId="LiveId" clId="{99908158-1523-4D89-8225-504124C78188}" dt="2025-09-16T15:29:08.865" v="9733" actId="164"/>
          <ac:spMkLst>
            <pc:docMk/>
            <pc:sldMk cId="745167393" sldId="301"/>
            <ac:spMk id="74" creationId="{31B31EE2-F552-F079-F6ED-88854A012069}"/>
          </ac:spMkLst>
        </pc:spChg>
        <pc:spChg chg="add mod">
          <ac:chgData name="totoka 3710" userId="fbb77386e644ec64" providerId="LiveId" clId="{99908158-1523-4D89-8225-504124C78188}" dt="2025-09-16T15:29:08.865" v="9733" actId="164"/>
          <ac:spMkLst>
            <pc:docMk/>
            <pc:sldMk cId="745167393" sldId="301"/>
            <ac:spMk id="75" creationId="{BD8B0286-CC79-3947-C5AA-D234776904C4}"/>
          </ac:spMkLst>
        </pc:spChg>
        <pc:spChg chg="add mod">
          <ac:chgData name="totoka 3710" userId="fbb77386e644ec64" providerId="LiveId" clId="{99908158-1523-4D89-8225-504124C78188}" dt="2025-09-16T15:29:08.865" v="9733" actId="164"/>
          <ac:spMkLst>
            <pc:docMk/>
            <pc:sldMk cId="745167393" sldId="301"/>
            <ac:spMk id="76" creationId="{E4A36C52-907D-244B-E270-452BEA9301D4}"/>
          </ac:spMkLst>
        </pc:spChg>
        <pc:spChg chg="add mod">
          <ac:chgData name="totoka 3710" userId="fbb77386e644ec64" providerId="LiveId" clId="{99908158-1523-4D89-8225-504124C78188}" dt="2025-09-16T15:49:13.076" v="10229" actId="20577"/>
          <ac:spMkLst>
            <pc:docMk/>
            <pc:sldMk cId="745167393" sldId="301"/>
            <ac:spMk id="81" creationId="{3A934F26-9C08-4BBA-1EAB-8440FA5C88C4}"/>
          </ac:spMkLst>
        </pc:spChg>
        <pc:spChg chg="add mod">
          <ac:chgData name="totoka 3710" userId="fbb77386e644ec64" providerId="LiveId" clId="{99908158-1523-4D89-8225-504124C78188}" dt="2025-09-16T15:54:47.444" v="10308"/>
          <ac:spMkLst>
            <pc:docMk/>
            <pc:sldMk cId="745167393" sldId="301"/>
            <ac:spMk id="83" creationId="{EEEB79D7-9A0F-1635-6368-E145E7B950EC}"/>
          </ac:spMkLst>
        </pc:spChg>
        <pc:spChg chg="add mod">
          <ac:chgData name="totoka 3710" userId="fbb77386e644ec64" providerId="LiveId" clId="{99908158-1523-4D89-8225-504124C78188}" dt="2025-09-16T15:54:47.444" v="10308"/>
          <ac:spMkLst>
            <pc:docMk/>
            <pc:sldMk cId="745167393" sldId="301"/>
            <ac:spMk id="84" creationId="{12C01E90-F80B-CCFC-4D0B-9CC6DBDF42B1}"/>
          </ac:spMkLst>
        </pc:spChg>
        <pc:spChg chg="add mod">
          <ac:chgData name="totoka 3710" userId="fbb77386e644ec64" providerId="LiveId" clId="{99908158-1523-4D89-8225-504124C78188}" dt="2025-09-16T15:54:47.444" v="10308"/>
          <ac:spMkLst>
            <pc:docMk/>
            <pc:sldMk cId="745167393" sldId="301"/>
            <ac:spMk id="85" creationId="{1CFA6F67-8949-3614-7257-A302BCA4CB22}"/>
          </ac:spMkLst>
        </pc:spChg>
        <pc:spChg chg="add mod">
          <ac:chgData name="totoka 3710" userId="fbb77386e644ec64" providerId="LiveId" clId="{99908158-1523-4D89-8225-504124C78188}" dt="2025-09-16T15:54:47.444" v="10308"/>
          <ac:spMkLst>
            <pc:docMk/>
            <pc:sldMk cId="745167393" sldId="301"/>
            <ac:spMk id="86" creationId="{D2EBEA2F-4F08-FB4A-C4BF-FD579BC31B37}"/>
          </ac:spMkLst>
        </pc:spChg>
        <pc:grpChg chg="mod">
          <ac:chgData name="totoka 3710" userId="fbb77386e644ec64" providerId="LiveId" clId="{99908158-1523-4D89-8225-504124C78188}" dt="2025-09-16T23:46:51.116" v="11559" actId="1076"/>
          <ac:grpSpMkLst>
            <pc:docMk/>
            <pc:sldMk cId="745167393" sldId="301"/>
            <ac:grpSpMk id="5" creationId="{DD248564-2C22-D466-2435-5CA62B277E70}"/>
          </ac:grpSpMkLst>
        </pc:grpChg>
        <pc:grpChg chg="mod">
          <ac:chgData name="totoka 3710" userId="fbb77386e644ec64" providerId="LiveId" clId="{99908158-1523-4D89-8225-504124C78188}" dt="2025-09-16T23:44:15.466" v="11537" actId="1076"/>
          <ac:grpSpMkLst>
            <pc:docMk/>
            <pc:sldMk cId="745167393" sldId="301"/>
            <ac:grpSpMk id="25" creationId="{008F9B5F-BDBA-B385-BC4B-92CD12683F10}"/>
          </ac:grpSpMkLst>
        </pc:grpChg>
        <pc:grpChg chg="mod">
          <ac:chgData name="totoka 3710" userId="fbb77386e644ec64" providerId="LiveId" clId="{99908158-1523-4D89-8225-504124C78188}" dt="2025-09-16T23:44:59.698" v="11544" actId="1076"/>
          <ac:grpSpMkLst>
            <pc:docMk/>
            <pc:sldMk cId="745167393" sldId="301"/>
            <ac:grpSpMk id="29" creationId="{79BCC2A4-9788-FBCF-C804-E8243B5F9E63}"/>
          </ac:grpSpMkLst>
        </pc:grpChg>
        <pc:grpChg chg="mod">
          <ac:chgData name="totoka 3710" userId="fbb77386e644ec64" providerId="LiveId" clId="{99908158-1523-4D89-8225-504124C78188}" dt="2025-09-16T23:46:09.786" v="11550" actId="1076"/>
          <ac:grpSpMkLst>
            <pc:docMk/>
            <pc:sldMk cId="745167393" sldId="301"/>
            <ac:grpSpMk id="33" creationId="{97A71AD3-1420-2B94-1FEA-1301CA606797}"/>
          </ac:grpSpMkLst>
        </pc:grpChg>
        <pc:grpChg chg="add mod">
          <ac:chgData name="totoka 3710" userId="fbb77386e644ec64" providerId="LiveId" clId="{99908158-1523-4D89-8225-504124C78188}" dt="2025-09-16T23:41:21.931" v="11427" actId="1037"/>
          <ac:grpSpMkLst>
            <pc:docMk/>
            <pc:sldMk cId="745167393" sldId="301"/>
            <ac:grpSpMk id="77" creationId="{5CF52B3C-1794-3284-FAC3-433B4372571B}"/>
          </ac:grpSpMkLst>
        </pc:grpChg>
        <pc:grpChg chg="add mod">
          <ac:chgData name="totoka 3710" userId="fbb77386e644ec64" providerId="LiveId" clId="{99908158-1523-4D89-8225-504124C78188}" dt="2025-09-16T23:41:21.931" v="11427" actId="1037"/>
          <ac:grpSpMkLst>
            <pc:docMk/>
            <pc:sldMk cId="745167393" sldId="301"/>
            <ac:grpSpMk id="78" creationId="{DFD806CB-5FC7-4797-DB82-4921A386354D}"/>
          </ac:grpSpMkLst>
        </pc:grpChg>
        <pc:grpChg chg="add mod">
          <ac:chgData name="totoka 3710" userId="fbb77386e644ec64" providerId="LiveId" clId="{99908158-1523-4D89-8225-504124C78188}" dt="2025-09-16T23:39:45.684" v="11161" actId="1036"/>
          <ac:grpSpMkLst>
            <pc:docMk/>
            <pc:sldMk cId="745167393" sldId="301"/>
            <ac:grpSpMk id="79" creationId="{B5DBE59F-FA8E-B718-A76F-940669EB3948}"/>
          </ac:grpSpMkLst>
        </pc:grpChg>
        <pc:grpChg chg="add mod ord">
          <ac:chgData name="totoka 3710" userId="fbb77386e644ec64" providerId="LiveId" clId="{99908158-1523-4D89-8225-504124C78188}" dt="2025-09-16T23:41:21.931" v="11427" actId="1037"/>
          <ac:grpSpMkLst>
            <pc:docMk/>
            <pc:sldMk cId="745167393" sldId="301"/>
            <ac:grpSpMk id="80" creationId="{36646303-9C36-684C-85CA-0B9198B869FD}"/>
          </ac:grpSpMkLst>
        </pc:grpChg>
      </pc:sldChg>
      <pc:sldChg chg="delSp modSp add del mod ord modTransition">
        <pc:chgData name="totoka 3710" userId="fbb77386e644ec64" providerId="LiveId" clId="{99908158-1523-4D89-8225-504124C78188}" dt="2025-09-16T15:43:40.554" v="9833" actId="47"/>
        <pc:sldMkLst>
          <pc:docMk/>
          <pc:sldMk cId="2699381548" sldId="302"/>
        </pc:sldMkLst>
      </pc:sldChg>
      <pc:sldChg chg="addSp delSp modSp add del mod">
        <pc:chgData name="totoka 3710" userId="fbb77386e644ec64" providerId="LiveId" clId="{99908158-1523-4D89-8225-504124C78188}" dt="2025-09-16T15:39:47.975" v="9798" actId="47"/>
        <pc:sldMkLst>
          <pc:docMk/>
          <pc:sldMk cId="2703954553" sldId="303"/>
        </pc:sldMkLst>
      </pc:sldChg>
      <pc:sldChg chg="addSp modSp add mod ord modTransition">
        <pc:chgData name="totoka 3710" userId="fbb77386e644ec64" providerId="LiveId" clId="{99908158-1523-4D89-8225-504124C78188}" dt="2025-09-26T05:03:30.490" v="32390"/>
        <pc:sldMkLst>
          <pc:docMk/>
          <pc:sldMk cId="345087505" sldId="304"/>
        </pc:sldMkLst>
        <pc:spChg chg="add mod">
          <ac:chgData name="totoka 3710" userId="fbb77386e644ec64" providerId="LiveId" clId="{99908158-1523-4D89-8225-504124C78188}" dt="2025-09-16T15:46:45.336" v="10020"/>
          <ac:spMkLst>
            <pc:docMk/>
            <pc:sldMk cId="345087505" sldId="304"/>
            <ac:spMk id="7" creationId="{E87B7086-55E9-DED5-D9C3-442815B65F6E}"/>
          </ac:spMkLst>
        </pc:spChg>
        <pc:spChg chg="add mod ord">
          <ac:chgData name="totoka 3710" userId="fbb77386e644ec64" providerId="LiveId" clId="{99908158-1523-4D89-8225-504124C78188}" dt="2025-09-16T23:33:29.403" v="10812"/>
          <ac:spMkLst>
            <pc:docMk/>
            <pc:sldMk cId="345087505" sldId="304"/>
            <ac:spMk id="9" creationId="{A88F9678-EE18-770A-2477-58CEEE4B45CC}"/>
          </ac:spMkLst>
        </pc:spChg>
        <pc:spChg chg="add mod">
          <ac:chgData name="totoka 3710" userId="fbb77386e644ec64" providerId="LiveId" clId="{99908158-1523-4D89-8225-504124C78188}" dt="2025-09-17T01:42:32.459" v="15500"/>
          <ac:spMkLst>
            <pc:docMk/>
            <pc:sldMk cId="345087505" sldId="304"/>
            <ac:spMk id="10" creationId="{055774D0-7E21-92B9-8C35-050932E470C4}"/>
          </ac:spMkLst>
        </pc:spChg>
        <pc:spChg chg="mod">
          <ac:chgData name="totoka 3710" userId="fbb77386e644ec64" providerId="LiveId" clId="{99908158-1523-4D89-8225-504124C78188}" dt="2025-09-16T15:39:24.989" v="9788" actId="313"/>
          <ac:spMkLst>
            <pc:docMk/>
            <pc:sldMk cId="345087505" sldId="304"/>
            <ac:spMk id="108" creationId="{F61652D0-99B3-B097-8BAF-C76D3ED9E49F}"/>
          </ac:spMkLst>
        </pc:spChg>
        <pc:spChg chg="mod">
          <ac:chgData name="totoka 3710" userId="fbb77386e644ec64" providerId="LiveId" clId="{99908158-1523-4D89-8225-504124C78188}" dt="2025-09-17T01:22:32.215" v="14468" actId="403"/>
          <ac:spMkLst>
            <pc:docMk/>
            <pc:sldMk cId="345087505" sldId="304"/>
            <ac:spMk id="121" creationId="{D902170E-CE35-9E67-319C-F90E6CD40669}"/>
          </ac:spMkLst>
        </pc:spChg>
        <pc:spChg chg="mod">
          <ac:chgData name="totoka 3710" userId="fbb77386e644ec64" providerId="LiveId" clId="{99908158-1523-4D89-8225-504124C78188}" dt="2025-09-17T01:22:37.557" v="14475" actId="403"/>
          <ac:spMkLst>
            <pc:docMk/>
            <pc:sldMk cId="345087505" sldId="304"/>
            <ac:spMk id="124" creationId="{5803DA90-4CD1-C824-BEAF-2FE37B95AEA4}"/>
          </ac:spMkLst>
        </pc:spChg>
        <pc:spChg chg="mod">
          <ac:chgData name="totoka 3710" userId="fbb77386e644ec64" providerId="LiveId" clId="{99908158-1523-4D89-8225-504124C78188}" dt="2025-09-17T01:22:43.961" v="14482" actId="403"/>
          <ac:spMkLst>
            <pc:docMk/>
            <pc:sldMk cId="345087505" sldId="304"/>
            <ac:spMk id="127" creationId="{F3268029-3EE8-E328-53FD-53D17C6C52A0}"/>
          </ac:spMkLst>
        </pc:spChg>
        <pc:spChg chg="mod">
          <ac:chgData name="totoka 3710" userId="fbb77386e644ec64" providerId="LiveId" clId="{99908158-1523-4D89-8225-504124C78188}" dt="2025-09-17T01:22:48.507" v="14489" actId="403"/>
          <ac:spMkLst>
            <pc:docMk/>
            <pc:sldMk cId="345087505" sldId="304"/>
            <ac:spMk id="129" creationId="{58FB2F6A-6ABD-194B-1DC2-DB82D8C730CD}"/>
          </ac:spMkLst>
        </pc:spChg>
        <pc:spChg chg="mod">
          <ac:chgData name="totoka 3710" userId="fbb77386e644ec64" providerId="LiveId" clId="{99908158-1523-4D89-8225-504124C78188}" dt="2025-09-17T01:22:55.297" v="14496" actId="403"/>
          <ac:spMkLst>
            <pc:docMk/>
            <pc:sldMk cId="345087505" sldId="304"/>
            <ac:spMk id="131" creationId="{0890E3BA-3D76-4FBC-F7ED-4D93F3764CB8}"/>
          </ac:spMkLst>
        </pc:spChg>
        <pc:spChg chg="mod">
          <ac:chgData name="totoka 3710" userId="fbb77386e644ec64" providerId="LiveId" clId="{99908158-1523-4D89-8225-504124C78188}" dt="2025-09-17T01:23:01.731" v="14503" actId="403"/>
          <ac:spMkLst>
            <pc:docMk/>
            <pc:sldMk cId="345087505" sldId="304"/>
            <ac:spMk id="134" creationId="{4E402991-6F2A-CD70-F31C-5EB51733B04D}"/>
          </ac:spMkLst>
        </pc:spChg>
        <pc:spChg chg="mod">
          <ac:chgData name="totoka 3710" userId="fbb77386e644ec64" providerId="LiveId" clId="{99908158-1523-4D89-8225-504124C78188}" dt="2025-09-17T01:23:05.835" v="14510" actId="403"/>
          <ac:spMkLst>
            <pc:docMk/>
            <pc:sldMk cId="345087505" sldId="304"/>
            <ac:spMk id="137" creationId="{D6458208-F264-F19A-D91F-4246AADD6690}"/>
          </ac:spMkLst>
        </pc:spChg>
        <pc:spChg chg="mod">
          <ac:chgData name="totoka 3710" userId="fbb77386e644ec64" providerId="LiveId" clId="{99908158-1523-4D89-8225-504124C78188}" dt="2025-09-17T01:23:12.413" v="14517" actId="403"/>
          <ac:spMkLst>
            <pc:docMk/>
            <pc:sldMk cId="345087505" sldId="304"/>
            <ac:spMk id="139" creationId="{27AF32EF-4FC2-EFBC-2841-68A2B45F5808}"/>
          </ac:spMkLst>
        </pc:spChg>
      </pc:sldChg>
      <pc:sldChg chg="addSp modSp add mod ord modTransition modNotesTx">
        <pc:chgData name="totoka 3710" userId="fbb77386e644ec64" providerId="LiveId" clId="{99908158-1523-4D89-8225-504124C78188}" dt="2025-09-26T05:03:30.490" v="32390"/>
        <pc:sldMkLst>
          <pc:docMk/>
          <pc:sldMk cId="698035339" sldId="305"/>
        </pc:sldMkLst>
        <pc:spChg chg="add mod">
          <ac:chgData name="totoka 3710" userId="fbb77386e644ec64" providerId="LiveId" clId="{99908158-1523-4D89-8225-504124C78188}" dt="2025-09-16T15:46:49.709" v="10023"/>
          <ac:spMkLst>
            <pc:docMk/>
            <pc:sldMk cId="698035339" sldId="305"/>
            <ac:spMk id="4" creationId="{345B83DE-E5AD-393E-F8EA-6FEFAC6FB09A}"/>
          </ac:spMkLst>
        </pc:spChg>
        <pc:spChg chg="mod">
          <ac:chgData name="totoka 3710" userId="fbb77386e644ec64" providerId="LiveId" clId="{99908158-1523-4D89-8225-504124C78188}" dt="2025-09-16T15:39:26.601" v="9791" actId="313"/>
          <ac:spMkLst>
            <pc:docMk/>
            <pc:sldMk cId="698035339" sldId="305"/>
            <ac:spMk id="18" creationId="{390ABD57-26E8-6D67-881A-7D90CF489451}"/>
          </ac:spMkLst>
        </pc:spChg>
        <pc:spChg chg="add mod ord">
          <ac:chgData name="totoka 3710" userId="fbb77386e644ec64" providerId="LiveId" clId="{99908158-1523-4D89-8225-504124C78188}" dt="2025-09-16T23:35:10.873" v="10934" actId="207"/>
          <ac:spMkLst>
            <pc:docMk/>
            <pc:sldMk cId="698035339" sldId="305"/>
            <ac:spMk id="20" creationId="{EFEB5FD2-CD50-8A9D-2F22-9A1218D4B6E9}"/>
          </ac:spMkLst>
        </pc:spChg>
        <pc:spChg chg="add mod">
          <ac:chgData name="totoka 3710" userId="fbb77386e644ec64" providerId="LiveId" clId="{99908158-1523-4D89-8225-504124C78188}" dt="2025-09-17T01:42:40.018" v="15503"/>
          <ac:spMkLst>
            <pc:docMk/>
            <pc:sldMk cId="698035339" sldId="305"/>
            <ac:spMk id="29" creationId="{9BF9200C-58DE-EB5B-7520-4B2A81120944}"/>
          </ac:spMkLst>
        </pc:spChg>
      </pc:sldChg>
      <pc:sldChg chg="add del">
        <pc:chgData name="totoka 3710" userId="fbb77386e644ec64" providerId="LiveId" clId="{99908158-1523-4D89-8225-504124C78188}" dt="2025-09-16T15:32:38.937" v="9742" actId="2890"/>
        <pc:sldMkLst>
          <pc:docMk/>
          <pc:sldMk cId="4003727522" sldId="305"/>
        </pc:sldMkLst>
      </pc:sldChg>
      <pc:sldChg chg="addSp delSp modSp add del mod ord modNotesTx">
        <pc:chgData name="totoka 3710" userId="fbb77386e644ec64" providerId="LiveId" clId="{99908158-1523-4D89-8225-504124C78188}" dt="2025-09-26T05:04:53.747" v="32398" actId="47"/>
        <pc:sldMkLst>
          <pc:docMk/>
          <pc:sldMk cId="4178150491" sldId="306"/>
        </pc:sldMkLst>
      </pc:sldChg>
      <pc:sldChg chg="addSp delSp modSp add mod modNotesTx">
        <pc:chgData name="totoka 3710" userId="fbb77386e644ec64" providerId="LiveId" clId="{99908158-1523-4D89-8225-504124C78188}" dt="2025-09-26T15:31:32.457" v="37896" actId="478"/>
        <pc:sldMkLst>
          <pc:docMk/>
          <pc:sldMk cId="3043222120" sldId="307"/>
        </pc:sldMkLst>
        <pc:spChg chg="mod">
          <ac:chgData name="totoka 3710" userId="fbb77386e644ec64" providerId="LiveId" clId="{99908158-1523-4D89-8225-504124C78188}" dt="2025-09-16T23:58:50.428" v="11700" actId="1076"/>
          <ac:spMkLst>
            <pc:docMk/>
            <pc:sldMk cId="3043222120" sldId="307"/>
            <ac:spMk id="4" creationId="{E89562F2-4A27-DB83-A507-61137CAACFB2}"/>
          </ac:spMkLst>
        </pc:spChg>
        <pc:spChg chg="mod">
          <ac:chgData name="totoka 3710" userId="fbb77386e644ec64" providerId="LiveId" clId="{99908158-1523-4D89-8225-504124C78188}" dt="2025-09-16T23:58:10.274" v="11697" actId="1076"/>
          <ac:spMkLst>
            <pc:docMk/>
            <pc:sldMk cId="3043222120" sldId="307"/>
            <ac:spMk id="8" creationId="{65376261-0D89-84DB-00E6-68CE50582521}"/>
          </ac:spMkLst>
        </pc:spChg>
        <pc:spChg chg="mod">
          <ac:chgData name="totoka 3710" userId="fbb77386e644ec64" providerId="LiveId" clId="{99908158-1523-4D89-8225-504124C78188}" dt="2025-09-16T15:58:17.952" v="10389" actId="255"/>
          <ac:spMkLst>
            <pc:docMk/>
            <pc:sldMk cId="3043222120" sldId="307"/>
            <ac:spMk id="9" creationId="{BCA55421-F184-8364-BDE4-EBFFF8D6E02C}"/>
          </ac:spMkLst>
        </pc:spChg>
      </pc:sldChg>
      <pc:sldChg chg="modSp add mod modNotesTx">
        <pc:chgData name="totoka 3710" userId="fbb77386e644ec64" providerId="LiveId" clId="{99908158-1523-4D89-8225-504124C78188}" dt="2025-09-17T03:28:21.891" v="24364" actId="20577"/>
        <pc:sldMkLst>
          <pc:docMk/>
          <pc:sldMk cId="1075562677" sldId="308"/>
        </pc:sldMkLst>
        <pc:spChg chg="mod">
          <ac:chgData name="totoka 3710" userId="fbb77386e644ec64" providerId="LiveId" clId="{99908158-1523-4D89-8225-504124C78188}" dt="2025-09-16T15:59:05.243" v="10498" actId="1038"/>
          <ac:spMkLst>
            <pc:docMk/>
            <pc:sldMk cId="1075562677" sldId="308"/>
            <ac:spMk id="4" creationId="{4D58E993-B4F3-955E-DFCB-841C22787177}"/>
          </ac:spMkLst>
        </pc:spChg>
        <pc:spChg chg="mod">
          <ac:chgData name="totoka 3710" userId="fbb77386e644ec64" providerId="LiveId" clId="{99908158-1523-4D89-8225-504124C78188}" dt="2025-09-16T15:59:05.243" v="10498" actId="1038"/>
          <ac:spMkLst>
            <pc:docMk/>
            <pc:sldMk cId="1075562677" sldId="308"/>
            <ac:spMk id="5" creationId="{882169D3-7159-7143-4056-1C46B8558E56}"/>
          </ac:spMkLst>
        </pc:spChg>
        <pc:spChg chg="mod">
          <ac:chgData name="totoka 3710" userId="fbb77386e644ec64" providerId="LiveId" clId="{99908158-1523-4D89-8225-504124C78188}" dt="2025-09-16T15:59:05.243" v="10498" actId="1038"/>
          <ac:spMkLst>
            <pc:docMk/>
            <pc:sldMk cId="1075562677" sldId="308"/>
            <ac:spMk id="8" creationId="{569D1FE7-77E8-C55A-AF33-3C2CBD19686D}"/>
          </ac:spMkLst>
        </pc:spChg>
        <pc:spChg chg="mod">
          <ac:chgData name="totoka 3710" userId="fbb77386e644ec64" providerId="LiveId" clId="{99908158-1523-4D89-8225-504124C78188}" dt="2025-09-16T15:58:57.657" v="10396" actId="14100"/>
          <ac:spMkLst>
            <pc:docMk/>
            <pc:sldMk cId="1075562677" sldId="308"/>
            <ac:spMk id="9" creationId="{1BE84574-878E-A166-7E9B-E48E2C96E8B3}"/>
          </ac:spMkLst>
        </pc:spChg>
        <pc:spChg chg="mod">
          <ac:chgData name="totoka 3710" userId="fbb77386e644ec64" providerId="LiveId" clId="{99908158-1523-4D89-8225-504124C78188}" dt="2025-09-16T15:59:11.224" v="10553" actId="1038"/>
          <ac:spMkLst>
            <pc:docMk/>
            <pc:sldMk cId="1075562677" sldId="308"/>
            <ac:spMk id="10" creationId="{7C44BE0D-2B78-A3DB-910F-811FD0A5893D}"/>
          </ac:spMkLst>
        </pc:spChg>
      </pc:sldChg>
      <pc:sldChg chg="addSp delSp modSp add mod modTransition">
        <pc:chgData name="totoka 3710" userId="fbb77386e644ec64" providerId="LiveId" clId="{99908158-1523-4D89-8225-504124C78188}" dt="2025-09-26T15:47:42.233" v="38372"/>
        <pc:sldMkLst>
          <pc:docMk/>
          <pc:sldMk cId="3307020468" sldId="309"/>
        </pc:sldMkLst>
        <pc:spChg chg="add mod">
          <ac:chgData name="totoka 3710" userId="fbb77386e644ec64" providerId="LiveId" clId="{99908158-1523-4D89-8225-504124C78188}" dt="2025-09-17T00:10:41.440" v="11965" actId="1076"/>
          <ac:spMkLst>
            <pc:docMk/>
            <pc:sldMk cId="3307020468" sldId="309"/>
            <ac:spMk id="6" creationId="{27F6CDF5-F745-966F-F3E7-810CCE990B54}"/>
          </ac:spMkLst>
        </pc:spChg>
        <pc:spChg chg="add mod">
          <ac:chgData name="totoka 3710" userId="fbb77386e644ec64" providerId="LiveId" clId="{99908158-1523-4D89-8225-504124C78188}" dt="2025-09-17T00:10:36.326" v="11964" actId="1076"/>
          <ac:spMkLst>
            <pc:docMk/>
            <pc:sldMk cId="3307020468" sldId="309"/>
            <ac:spMk id="7" creationId="{6501AA0C-9ADD-38F2-0788-66B291EE2C0D}"/>
          </ac:spMkLst>
        </pc:spChg>
        <pc:spChg chg="add mod">
          <ac:chgData name="totoka 3710" userId="fbb77386e644ec64" providerId="LiveId" clId="{99908158-1523-4D89-8225-504124C78188}" dt="2025-09-17T00:09:54.261" v="11936" actId="1036"/>
          <ac:spMkLst>
            <pc:docMk/>
            <pc:sldMk cId="3307020468" sldId="309"/>
            <ac:spMk id="11" creationId="{0B8A14EA-7BC3-4C8B-C15A-557FCBD9A70D}"/>
          </ac:spMkLst>
        </pc:spChg>
        <pc:spChg chg="add mod">
          <ac:chgData name="totoka 3710" userId="fbb77386e644ec64" providerId="LiveId" clId="{99908158-1523-4D89-8225-504124C78188}" dt="2025-09-17T00:10:56.486" v="11967" actId="1076"/>
          <ac:spMkLst>
            <pc:docMk/>
            <pc:sldMk cId="3307020468" sldId="309"/>
            <ac:spMk id="12" creationId="{D204CEAA-55E7-FC13-9485-1235546FBF8C}"/>
          </ac:spMkLst>
        </pc:spChg>
        <pc:spChg chg="add mod">
          <ac:chgData name="totoka 3710" userId="fbb77386e644ec64" providerId="LiveId" clId="{99908158-1523-4D89-8225-504124C78188}" dt="2025-09-17T00:11:11.529" v="11986" actId="14100"/>
          <ac:spMkLst>
            <pc:docMk/>
            <pc:sldMk cId="3307020468" sldId="309"/>
            <ac:spMk id="13" creationId="{D5FD0BB7-A113-696E-9E69-8CEAD14ADC6F}"/>
          </ac:spMkLst>
        </pc:spChg>
        <pc:spChg chg="add mod">
          <ac:chgData name="totoka 3710" userId="fbb77386e644ec64" providerId="LiveId" clId="{99908158-1523-4D89-8225-504124C78188}" dt="2025-09-17T00:17:11.350" v="12212" actId="1038"/>
          <ac:spMkLst>
            <pc:docMk/>
            <pc:sldMk cId="3307020468" sldId="309"/>
            <ac:spMk id="14" creationId="{1828C2BC-D2D3-8702-2547-24E509916810}"/>
          </ac:spMkLst>
        </pc:spChg>
        <pc:spChg chg="add mod">
          <ac:chgData name="totoka 3710" userId="fbb77386e644ec64" providerId="LiveId" clId="{99908158-1523-4D89-8225-504124C78188}" dt="2025-09-17T00:17:17.601" v="12245" actId="1038"/>
          <ac:spMkLst>
            <pc:docMk/>
            <pc:sldMk cId="3307020468" sldId="309"/>
            <ac:spMk id="15" creationId="{1F4A80E2-C1C0-977F-C86F-B2CEBE492D44}"/>
          </ac:spMkLst>
        </pc:spChg>
        <pc:spChg chg="add mod">
          <ac:chgData name="totoka 3710" userId="fbb77386e644ec64" providerId="LiveId" clId="{99908158-1523-4D89-8225-504124C78188}" dt="2025-09-17T00:17:21.663" v="12281" actId="1037"/>
          <ac:spMkLst>
            <pc:docMk/>
            <pc:sldMk cId="3307020468" sldId="309"/>
            <ac:spMk id="16" creationId="{878CC3D3-82A0-7651-2DC2-C93B96296659}"/>
          </ac:spMkLst>
        </pc:spChg>
        <pc:spChg chg="add mod">
          <ac:chgData name="totoka 3710" userId="fbb77386e644ec64" providerId="LiveId" clId="{99908158-1523-4D89-8225-504124C78188}" dt="2025-09-17T00:17:38.087" v="12379" actId="1038"/>
          <ac:spMkLst>
            <pc:docMk/>
            <pc:sldMk cId="3307020468" sldId="309"/>
            <ac:spMk id="17" creationId="{6AF2F578-F173-4250-04F9-7A18078A2C02}"/>
          </ac:spMkLst>
        </pc:spChg>
        <pc:spChg chg="add mod">
          <ac:chgData name="totoka 3710" userId="fbb77386e644ec64" providerId="LiveId" clId="{99908158-1523-4D89-8225-504124C78188}" dt="2025-09-17T00:17:35.176" v="12377" actId="1037"/>
          <ac:spMkLst>
            <pc:docMk/>
            <pc:sldMk cId="3307020468" sldId="309"/>
            <ac:spMk id="18" creationId="{3B95E01A-13F8-4542-1408-04EF232EE2D8}"/>
          </ac:spMkLst>
        </pc:spChg>
        <pc:spChg chg="add mod">
          <ac:chgData name="totoka 3710" userId="fbb77386e644ec64" providerId="LiveId" clId="{99908158-1523-4D89-8225-504124C78188}" dt="2025-09-17T00:13:56.156" v="12069" actId="20577"/>
          <ac:spMkLst>
            <pc:docMk/>
            <pc:sldMk cId="3307020468" sldId="309"/>
            <ac:spMk id="19" creationId="{32869A58-B176-D940-F7EE-FD87BF0DC9FF}"/>
          </ac:spMkLst>
        </pc:spChg>
        <pc:spChg chg="add mod">
          <ac:chgData name="totoka 3710" userId="fbb77386e644ec64" providerId="LiveId" clId="{99908158-1523-4D89-8225-504124C78188}" dt="2025-09-17T00:14:14.534" v="12079" actId="20577"/>
          <ac:spMkLst>
            <pc:docMk/>
            <pc:sldMk cId="3307020468" sldId="309"/>
            <ac:spMk id="20" creationId="{76F76CD5-3809-994B-25ED-4C886ED0547C}"/>
          </ac:spMkLst>
        </pc:spChg>
        <pc:spChg chg="add mod">
          <ac:chgData name="totoka 3710" userId="fbb77386e644ec64" providerId="LiveId" clId="{99908158-1523-4D89-8225-504124C78188}" dt="2025-09-17T00:14:32.560" v="12091" actId="20577"/>
          <ac:spMkLst>
            <pc:docMk/>
            <pc:sldMk cId="3307020468" sldId="309"/>
            <ac:spMk id="21" creationId="{0E65468D-29A7-94EF-B119-A86259BCA785}"/>
          </ac:spMkLst>
        </pc:spChg>
        <pc:spChg chg="add mod">
          <ac:chgData name="totoka 3710" userId="fbb77386e644ec64" providerId="LiveId" clId="{99908158-1523-4D89-8225-504124C78188}" dt="2025-09-17T00:14:58.407" v="12109" actId="20577"/>
          <ac:spMkLst>
            <pc:docMk/>
            <pc:sldMk cId="3307020468" sldId="309"/>
            <ac:spMk id="22" creationId="{D09C763A-B0A6-0DC2-C06F-60CB9AB296BD}"/>
          </ac:spMkLst>
        </pc:spChg>
        <pc:spChg chg="add mod">
          <ac:chgData name="totoka 3710" userId="fbb77386e644ec64" providerId="LiveId" clId="{99908158-1523-4D89-8225-504124C78188}" dt="2025-09-17T00:15:41.297" v="12131" actId="1037"/>
          <ac:spMkLst>
            <pc:docMk/>
            <pc:sldMk cId="3307020468" sldId="309"/>
            <ac:spMk id="23" creationId="{BD764309-2365-43BC-8449-1689827A88E1}"/>
          </ac:spMkLst>
        </pc:spChg>
        <pc:spChg chg="add mod">
          <ac:chgData name="totoka 3710" userId="fbb77386e644ec64" providerId="LiveId" clId="{99908158-1523-4D89-8225-504124C78188}" dt="2025-09-17T00:16:02.148" v="12142" actId="1038"/>
          <ac:spMkLst>
            <pc:docMk/>
            <pc:sldMk cId="3307020468" sldId="309"/>
            <ac:spMk id="24" creationId="{4404FB58-4C95-ED0A-624C-55968920EE91}"/>
          </ac:spMkLst>
        </pc:spChg>
        <pc:spChg chg="add mod">
          <ac:chgData name="totoka 3710" userId="fbb77386e644ec64" providerId="LiveId" clId="{99908158-1523-4D89-8225-504124C78188}" dt="2025-09-17T00:16:13.277" v="12147" actId="20577"/>
          <ac:spMkLst>
            <pc:docMk/>
            <pc:sldMk cId="3307020468" sldId="309"/>
            <ac:spMk id="25" creationId="{4FC63F1F-F953-A930-7902-4C653F9338BF}"/>
          </ac:spMkLst>
        </pc:spChg>
        <pc:spChg chg="add mod">
          <ac:chgData name="totoka 3710" userId="fbb77386e644ec64" providerId="LiveId" clId="{99908158-1523-4D89-8225-504124C78188}" dt="2025-09-17T00:16:45.251" v="12180" actId="1037"/>
          <ac:spMkLst>
            <pc:docMk/>
            <pc:sldMk cId="3307020468" sldId="309"/>
            <ac:spMk id="26" creationId="{68D3FE6C-C645-24E0-499F-C06F07E9AD19}"/>
          </ac:spMkLst>
        </pc:spChg>
        <pc:spChg chg="add mod">
          <ac:chgData name="totoka 3710" userId="fbb77386e644ec64" providerId="LiveId" clId="{99908158-1523-4D89-8225-504124C78188}" dt="2025-09-17T00:19:31.519" v="12399" actId="20577"/>
          <ac:spMkLst>
            <pc:docMk/>
            <pc:sldMk cId="3307020468" sldId="309"/>
            <ac:spMk id="27" creationId="{74DD3DC3-E3ED-8525-44D9-9C635975B205}"/>
          </ac:spMkLst>
        </pc:spChg>
        <pc:graphicFrameChg chg="add mod">
          <ac:chgData name="totoka 3710" userId="fbb77386e644ec64" providerId="LiveId" clId="{99908158-1523-4D89-8225-504124C78188}" dt="2025-09-26T06:10:03.660" v="34183" actId="20577"/>
          <ac:graphicFrameMkLst>
            <pc:docMk/>
            <pc:sldMk cId="3307020468" sldId="309"/>
            <ac:graphicFrameMk id="2" creationId="{21372C4C-01EE-7F22-791B-67821C32D8FE}"/>
          </ac:graphicFrameMkLst>
        </pc:graphicFrameChg>
      </pc:sldChg>
      <pc:sldChg chg="delSp modSp add mod modTransition modNotesTx">
        <pc:chgData name="totoka 3710" userId="fbb77386e644ec64" providerId="LiveId" clId="{99908158-1523-4D89-8225-504124C78188}" dt="2025-09-26T15:32:09.545" v="37899" actId="1076"/>
        <pc:sldMkLst>
          <pc:docMk/>
          <pc:sldMk cId="508100637" sldId="310"/>
        </pc:sldMkLst>
        <pc:spChg chg="mod">
          <ac:chgData name="totoka 3710" userId="fbb77386e644ec64" providerId="LiveId" clId="{99908158-1523-4D89-8225-504124C78188}" dt="2025-09-26T15:32:09.545" v="37899" actId="1076"/>
          <ac:spMkLst>
            <pc:docMk/>
            <pc:sldMk cId="508100637" sldId="310"/>
            <ac:spMk id="27" creationId="{8103DD6B-FBCD-ABAC-D976-C869BA4C7938}"/>
          </ac:spMkLst>
        </pc:spChg>
        <pc:graphicFrameChg chg="mod">
          <ac:chgData name="totoka 3710" userId="fbb77386e644ec64" providerId="LiveId" clId="{99908158-1523-4D89-8225-504124C78188}" dt="2025-09-26T06:10:16.163" v="34195" actId="20577"/>
          <ac:graphicFrameMkLst>
            <pc:docMk/>
            <pc:sldMk cId="508100637" sldId="310"/>
            <ac:graphicFrameMk id="2" creationId="{BA4FA353-C616-E16D-19DE-2679A4BA55E7}"/>
          </ac:graphicFrameMkLst>
        </pc:graphicFrameChg>
      </pc:sldChg>
      <pc:sldChg chg="add del">
        <pc:chgData name="totoka 3710" userId="fbb77386e644ec64" providerId="LiveId" clId="{99908158-1523-4D89-8225-504124C78188}" dt="2025-09-17T00:21:42.183" v="12436" actId="47"/>
        <pc:sldMkLst>
          <pc:docMk/>
          <pc:sldMk cId="1762914318" sldId="311"/>
        </pc:sldMkLst>
      </pc:sldChg>
      <pc:sldChg chg="addSp delSp modSp add mod ord modTransition modNotesTx">
        <pc:chgData name="totoka 3710" userId="fbb77386e644ec64" providerId="LiveId" clId="{99908158-1523-4D89-8225-504124C78188}" dt="2025-09-26T15:47:53.070" v="38377"/>
        <pc:sldMkLst>
          <pc:docMk/>
          <pc:sldMk cId="4054642512" sldId="311"/>
        </pc:sldMkLst>
        <pc:spChg chg="add mod">
          <ac:chgData name="totoka 3710" userId="fbb77386e644ec64" providerId="LiveId" clId="{99908158-1523-4D89-8225-504124C78188}" dt="2025-09-17T00:25:03.589" v="12479"/>
          <ac:spMkLst>
            <pc:docMk/>
            <pc:sldMk cId="4054642512" sldId="311"/>
            <ac:spMk id="3" creationId="{0A720A10-BBE0-9FEF-D500-04EAAA85B8EC}"/>
          </ac:spMkLst>
        </pc:spChg>
        <pc:spChg chg="mod">
          <ac:chgData name="totoka 3710" userId="fbb77386e644ec64" providerId="LiveId" clId="{99908158-1523-4D89-8225-504124C78188}" dt="2025-09-17T00:25:30.382" v="12480" actId="207"/>
          <ac:spMkLst>
            <pc:docMk/>
            <pc:sldMk cId="4054642512" sldId="311"/>
            <ac:spMk id="6" creationId="{9A1EFA0B-F042-9A8D-6459-E94D86604DA0}"/>
          </ac:spMkLst>
        </pc:spChg>
        <pc:spChg chg="mod">
          <ac:chgData name="totoka 3710" userId="fbb77386e644ec64" providerId="LiveId" clId="{99908158-1523-4D89-8225-504124C78188}" dt="2025-09-17T00:25:30.382" v="12480" actId="207"/>
          <ac:spMkLst>
            <pc:docMk/>
            <pc:sldMk cId="4054642512" sldId="311"/>
            <ac:spMk id="7" creationId="{F0F73151-F850-C3C5-F8D1-15A88B7321FB}"/>
          </ac:spMkLst>
        </pc:spChg>
        <pc:spChg chg="ord">
          <ac:chgData name="totoka 3710" userId="fbb77386e644ec64" providerId="LiveId" clId="{99908158-1523-4D89-8225-504124C78188}" dt="2025-09-26T14:43:10.885" v="35709" actId="13244"/>
          <ac:spMkLst>
            <pc:docMk/>
            <pc:sldMk cId="4054642512" sldId="311"/>
            <ac:spMk id="9" creationId="{AEEDC9E5-15EB-57CE-12CF-43A7C8512A7A}"/>
          </ac:spMkLst>
        </pc:spChg>
        <pc:spChg chg="mod">
          <ac:chgData name="totoka 3710" userId="fbb77386e644ec64" providerId="LiveId" clId="{99908158-1523-4D89-8225-504124C78188}" dt="2025-09-17T00:25:30.382" v="12480" actId="207"/>
          <ac:spMkLst>
            <pc:docMk/>
            <pc:sldMk cId="4054642512" sldId="311"/>
            <ac:spMk id="12" creationId="{D3D1DB60-46DB-5A1B-8B7F-7FF9D409E70F}"/>
          </ac:spMkLst>
        </pc:spChg>
        <pc:spChg chg="mod">
          <ac:chgData name="totoka 3710" userId="fbb77386e644ec64" providerId="LiveId" clId="{99908158-1523-4D89-8225-504124C78188}" dt="2025-09-26T14:38:24.731" v="35535" actId="1076"/>
          <ac:spMkLst>
            <pc:docMk/>
            <pc:sldMk cId="4054642512" sldId="311"/>
            <ac:spMk id="13" creationId="{F6B30B2A-2569-1A3C-7DDF-8A1ACA3A0957}"/>
          </ac:spMkLst>
        </pc:spChg>
        <pc:spChg chg="mod modVis">
          <ac:chgData name="totoka 3710" userId="fbb77386e644ec64" providerId="LiveId" clId="{99908158-1523-4D89-8225-504124C78188}" dt="2025-09-26T15:12:55.882" v="37342" actId="14430"/>
          <ac:spMkLst>
            <pc:docMk/>
            <pc:sldMk cId="4054642512" sldId="311"/>
            <ac:spMk id="14" creationId="{D7B11D36-7AB8-835F-6CE7-98C52A5D5667}"/>
          </ac:spMkLst>
        </pc:spChg>
        <pc:spChg chg="mod modVis">
          <ac:chgData name="totoka 3710" userId="fbb77386e644ec64" providerId="LiveId" clId="{99908158-1523-4D89-8225-504124C78188}" dt="2025-09-26T15:12:57.676" v="37344" actId="14430"/>
          <ac:spMkLst>
            <pc:docMk/>
            <pc:sldMk cId="4054642512" sldId="311"/>
            <ac:spMk id="15" creationId="{8C423AF6-5F11-EB31-B55A-778E036BFED2}"/>
          </ac:spMkLst>
        </pc:spChg>
        <pc:spChg chg="mod modVis">
          <ac:chgData name="totoka 3710" userId="fbb77386e644ec64" providerId="LiveId" clId="{99908158-1523-4D89-8225-504124C78188}" dt="2025-09-26T15:13:00.304" v="37346" actId="14430"/>
          <ac:spMkLst>
            <pc:docMk/>
            <pc:sldMk cId="4054642512" sldId="311"/>
            <ac:spMk id="16" creationId="{EE490E8D-BC05-C8D2-91F4-3C4EB5E67435}"/>
          </ac:spMkLst>
        </pc:spChg>
        <pc:spChg chg="mod modVis">
          <ac:chgData name="totoka 3710" userId="fbb77386e644ec64" providerId="LiveId" clId="{99908158-1523-4D89-8225-504124C78188}" dt="2025-09-26T15:13:03.379" v="37348" actId="14430"/>
          <ac:spMkLst>
            <pc:docMk/>
            <pc:sldMk cId="4054642512" sldId="311"/>
            <ac:spMk id="17" creationId="{3D0121C9-3B5D-1ECD-6A29-50369FB88420}"/>
          </ac:spMkLst>
        </pc:spChg>
        <pc:spChg chg="mod modVis">
          <ac:chgData name="totoka 3710" userId="fbb77386e644ec64" providerId="LiveId" clId="{99908158-1523-4D89-8225-504124C78188}" dt="2025-09-26T15:13:05.479" v="37350" actId="14430"/>
          <ac:spMkLst>
            <pc:docMk/>
            <pc:sldMk cId="4054642512" sldId="311"/>
            <ac:spMk id="18" creationId="{2250154E-9C70-8DBE-BF92-C3716508AC86}"/>
          </ac:spMkLst>
        </pc:spChg>
        <pc:spChg chg="mod modVis">
          <ac:chgData name="totoka 3710" userId="fbb77386e644ec64" providerId="LiveId" clId="{99908158-1523-4D89-8225-504124C78188}" dt="2025-09-26T15:13:07.242" v="37352" actId="14430"/>
          <ac:spMkLst>
            <pc:docMk/>
            <pc:sldMk cId="4054642512" sldId="311"/>
            <ac:spMk id="19" creationId="{C141029E-61B8-60B2-BF21-B962910977FC}"/>
          </ac:spMkLst>
        </pc:spChg>
        <pc:spChg chg="mod modVis">
          <ac:chgData name="totoka 3710" userId="fbb77386e644ec64" providerId="LiveId" clId="{99908158-1523-4D89-8225-504124C78188}" dt="2025-09-26T15:13:09.076" v="37354" actId="14430"/>
          <ac:spMkLst>
            <pc:docMk/>
            <pc:sldMk cId="4054642512" sldId="311"/>
            <ac:spMk id="20" creationId="{74C2A582-6FA4-E7BB-3AFF-46FCDAC0A311}"/>
          </ac:spMkLst>
        </pc:spChg>
        <pc:spChg chg="mod modVis">
          <ac:chgData name="totoka 3710" userId="fbb77386e644ec64" providerId="LiveId" clId="{99908158-1523-4D89-8225-504124C78188}" dt="2025-09-26T15:13:11.126" v="37356" actId="14430"/>
          <ac:spMkLst>
            <pc:docMk/>
            <pc:sldMk cId="4054642512" sldId="311"/>
            <ac:spMk id="21" creationId="{11169AA1-407D-C348-CA9B-95E40085B06E}"/>
          </ac:spMkLst>
        </pc:spChg>
        <pc:spChg chg="mod modVis">
          <ac:chgData name="totoka 3710" userId="fbb77386e644ec64" providerId="LiveId" clId="{99908158-1523-4D89-8225-504124C78188}" dt="2025-09-26T15:13:12.722" v="37358" actId="14430"/>
          <ac:spMkLst>
            <pc:docMk/>
            <pc:sldMk cId="4054642512" sldId="311"/>
            <ac:spMk id="22" creationId="{83D42DF2-BEF2-46AB-F540-8378A2EC0859}"/>
          </ac:spMkLst>
        </pc:spChg>
        <pc:spChg chg="mod modVis">
          <ac:chgData name="totoka 3710" userId="fbb77386e644ec64" providerId="LiveId" clId="{99908158-1523-4D89-8225-504124C78188}" dt="2025-09-26T15:13:14.364" v="37360" actId="14430"/>
          <ac:spMkLst>
            <pc:docMk/>
            <pc:sldMk cId="4054642512" sldId="311"/>
            <ac:spMk id="23" creationId="{C36447B7-17A4-1060-7FF4-3994D913124B}"/>
          </ac:spMkLst>
        </pc:spChg>
        <pc:spChg chg="mod modVis">
          <ac:chgData name="totoka 3710" userId="fbb77386e644ec64" providerId="LiveId" clId="{99908158-1523-4D89-8225-504124C78188}" dt="2025-09-26T15:13:16.894" v="37362" actId="14430"/>
          <ac:spMkLst>
            <pc:docMk/>
            <pc:sldMk cId="4054642512" sldId="311"/>
            <ac:spMk id="24" creationId="{DE3E65C4-A12B-5834-A046-2713E9BB7D44}"/>
          </ac:spMkLst>
        </pc:spChg>
        <pc:spChg chg="mod modVis">
          <ac:chgData name="totoka 3710" userId="fbb77386e644ec64" providerId="LiveId" clId="{99908158-1523-4D89-8225-504124C78188}" dt="2025-09-26T15:13:18.304" v="37364" actId="14430"/>
          <ac:spMkLst>
            <pc:docMk/>
            <pc:sldMk cId="4054642512" sldId="311"/>
            <ac:spMk id="25" creationId="{B0D8B2BE-A649-454C-32F3-9B7EF6ACACE2}"/>
          </ac:spMkLst>
        </pc:spChg>
        <pc:spChg chg="mod modVis">
          <ac:chgData name="totoka 3710" userId="fbb77386e644ec64" providerId="LiveId" clId="{99908158-1523-4D89-8225-504124C78188}" dt="2025-09-26T15:13:19.809" v="37366" actId="14430"/>
          <ac:spMkLst>
            <pc:docMk/>
            <pc:sldMk cId="4054642512" sldId="311"/>
            <ac:spMk id="26" creationId="{2C229899-8282-2F82-BC3E-B2487A50E258}"/>
          </ac:spMkLst>
        </pc:spChg>
        <pc:spChg chg="add mod ord">
          <ac:chgData name="totoka 3710" userId="fbb77386e644ec64" providerId="LiveId" clId="{99908158-1523-4D89-8225-504124C78188}" dt="2025-09-17T00:29:50.949" v="12600" actId="1076"/>
          <ac:spMkLst>
            <pc:docMk/>
            <pc:sldMk cId="4054642512" sldId="311"/>
            <ac:spMk id="28" creationId="{4351D16E-452F-D6A2-B625-DBEF453EDACD}"/>
          </ac:spMkLst>
        </pc:spChg>
        <pc:spChg chg="add mod">
          <ac:chgData name="totoka 3710" userId="fbb77386e644ec64" providerId="LiveId" clId="{99908158-1523-4D89-8225-504124C78188}" dt="2025-09-17T00:37:32.224" v="12803" actId="20577"/>
          <ac:spMkLst>
            <pc:docMk/>
            <pc:sldMk cId="4054642512" sldId="311"/>
            <ac:spMk id="33" creationId="{309A2DE2-BA14-5F1E-661F-69101D82B826}"/>
          </ac:spMkLst>
        </pc:spChg>
        <pc:graphicFrameChg chg="mod">
          <ac:chgData name="totoka 3710" userId="fbb77386e644ec64" providerId="LiveId" clId="{99908158-1523-4D89-8225-504124C78188}" dt="2025-09-26T06:10:26.062" v="34207" actId="20577"/>
          <ac:graphicFrameMkLst>
            <pc:docMk/>
            <pc:sldMk cId="4054642512" sldId="311"/>
            <ac:graphicFrameMk id="2" creationId="{F2C38365-6BE8-0462-97D6-B3290F4F53AC}"/>
          </ac:graphicFrameMkLst>
        </pc:graphicFrameChg>
      </pc:sldChg>
      <pc:sldChg chg="addSp modSp add mod modTransition modNotesTx">
        <pc:chgData name="totoka 3710" userId="fbb77386e644ec64" providerId="LiveId" clId="{99908158-1523-4D89-8225-504124C78188}" dt="2025-09-26T15:48:22.245" v="38396"/>
        <pc:sldMkLst>
          <pc:docMk/>
          <pc:sldMk cId="3977007776" sldId="312"/>
        </pc:sldMkLst>
        <pc:spChg chg="mod">
          <ac:chgData name="totoka 3710" userId="fbb77386e644ec64" providerId="LiveId" clId="{99908158-1523-4D89-8225-504124C78188}" dt="2025-09-17T00:30:47.888" v="12607" actId="207"/>
          <ac:spMkLst>
            <pc:docMk/>
            <pc:sldMk cId="3977007776" sldId="312"/>
            <ac:spMk id="7" creationId="{FC37364C-7A7C-B4D0-05D4-A571AB9E7AF9}"/>
          </ac:spMkLst>
        </pc:spChg>
        <pc:spChg chg="mod">
          <ac:chgData name="totoka 3710" userId="fbb77386e644ec64" providerId="LiveId" clId="{99908158-1523-4D89-8225-504124C78188}" dt="2025-09-17T00:30:43.092" v="12606" actId="207"/>
          <ac:spMkLst>
            <pc:docMk/>
            <pc:sldMk cId="3977007776" sldId="312"/>
            <ac:spMk id="11" creationId="{754A8BE8-C0C1-6617-AFD0-FD8E7518FCBF}"/>
          </ac:spMkLst>
        </pc:spChg>
        <pc:spChg chg="mod">
          <ac:chgData name="totoka 3710" userId="fbb77386e644ec64" providerId="LiveId" clId="{99908158-1523-4D89-8225-504124C78188}" dt="2025-09-17T00:30:52.160" v="12608" actId="207"/>
          <ac:spMkLst>
            <pc:docMk/>
            <pc:sldMk cId="3977007776" sldId="312"/>
            <ac:spMk id="12" creationId="{D293F8E1-73D2-A855-434B-4D3AF6249069}"/>
          </ac:spMkLst>
        </pc:spChg>
        <pc:spChg chg="mod">
          <ac:chgData name="totoka 3710" userId="fbb77386e644ec64" providerId="LiveId" clId="{99908158-1523-4D89-8225-504124C78188}" dt="2025-09-17T00:34:28.738" v="12633" actId="20577"/>
          <ac:spMkLst>
            <pc:docMk/>
            <pc:sldMk cId="3977007776" sldId="312"/>
            <ac:spMk id="28" creationId="{87E2AB14-1410-2A1C-D83C-451323082633}"/>
          </ac:spMkLst>
        </pc:spChg>
        <pc:spChg chg="add mod">
          <ac:chgData name="totoka 3710" userId="fbb77386e644ec64" providerId="LiveId" clId="{99908158-1523-4D89-8225-504124C78188}" dt="2025-09-17T00:34:52.412" v="12641" actId="20577"/>
          <ac:spMkLst>
            <pc:docMk/>
            <pc:sldMk cId="3977007776" sldId="312"/>
            <ac:spMk id="29" creationId="{53D2E679-C79D-0200-ABA6-907CE55C10CA}"/>
          </ac:spMkLst>
        </pc:spChg>
        <pc:spChg chg="add mod">
          <ac:chgData name="totoka 3710" userId="fbb77386e644ec64" providerId="LiveId" clId="{99908158-1523-4D89-8225-504124C78188}" dt="2025-09-17T00:37:38.937" v="12816" actId="20577"/>
          <ac:spMkLst>
            <pc:docMk/>
            <pc:sldMk cId="3977007776" sldId="312"/>
            <ac:spMk id="30" creationId="{92FCE20F-0A8E-B0A0-70B1-7BF295A074F7}"/>
          </ac:spMkLst>
        </pc:spChg>
        <pc:graphicFrameChg chg="mod">
          <ac:chgData name="totoka 3710" userId="fbb77386e644ec64" providerId="LiveId" clId="{99908158-1523-4D89-8225-504124C78188}" dt="2025-09-26T06:10:43.997" v="34230" actId="20577"/>
          <ac:graphicFrameMkLst>
            <pc:docMk/>
            <pc:sldMk cId="3977007776" sldId="312"/>
            <ac:graphicFrameMk id="2" creationId="{C18848D7-CFD7-A5BC-640F-54B304F895C4}"/>
          </ac:graphicFrameMkLst>
        </pc:graphicFrameChg>
      </pc:sldChg>
      <pc:sldChg chg="add ord modNotesTx">
        <pc:chgData name="totoka 3710" userId="fbb77386e644ec64" providerId="LiveId" clId="{99908158-1523-4D89-8225-504124C78188}" dt="2025-09-17T03:32:19.144" v="25010" actId="20577"/>
        <pc:sldMkLst>
          <pc:docMk/>
          <pc:sldMk cId="3232270493" sldId="313"/>
        </pc:sldMkLst>
      </pc:sldChg>
      <pc:sldChg chg="modSp add mod modNotesTx">
        <pc:chgData name="totoka 3710" userId="fbb77386e644ec64" providerId="LiveId" clId="{99908158-1523-4D89-8225-504124C78188}" dt="2025-09-17T03:32:30.756" v="25045" actId="20577"/>
        <pc:sldMkLst>
          <pc:docMk/>
          <pc:sldMk cId="2484478393" sldId="314"/>
        </pc:sldMkLst>
        <pc:spChg chg="mod">
          <ac:chgData name="totoka 3710" userId="fbb77386e644ec64" providerId="LiveId" clId="{99908158-1523-4D89-8225-504124C78188}" dt="2025-09-17T00:43:36.570" v="12873" actId="1076"/>
          <ac:spMkLst>
            <pc:docMk/>
            <pc:sldMk cId="2484478393" sldId="314"/>
            <ac:spMk id="9" creationId="{E66BA5FC-D74C-B308-0621-68B0A26882DA}"/>
          </ac:spMkLst>
        </pc:spChg>
        <pc:spChg chg="mod">
          <ac:chgData name="totoka 3710" userId="fbb77386e644ec64" providerId="LiveId" clId="{99908158-1523-4D89-8225-504124C78188}" dt="2025-09-17T00:43:50.959" v="12875" actId="255"/>
          <ac:spMkLst>
            <pc:docMk/>
            <pc:sldMk cId="2484478393" sldId="314"/>
            <ac:spMk id="10" creationId="{692E6636-1F16-4F75-AABB-A2D9A138BEB5}"/>
          </ac:spMkLst>
        </pc:spChg>
      </pc:sldChg>
      <pc:sldChg chg="addSp delSp modSp add del mod modTransition">
        <pc:chgData name="totoka 3710" userId="fbb77386e644ec64" providerId="LiveId" clId="{99908158-1523-4D89-8225-504124C78188}" dt="2025-09-17T01:07:38.766" v="14052" actId="47"/>
        <pc:sldMkLst>
          <pc:docMk/>
          <pc:sldMk cId="1408056474" sldId="315"/>
        </pc:sldMkLst>
      </pc:sldChg>
      <pc:sldChg chg="addSp delSp modSp add mod ord modTransition modNotesTx">
        <pc:chgData name="totoka 3710" userId="fbb77386e644ec64" providerId="LiveId" clId="{99908158-1523-4D89-8225-504124C78188}" dt="2025-09-17T10:38:36.511" v="27060"/>
        <pc:sldMkLst>
          <pc:docMk/>
          <pc:sldMk cId="39288806" sldId="316"/>
        </pc:sldMkLst>
        <pc:spChg chg="mod">
          <ac:chgData name="totoka 3710" userId="fbb77386e644ec64" providerId="LiveId" clId="{99908158-1523-4D89-8225-504124C78188}" dt="2025-09-17T00:52:15.823" v="13706" actId="207"/>
          <ac:spMkLst>
            <pc:docMk/>
            <pc:sldMk cId="39288806" sldId="316"/>
            <ac:spMk id="3" creationId="{D0CA063B-3E68-9DF2-2128-3231F74232B8}"/>
          </ac:spMkLst>
        </pc:spChg>
        <pc:inkChg chg="add">
          <ac:chgData name="totoka 3710" userId="fbb77386e644ec64" providerId="LiveId" clId="{99908158-1523-4D89-8225-504124C78188}" dt="2025-09-17T10:07:50.146" v="25077" actId="9405"/>
          <ac:inkMkLst>
            <pc:docMk/>
            <pc:sldMk cId="39288806" sldId="316"/>
            <ac:inkMk id="14" creationId="{025D0200-0A18-9C47-F0D9-257FA7C62996}"/>
          </ac:inkMkLst>
        </pc:inkChg>
        <pc:inkChg chg="add">
          <ac:chgData name="totoka 3710" userId="fbb77386e644ec64" providerId="LiveId" clId="{99908158-1523-4D89-8225-504124C78188}" dt="2025-09-17T10:10:23.544" v="25285" actId="9405"/>
          <ac:inkMkLst>
            <pc:docMk/>
            <pc:sldMk cId="39288806" sldId="316"/>
            <ac:inkMk id="142" creationId="{E2A048BD-1362-1A46-2892-C40F0F579F3A}"/>
          </ac:inkMkLst>
        </pc:inkChg>
      </pc:sldChg>
      <pc:sldChg chg="addSp delSp modSp add mod modTransition modNotesTx">
        <pc:chgData name="totoka 3710" userId="fbb77386e644ec64" providerId="LiveId" clId="{99908158-1523-4D89-8225-504124C78188}" dt="2025-09-26T16:09:09.477" v="38572"/>
        <pc:sldMkLst>
          <pc:docMk/>
          <pc:sldMk cId="2276460739" sldId="317"/>
        </pc:sldMkLst>
        <pc:spChg chg="mod">
          <ac:chgData name="totoka 3710" userId="fbb77386e644ec64" providerId="LiveId" clId="{99908158-1523-4D89-8225-504124C78188}" dt="2025-09-17T01:08:32.979" v="14151" actId="121"/>
          <ac:spMkLst>
            <pc:docMk/>
            <pc:sldMk cId="2276460739" sldId="317"/>
            <ac:spMk id="2" creationId="{C39538F2-53D3-2B9D-8EA7-66E86792BD4C}"/>
          </ac:spMkLst>
        </pc:spChg>
        <pc:spChg chg="add mod">
          <ac:chgData name="totoka 3710" userId="fbb77386e644ec64" providerId="LiveId" clId="{99908158-1523-4D89-8225-504124C78188}" dt="2025-09-17T02:41:14.043" v="17388" actId="1037"/>
          <ac:spMkLst>
            <pc:docMk/>
            <pc:sldMk cId="2276460739" sldId="317"/>
            <ac:spMk id="11" creationId="{C5C6D17E-9FC7-A7A7-051B-94C8DA1D6398}"/>
          </ac:spMkLst>
        </pc:spChg>
        <pc:spChg chg="add mod">
          <ac:chgData name="totoka 3710" userId="fbb77386e644ec64" providerId="LiveId" clId="{99908158-1523-4D89-8225-504124C78188}" dt="2025-09-17T01:54:51.282" v="16029" actId="1036"/>
          <ac:spMkLst>
            <pc:docMk/>
            <pc:sldMk cId="2276460739" sldId="317"/>
            <ac:spMk id="13" creationId="{FF1121F7-E4F7-7787-F1DD-25E5928518D3}"/>
          </ac:spMkLst>
        </pc:spChg>
        <pc:spChg chg="add mod">
          <ac:chgData name="totoka 3710" userId="fbb77386e644ec64" providerId="LiveId" clId="{99908158-1523-4D89-8225-504124C78188}" dt="2025-09-17T02:43:36.571" v="17901" actId="1038"/>
          <ac:spMkLst>
            <pc:docMk/>
            <pc:sldMk cId="2276460739" sldId="317"/>
            <ac:spMk id="18" creationId="{8CE53402-CD0E-9FC3-A896-BC71ED2842C3}"/>
          </ac:spMkLst>
        </pc:spChg>
        <pc:spChg chg="add mod">
          <ac:chgData name="totoka 3710" userId="fbb77386e644ec64" providerId="LiveId" clId="{99908158-1523-4D89-8225-504124C78188}" dt="2025-09-17T02:43:36.571" v="17901" actId="1038"/>
          <ac:spMkLst>
            <pc:docMk/>
            <pc:sldMk cId="2276460739" sldId="317"/>
            <ac:spMk id="19" creationId="{5F4AD6E6-19DB-BC3D-3481-BECB46FDC3A2}"/>
          </ac:spMkLst>
        </pc:spChg>
        <pc:spChg chg="add mod">
          <ac:chgData name="totoka 3710" userId="fbb77386e644ec64" providerId="LiveId" clId="{99908158-1523-4D89-8225-504124C78188}" dt="2025-09-17T02:43:36.571" v="17901" actId="1038"/>
          <ac:spMkLst>
            <pc:docMk/>
            <pc:sldMk cId="2276460739" sldId="317"/>
            <ac:spMk id="20" creationId="{E8E056FF-6FA7-0E6E-DCF9-692BDE9AA3F3}"/>
          </ac:spMkLst>
        </pc:spChg>
        <pc:spChg chg="add mod">
          <ac:chgData name="totoka 3710" userId="fbb77386e644ec64" providerId="LiveId" clId="{99908158-1523-4D89-8225-504124C78188}" dt="2025-09-17T02:43:36.571" v="17901" actId="1038"/>
          <ac:spMkLst>
            <pc:docMk/>
            <pc:sldMk cId="2276460739" sldId="317"/>
            <ac:spMk id="21" creationId="{F2D0C31A-A4F6-FF1D-85CB-00F1C13D24F1}"/>
          </ac:spMkLst>
        </pc:spChg>
        <pc:spChg chg="add mod">
          <ac:chgData name="totoka 3710" userId="fbb77386e644ec64" providerId="LiveId" clId="{99908158-1523-4D89-8225-504124C78188}" dt="2025-09-17T10:31:02.912" v="26882" actId="1035"/>
          <ac:spMkLst>
            <pc:docMk/>
            <pc:sldMk cId="2276460739" sldId="317"/>
            <ac:spMk id="24" creationId="{71FCDF9F-DDC2-4E35-F09C-3A646CE35EA7}"/>
          </ac:spMkLst>
        </pc:spChg>
        <pc:spChg chg="add mod">
          <ac:chgData name="totoka 3710" userId="fbb77386e644ec64" providerId="LiveId" clId="{99908158-1523-4D89-8225-504124C78188}" dt="2025-09-17T10:43:21.776" v="27407" actId="20577"/>
          <ac:spMkLst>
            <pc:docMk/>
            <pc:sldMk cId="2276460739" sldId="317"/>
            <ac:spMk id="25" creationId="{D8F78FCC-315F-3308-3B63-2C630A04975C}"/>
          </ac:spMkLst>
        </pc:spChg>
        <pc:spChg chg="add mod">
          <ac:chgData name="totoka 3710" userId="fbb77386e644ec64" providerId="LiveId" clId="{99908158-1523-4D89-8225-504124C78188}" dt="2025-09-17T10:31:02.912" v="26882" actId="1035"/>
          <ac:spMkLst>
            <pc:docMk/>
            <pc:sldMk cId="2276460739" sldId="317"/>
            <ac:spMk id="26" creationId="{7DE0D46A-DE52-99B6-8F82-4CCDE5BE4736}"/>
          </ac:spMkLst>
        </pc:spChg>
      </pc:sldChg>
      <pc:sldChg chg="delSp add del mod modTransition">
        <pc:chgData name="totoka 3710" userId="fbb77386e644ec64" providerId="LiveId" clId="{99908158-1523-4D89-8225-504124C78188}" dt="2025-09-17T01:07:37.560" v="14051" actId="47"/>
        <pc:sldMkLst>
          <pc:docMk/>
          <pc:sldMk cId="3616752196" sldId="317"/>
        </pc:sldMkLst>
      </pc:sldChg>
      <pc:sldChg chg="delSp modSp add del mod modTransition">
        <pc:chgData name="totoka 3710" userId="fbb77386e644ec64" providerId="LiveId" clId="{99908158-1523-4D89-8225-504124C78188}" dt="2025-09-17T01:07:36.512" v="14050" actId="47"/>
        <pc:sldMkLst>
          <pc:docMk/>
          <pc:sldMk cId="176049172" sldId="318"/>
        </pc:sldMkLst>
      </pc:sldChg>
      <pc:sldChg chg="addSp delSp modSp add mod modTransition modNotesTx">
        <pc:chgData name="totoka 3710" userId="fbb77386e644ec64" providerId="LiveId" clId="{99908158-1523-4D89-8225-504124C78188}" dt="2025-09-26T16:09:30.147" v="38574"/>
        <pc:sldMkLst>
          <pc:docMk/>
          <pc:sldMk cId="4261357208" sldId="318"/>
        </pc:sldMkLst>
        <pc:spChg chg="mod">
          <ac:chgData name="totoka 3710" userId="fbb77386e644ec64" providerId="LiveId" clId="{99908158-1523-4D89-8225-504124C78188}" dt="2025-09-17T01:50:51.770" v="15791" actId="1036"/>
          <ac:spMkLst>
            <pc:docMk/>
            <pc:sldMk cId="4261357208" sldId="318"/>
            <ac:spMk id="2" creationId="{C664519F-98B5-E92E-137E-33C990A822F1}"/>
          </ac:spMkLst>
        </pc:spChg>
        <pc:spChg chg="add mod">
          <ac:chgData name="totoka 3710" userId="fbb77386e644ec64" providerId="LiveId" clId="{99908158-1523-4D89-8225-504124C78188}" dt="2025-09-17T01:50:51.770" v="15791" actId="1036"/>
          <ac:spMkLst>
            <pc:docMk/>
            <pc:sldMk cId="4261357208" sldId="318"/>
            <ac:spMk id="3" creationId="{E59BBD43-3295-FC1A-E60B-B95257939AD7}"/>
          </ac:spMkLst>
        </pc:spChg>
        <pc:spChg chg="mod">
          <ac:chgData name="totoka 3710" userId="fbb77386e644ec64" providerId="LiveId" clId="{99908158-1523-4D89-8225-504124C78188}" dt="2025-09-17T02:51:31.960" v="19043" actId="1035"/>
          <ac:spMkLst>
            <pc:docMk/>
            <pc:sldMk cId="4261357208" sldId="318"/>
            <ac:spMk id="6" creationId="{FF48E536-1641-3578-5395-F280C165FEEC}"/>
          </ac:spMkLst>
        </pc:spChg>
        <pc:spChg chg="add mod">
          <ac:chgData name="totoka 3710" userId="fbb77386e644ec64" providerId="LiveId" clId="{99908158-1523-4D89-8225-504124C78188}" dt="2025-09-17T02:48:28.090" v="18958" actId="1035"/>
          <ac:spMkLst>
            <pc:docMk/>
            <pc:sldMk cId="4261357208" sldId="318"/>
            <ac:spMk id="14" creationId="{FF1D8680-311F-4F77-0F87-AFB539771210}"/>
          </ac:spMkLst>
        </pc:spChg>
        <pc:spChg chg="add mod">
          <ac:chgData name="totoka 3710" userId="fbb77386e644ec64" providerId="LiveId" clId="{99908158-1523-4D89-8225-504124C78188}" dt="2025-09-17T02:48:28.090" v="18958" actId="1035"/>
          <ac:spMkLst>
            <pc:docMk/>
            <pc:sldMk cId="4261357208" sldId="318"/>
            <ac:spMk id="15" creationId="{98BF6D70-CBB3-F580-2388-9CA1122BA2BB}"/>
          </ac:spMkLst>
        </pc:spChg>
        <pc:spChg chg="add mod">
          <ac:chgData name="totoka 3710" userId="fbb77386e644ec64" providerId="LiveId" clId="{99908158-1523-4D89-8225-504124C78188}" dt="2025-09-17T02:41:38.732" v="17399" actId="20577"/>
          <ac:spMkLst>
            <pc:docMk/>
            <pc:sldMk cId="4261357208" sldId="318"/>
            <ac:spMk id="17" creationId="{4B128E2F-C4A2-AB58-2C89-09B41B89C68C}"/>
          </ac:spMkLst>
        </pc:spChg>
        <pc:spChg chg="add mod">
          <ac:chgData name="totoka 3710" userId="fbb77386e644ec64" providerId="LiveId" clId="{99908158-1523-4D89-8225-504124C78188}" dt="2025-09-17T02:42:52.180" v="17741" actId="1037"/>
          <ac:spMkLst>
            <pc:docMk/>
            <pc:sldMk cId="4261357208" sldId="318"/>
            <ac:spMk id="19" creationId="{8887198B-11B9-1E06-63A2-778284729159}"/>
          </ac:spMkLst>
        </pc:spChg>
        <pc:spChg chg="add mod">
          <ac:chgData name="totoka 3710" userId="fbb77386e644ec64" providerId="LiveId" clId="{99908158-1523-4D89-8225-504124C78188}" dt="2025-09-17T02:44:44.184" v="18254" actId="1037"/>
          <ac:spMkLst>
            <pc:docMk/>
            <pc:sldMk cId="4261357208" sldId="318"/>
            <ac:spMk id="22" creationId="{80B99251-212E-8D54-1826-2310351984A7}"/>
          </ac:spMkLst>
        </pc:spChg>
        <pc:spChg chg="add mod">
          <ac:chgData name="totoka 3710" userId="fbb77386e644ec64" providerId="LiveId" clId="{99908158-1523-4D89-8225-504124C78188}" dt="2025-09-17T10:56:57.871" v="29548" actId="1037"/>
          <ac:spMkLst>
            <pc:docMk/>
            <pc:sldMk cId="4261357208" sldId="318"/>
            <ac:spMk id="25" creationId="{670F82F9-0623-B0F4-A085-58BDF1B7E24C}"/>
          </ac:spMkLst>
        </pc:spChg>
        <pc:spChg chg="add mod">
          <ac:chgData name="totoka 3710" userId="fbb77386e644ec64" providerId="LiveId" clId="{99908158-1523-4D89-8225-504124C78188}" dt="2025-09-17T10:56:57.871" v="29548" actId="1037"/>
          <ac:spMkLst>
            <pc:docMk/>
            <pc:sldMk cId="4261357208" sldId="318"/>
            <ac:spMk id="26" creationId="{7CA3C16C-DE59-5705-78CD-B5F575867F6A}"/>
          </ac:spMkLst>
        </pc:spChg>
      </pc:sldChg>
      <pc:sldChg chg="addSp delSp modSp add del mod modTransition">
        <pc:chgData name="totoka 3710" userId="fbb77386e644ec64" providerId="LiveId" clId="{99908158-1523-4D89-8225-504124C78188}" dt="2025-09-17T01:07:35.674" v="14049" actId="47"/>
        <pc:sldMkLst>
          <pc:docMk/>
          <pc:sldMk cId="62213300" sldId="319"/>
        </pc:sldMkLst>
      </pc:sldChg>
      <pc:sldChg chg="addSp delSp modSp add mod modTransition modNotesTx">
        <pc:chgData name="totoka 3710" userId="fbb77386e644ec64" providerId="LiveId" clId="{99908158-1523-4D89-8225-504124C78188}" dt="2025-09-26T16:08:41.443" v="38566"/>
        <pc:sldMkLst>
          <pc:docMk/>
          <pc:sldMk cId="2300189052" sldId="319"/>
        </pc:sldMkLst>
        <pc:spChg chg="mod">
          <ac:chgData name="totoka 3710" userId="fbb77386e644ec64" providerId="LiveId" clId="{99908158-1523-4D89-8225-504124C78188}" dt="2025-09-17T02:48:57.252" v="18988" actId="1035"/>
          <ac:spMkLst>
            <pc:docMk/>
            <pc:sldMk cId="2300189052" sldId="319"/>
            <ac:spMk id="2" creationId="{B7B32C1B-CE74-561A-4F3A-22E94E882EDD}"/>
          </ac:spMkLst>
        </pc:spChg>
        <pc:spChg chg="mod">
          <ac:chgData name="totoka 3710" userId="fbb77386e644ec64" providerId="LiveId" clId="{99908158-1523-4D89-8225-504124C78188}" dt="2025-09-17T02:48:57.252" v="18988" actId="1035"/>
          <ac:spMkLst>
            <pc:docMk/>
            <pc:sldMk cId="2300189052" sldId="319"/>
            <ac:spMk id="3" creationId="{A263A822-D1EA-53E2-7910-BCA7E79472DD}"/>
          </ac:spMkLst>
        </pc:spChg>
        <pc:spChg chg="mod">
          <ac:chgData name="totoka 3710" userId="fbb77386e644ec64" providerId="LiveId" clId="{99908158-1523-4D89-8225-504124C78188}" dt="2025-09-17T10:54:34.256" v="29147" actId="20577"/>
          <ac:spMkLst>
            <pc:docMk/>
            <pc:sldMk cId="2300189052" sldId="319"/>
            <ac:spMk id="6" creationId="{542F5892-5DFA-D665-99CF-B26A918B4F86}"/>
          </ac:spMkLst>
        </pc:spChg>
        <pc:spChg chg="add mod">
          <ac:chgData name="totoka 3710" userId="fbb77386e644ec64" providerId="LiveId" clId="{99908158-1523-4D89-8225-504124C78188}" dt="2025-09-17T02:09:18.488" v="16392" actId="20577"/>
          <ac:spMkLst>
            <pc:docMk/>
            <pc:sldMk cId="2300189052" sldId="319"/>
            <ac:spMk id="7" creationId="{27370006-3815-04F9-0541-1FC273944162}"/>
          </ac:spMkLst>
        </pc:spChg>
        <pc:spChg chg="add mod">
          <ac:chgData name="totoka 3710" userId="fbb77386e644ec64" providerId="LiveId" clId="{99908158-1523-4D89-8225-504124C78188}" dt="2025-09-17T02:48:57.252" v="18988" actId="1035"/>
          <ac:spMkLst>
            <pc:docMk/>
            <pc:sldMk cId="2300189052" sldId="319"/>
            <ac:spMk id="11" creationId="{38733A5E-121E-11F0-FDC3-B521E4B3CDC3}"/>
          </ac:spMkLst>
        </pc:spChg>
        <pc:spChg chg="mod">
          <ac:chgData name="totoka 3710" userId="fbb77386e644ec64" providerId="LiveId" clId="{99908158-1523-4D89-8225-504124C78188}" dt="2025-09-17T02:48:48.293" v="18978" actId="1035"/>
          <ac:spMkLst>
            <pc:docMk/>
            <pc:sldMk cId="2300189052" sldId="319"/>
            <ac:spMk id="14" creationId="{FED1DF80-5B5B-F539-2456-6CEBDE8F3AA7}"/>
          </ac:spMkLst>
        </pc:spChg>
        <pc:spChg chg="mod">
          <ac:chgData name="totoka 3710" userId="fbb77386e644ec64" providerId="LiveId" clId="{99908158-1523-4D89-8225-504124C78188}" dt="2025-09-17T02:48:48.293" v="18978" actId="1035"/>
          <ac:spMkLst>
            <pc:docMk/>
            <pc:sldMk cId="2300189052" sldId="319"/>
            <ac:spMk id="15" creationId="{5C55AC7A-66BA-DE10-6D5F-59DF448E5733}"/>
          </ac:spMkLst>
        </pc:spChg>
        <pc:spChg chg="add mod">
          <ac:chgData name="totoka 3710" userId="fbb77386e644ec64" providerId="LiveId" clId="{99908158-1523-4D89-8225-504124C78188}" dt="2025-09-17T02:44:06.017" v="18049" actId="1038"/>
          <ac:spMkLst>
            <pc:docMk/>
            <pc:sldMk cId="2300189052" sldId="319"/>
            <ac:spMk id="18" creationId="{9BD4B7FF-DBED-69D4-190E-6C73A39E0305}"/>
          </ac:spMkLst>
        </pc:spChg>
        <pc:spChg chg="add mod">
          <ac:chgData name="totoka 3710" userId="fbb77386e644ec64" providerId="LiveId" clId="{99908158-1523-4D89-8225-504124C78188}" dt="2025-09-17T02:47:14.283" v="18926" actId="1037"/>
          <ac:spMkLst>
            <pc:docMk/>
            <pc:sldMk cId="2300189052" sldId="319"/>
            <ac:spMk id="21" creationId="{4DDA00AC-71E4-88E5-2FAE-74134830ECD6}"/>
          </ac:spMkLst>
        </pc:spChg>
        <pc:spChg chg="add mod">
          <ac:chgData name="totoka 3710" userId="fbb77386e644ec64" providerId="LiveId" clId="{99908158-1523-4D89-8225-504124C78188}" dt="2025-09-17T02:47:14.283" v="18926" actId="1037"/>
          <ac:spMkLst>
            <pc:docMk/>
            <pc:sldMk cId="2300189052" sldId="319"/>
            <ac:spMk id="22" creationId="{2C2A8B4E-F629-3AEA-0772-C66B3B62D7F8}"/>
          </ac:spMkLst>
        </pc:spChg>
        <pc:spChg chg="add mod">
          <ac:chgData name="totoka 3710" userId="fbb77386e644ec64" providerId="LiveId" clId="{99908158-1523-4D89-8225-504124C78188}" dt="2025-09-17T10:56:37.761" v="29398" actId="20577"/>
          <ac:spMkLst>
            <pc:docMk/>
            <pc:sldMk cId="2300189052" sldId="319"/>
            <ac:spMk id="23" creationId="{434EBE04-9CAB-75E0-5CB9-F1F7D20CB28D}"/>
          </ac:spMkLst>
        </pc:spChg>
      </pc:sldChg>
      <pc:sldChg chg="delSp modSp add del mod">
        <pc:chgData name="totoka 3710" userId="fbb77386e644ec64" providerId="LiveId" clId="{99908158-1523-4D89-8225-504124C78188}" dt="2025-09-17T02:08:17.014" v="16253" actId="47"/>
        <pc:sldMkLst>
          <pc:docMk/>
          <pc:sldMk cId="2481360632" sldId="319"/>
        </pc:sldMkLst>
      </pc:sldChg>
      <pc:sldChg chg="addSp delSp modSp add del mod modTransition">
        <pc:chgData name="totoka 3710" userId="fbb77386e644ec64" providerId="LiveId" clId="{99908158-1523-4D89-8225-504124C78188}" dt="2025-09-17T01:07:34.812" v="14048" actId="47"/>
        <pc:sldMkLst>
          <pc:docMk/>
          <pc:sldMk cId="118617232" sldId="320"/>
        </pc:sldMkLst>
      </pc:sldChg>
      <pc:sldChg chg="addSp delSp modSp add mod modTransition modNotesTx">
        <pc:chgData name="totoka 3710" userId="fbb77386e644ec64" providerId="LiveId" clId="{99908158-1523-4D89-8225-504124C78188}" dt="2025-09-26T16:08:47.651" v="38569"/>
        <pc:sldMkLst>
          <pc:docMk/>
          <pc:sldMk cId="3832342124" sldId="320"/>
        </pc:sldMkLst>
        <pc:spChg chg="mod">
          <ac:chgData name="totoka 3710" userId="fbb77386e644ec64" providerId="LiveId" clId="{99908158-1523-4D89-8225-504124C78188}" dt="2025-09-17T02:49:57.941" v="19038" actId="1036"/>
          <ac:spMkLst>
            <pc:docMk/>
            <pc:sldMk cId="3832342124" sldId="320"/>
            <ac:spMk id="2" creationId="{542C6393-E610-5935-0319-74679942B553}"/>
          </ac:spMkLst>
        </pc:spChg>
        <pc:spChg chg="mod">
          <ac:chgData name="totoka 3710" userId="fbb77386e644ec64" providerId="LiveId" clId="{99908158-1523-4D89-8225-504124C78188}" dt="2025-09-17T02:49:57.941" v="19038" actId="1036"/>
          <ac:spMkLst>
            <pc:docMk/>
            <pc:sldMk cId="3832342124" sldId="320"/>
            <ac:spMk id="3" creationId="{4BD6203B-37AB-4361-CE07-3F496280EA60}"/>
          </ac:spMkLst>
        </pc:spChg>
        <pc:spChg chg="mod">
          <ac:chgData name="totoka 3710" userId="fbb77386e644ec64" providerId="LiveId" clId="{99908158-1523-4D89-8225-504124C78188}" dt="2025-09-17T02:45:12.816" v="18408" actId="1035"/>
          <ac:spMkLst>
            <pc:docMk/>
            <pc:sldMk cId="3832342124" sldId="320"/>
            <ac:spMk id="10" creationId="{664162C0-6E02-BA0C-0950-41C614C71B59}"/>
          </ac:spMkLst>
        </pc:spChg>
        <pc:spChg chg="mod">
          <ac:chgData name="totoka 3710" userId="fbb77386e644ec64" providerId="LiveId" clId="{99908158-1523-4D89-8225-504124C78188}" dt="2025-09-17T02:49:57.941" v="19038" actId="1036"/>
          <ac:spMkLst>
            <pc:docMk/>
            <pc:sldMk cId="3832342124" sldId="320"/>
            <ac:spMk id="11" creationId="{E74D9D42-7228-EFBF-CA17-532F4EC1E70D}"/>
          </ac:spMkLst>
        </pc:spChg>
        <pc:spChg chg="add mod">
          <ac:chgData name="totoka 3710" userId="fbb77386e644ec64" providerId="LiveId" clId="{99908158-1523-4D89-8225-504124C78188}" dt="2025-09-17T02:13:40.073" v="16580" actId="20577"/>
          <ac:spMkLst>
            <pc:docMk/>
            <pc:sldMk cId="3832342124" sldId="320"/>
            <ac:spMk id="12" creationId="{F176A5E0-144E-9CB7-7FB0-F99D201AEB7C}"/>
          </ac:spMkLst>
        </pc:spChg>
        <pc:spChg chg="mod">
          <ac:chgData name="totoka 3710" userId="fbb77386e644ec64" providerId="LiveId" clId="{99908158-1523-4D89-8225-504124C78188}" dt="2025-09-17T02:49:10.626" v="19008" actId="1035"/>
          <ac:spMkLst>
            <pc:docMk/>
            <pc:sldMk cId="3832342124" sldId="320"/>
            <ac:spMk id="14" creationId="{403F8795-4674-2E0B-6738-7CB3B503F8E0}"/>
          </ac:spMkLst>
        </pc:spChg>
        <pc:spChg chg="mod">
          <ac:chgData name="totoka 3710" userId="fbb77386e644ec64" providerId="LiveId" clId="{99908158-1523-4D89-8225-504124C78188}" dt="2025-09-17T02:49:10.626" v="19008" actId="1035"/>
          <ac:spMkLst>
            <pc:docMk/>
            <pc:sldMk cId="3832342124" sldId="320"/>
            <ac:spMk id="15" creationId="{0C0B4480-3399-335D-B89A-E3BCB1892B83}"/>
          </ac:spMkLst>
        </pc:spChg>
        <pc:spChg chg="add mod">
          <ac:chgData name="totoka 3710" userId="fbb77386e644ec64" providerId="LiveId" clId="{99908158-1523-4D89-8225-504124C78188}" dt="2025-09-17T10:57:41.801" v="29551"/>
          <ac:spMkLst>
            <pc:docMk/>
            <pc:sldMk cId="3832342124" sldId="320"/>
            <ac:spMk id="18" creationId="{19C1FEFF-6DA4-4FE3-438E-73CEB497BCFA}"/>
          </ac:spMkLst>
        </pc:spChg>
        <pc:spChg chg="add mod">
          <ac:chgData name="totoka 3710" userId="fbb77386e644ec64" providerId="LiveId" clId="{99908158-1523-4D89-8225-504124C78188}" dt="2025-09-17T10:57:41.801" v="29551"/>
          <ac:spMkLst>
            <pc:docMk/>
            <pc:sldMk cId="3832342124" sldId="320"/>
            <ac:spMk id="19" creationId="{8E6144E8-B5A3-6591-BC4E-B07DE9695EBA}"/>
          </ac:spMkLst>
        </pc:spChg>
      </pc:sldChg>
      <pc:sldChg chg="addSp delSp modSp add mod modTransition modNotesTx">
        <pc:chgData name="totoka 3710" userId="fbb77386e644ec64" providerId="LiveId" clId="{99908158-1523-4D89-8225-504124C78188}" dt="2025-09-26T15:39:09.794" v="38231"/>
        <pc:sldMkLst>
          <pc:docMk/>
          <pc:sldMk cId="2299684426" sldId="321"/>
        </pc:sldMkLst>
        <pc:spChg chg="add del mod">
          <ac:chgData name="totoka 3710" userId="fbb77386e644ec64" providerId="LiveId" clId="{99908158-1523-4D89-8225-504124C78188}" dt="2025-09-17T02:46:20.956" v="18584" actId="20577"/>
          <ac:spMkLst>
            <pc:docMk/>
            <pc:sldMk cId="2299684426" sldId="321"/>
            <ac:spMk id="6" creationId="{76432521-CCDF-90FC-FE62-FAC1931B0B3F}"/>
          </ac:spMkLst>
        </pc:spChg>
      </pc:sldChg>
      <pc:sldChg chg="addSp delSp modSp add mod modTransition modNotesTx">
        <pc:chgData name="totoka 3710" userId="fbb77386e644ec64" providerId="LiveId" clId="{99908158-1523-4D89-8225-504124C78188}" dt="2025-09-26T16:06:43.715" v="38556"/>
        <pc:sldMkLst>
          <pc:docMk/>
          <pc:sldMk cId="63071297" sldId="322"/>
        </pc:sldMkLst>
        <pc:spChg chg="mod">
          <ac:chgData name="totoka 3710" userId="fbb77386e644ec64" providerId="LiveId" clId="{99908158-1523-4D89-8225-504124C78188}" dt="2025-09-17T02:45:34.068" v="18582" actId="1037"/>
          <ac:spMkLst>
            <pc:docMk/>
            <pc:sldMk cId="63071297" sldId="322"/>
            <ac:spMk id="2" creationId="{BC80C9CE-348B-9B4B-1F22-B83075B7A0F4}"/>
          </ac:spMkLst>
        </pc:spChg>
        <pc:spChg chg="mod">
          <ac:chgData name="totoka 3710" userId="fbb77386e644ec64" providerId="LiveId" clId="{99908158-1523-4D89-8225-504124C78188}" dt="2025-09-17T02:45:34.068" v="18582" actId="1037"/>
          <ac:spMkLst>
            <pc:docMk/>
            <pc:sldMk cId="63071297" sldId="322"/>
            <ac:spMk id="3" creationId="{5070ADE2-5D09-F381-6FD4-1E25D9F1BA79}"/>
          </ac:spMkLst>
        </pc:spChg>
        <pc:spChg chg="add mod">
          <ac:chgData name="totoka 3710" userId="fbb77386e644ec64" providerId="LiveId" clId="{99908158-1523-4D89-8225-504124C78188}" dt="2025-09-17T10:58:04.604" v="29710" actId="1037"/>
          <ac:spMkLst>
            <pc:docMk/>
            <pc:sldMk cId="63071297" sldId="322"/>
            <ac:spMk id="4" creationId="{144DE488-2674-BE6F-B754-81299F7F187E}"/>
          </ac:spMkLst>
        </pc:spChg>
        <pc:spChg chg="add mod">
          <ac:chgData name="totoka 3710" userId="fbb77386e644ec64" providerId="LiveId" clId="{99908158-1523-4D89-8225-504124C78188}" dt="2025-09-17T10:58:04.604" v="29710" actId="1037"/>
          <ac:spMkLst>
            <pc:docMk/>
            <pc:sldMk cId="63071297" sldId="322"/>
            <ac:spMk id="5" creationId="{1A714AAF-EF43-47B4-4459-DE76A905BFE4}"/>
          </ac:spMkLst>
        </pc:spChg>
        <pc:spChg chg="mod">
          <ac:chgData name="totoka 3710" userId="fbb77386e644ec64" providerId="LiveId" clId="{99908158-1523-4D89-8225-504124C78188}" dt="2025-09-17T02:45:34.068" v="18582" actId="1037"/>
          <ac:spMkLst>
            <pc:docMk/>
            <pc:sldMk cId="63071297" sldId="322"/>
            <ac:spMk id="7" creationId="{9A20026E-7717-9231-E0E2-6E30F0BFF9AB}"/>
          </ac:spMkLst>
        </pc:spChg>
        <pc:spChg chg="mod">
          <ac:chgData name="totoka 3710" userId="fbb77386e644ec64" providerId="LiveId" clId="{99908158-1523-4D89-8225-504124C78188}" dt="2025-09-17T02:45:23.150" v="18428" actId="1035"/>
          <ac:spMkLst>
            <pc:docMk/>
            <pc:sldMk cId="63071297" sldId="322"/>
            <ac:spMk id="10" creationId="{B2671898-9DBC-89B0-4686-C01E5726CF7C}"/>
          </ac:spMkLst>
        </pc:spChg>
        <pc:spChg chg="mod">
          <ac:chgData name="totoka 3710" userId="fbb77386e644ec64" providerId="LiveId" clId="{99908158-1523-4D89-8225-504124C78188}" dt="2025-09-17T02:45:34.068" v="18582" actId="1037"/>
          <ac:spMkLst>
            <pc:docMk/>
            <pc:sldMk cId="63071297" sldId="322"/>
            <ac:spMk id="11" creationId="{29EB0900-2590-C98E-A48C-085B8CC945E2}"/>
          </ac:spMkLst>
        </pc:spChg>
        <pc:spChg chg="mod">
          <ac:chgData name="totoka 3710" userId="fbb77386e644ec64" providerId="LiveId" clId="{99908158-1523-4D89-8225-504124C78188}" dt="2025-09-17T02:45:34.068" v="18582" actId="1037"/>
          <ac:spMkLst>
            <pc:docMk/>
            <pc:sldMk cId="63071297" sldId="322"/>
            <ac:spMk id="12" creationId="{FB199822-EDCA-01AE-D2FB-EAACC09BA239}"/>
          </ac:spMkLst>
        </pc:spChg>
        <pc:spChg chg="mod">
          <ac:chgData name="totoka 3710" userId="fbb77386e644ec64" providerId="LiveId" clId="{99908158-1523-4D89-8225-504124C78188}" dt="2025-09-17T02:45:34.068" v="18582" actId="1037"/>
          <ac:spMkLst>
            <pc:docMk/>
            <pc:sldMk cId="63071297" sldId="322"/>
            <ac:spMk id="14" creationId="{ACD86208-1A23-75FA-622B-1FF04EAD69FE}"/>
          </ac:spMkLst>
        </pc:spChg>
        <pc:spChg chg="mod">
          <ac:chgData name="totoka 3710" userId="fbb77386e644ec64" providerId="LiveId" clId="{99908158-1523-4D89-8225-504124C78188}" dt="2025-09-17T02:45:34.068" v="18582" actId="1037"/>
          <ac:spMkLst>
            <pc:docMk/>
            <pc:sldMk cId="63071297" sldId="322"/>
            <ac:spMk id="15" creationId="{A262D84F-D939-6159-F805-76FDBA56BD32}"/>
          </ac:spMkLst>
        </pc:spChg>
      </pc:sldChg>
      <pc:sldChg chg="add del">
        <pc:chgData name="totoka 3710" userId="fbb77386e644ec64" providerId="LiveId" clId="{99908158-1523-4D89-8225-504124C78188}" dt="2025-09-17T10:30:42.124" v="26743" actId="47"/>
        <pc:sldMkLst>
          <pc:docMk/>
          <pc:sldMk cId="4272418468" sldId="323"/>
        </pc:sldMkLst>
      </pc:sldChg>
      <pc:sldChg chg="addSp delSp modSp add mod ord modTransition modNotesTx">
        <pc:chgData name="totoka 3710" userId="fbb77386e644ec64" providerId="LiveId" clId="{99908158-1523-4D89-8225-504124C78188}" dt="2025-09-26T15:48:30.193" v="38398"/>
        <pc:sldMkLst>
          <pc:docMk/>
          <pc:sldMk cId="606996788" sldId="324"/>
        </pc:sldMkLst>
        <pc:spChg chg="add mod">
          <ac:chgData name="totoka 3710" userId="fbb77386e644ec64" providerId="LiveId" clId="{99908158-1523-4D89-8225-504124C78188}" dt="2025-09-17T10:29:42.489" v="26702" actId="1036"/>
          <ac:spMkLst>
            <pc:docMk/>
            <pc:sldMk cId="606996788" sldId="324"/>
            <ac:spMk id="187" creationId="{1F6F4B09-5286-E254-DDAA-809F701A4099}"/>
          </ac:spMkLst>
        </pc:spChg>
        <pc:spChg chg="add mod">
          <ac:chgData name="totoka 3710" userId="fbb77386e644ec64" providerId="LiveId" clId="{99908158-1523-4D89-8225-504124C78188}" dt="2025-09-17T10:42:56.365" v="27370" actId="207"/>
          <ac:spMkLst>
            <pc:docMk/>
            <pc:sldMk cId="606996788" sldId="324"/>
            <ac:spMk id="188" creationId="{AD0C0A1E-1AD5-65FF-DD62-C954B0AF8EB8}"/>
          </ac:spMkLst>
        </pc:spChg>
      </pc:sldChg>
      <pc:sldChg chg="addSp modSp add mod modTransition modNotesTx">
        <pc:chgData name="totoka 3710" userId="fbb77386e644ec64" providerId="LiveId" clId="{99908158-1523-4D89-8225-504124C78188}" dt="2025-09-26T16:05:52.306" v="38548"/>
        <pc:sldMkLst>
          <pc:docMk/>
          <pc:sldMk cId="1484076724" sldId="325"/>
        </pc:sldMkLst>
        <pc:spChg chg="add mod">
          <ac:chgData name="totoka 3710" userId="fbb77386e644ec64" providerId="LiveId" clId="{99908158-1523-4D89-8225-504124C78188}" dt="2025-09-17T10:37:13.317" v="27056" actId="1038"/>
          <ac:spMkLst>
            <pc:docMk/>
            <pc:sldMk cId="1484076724" sldId="325"/>
            <ac:spMk id="2" creationId="{589D1021-A652-852F-390A-F2FCDA29C328}"/>
          </ac:spMkLst>
        </pc:spChg>
        <pc:spChg chg="add mod">
          <ac:chgData name="totoka 3710" userId="fbb77386e644ec64" providerId="LiveId" clId="{99908158-1523-4D89-8225-504124C78188}" dt="2025-09-17T10:37:13.317" v="27056" actId="1038"/>
          <ac:spMkLst>
            <pc:docMk/>
            <pc:sldMk cId="1484076724" sldId="325"/>
            <ac:spMk id="3" creationId="{01BC1B2C-5308-FD14-F2E3-D7E593C62D79}"/>
          </ac:spMkLst>
        </pc:spChg>
        <pc:spChg chg="add mod">
          <ac:chgData name="totoka 3710" userId="fbb77386e644ec64" providerId="LiveId" clId="{99908158-1523-4D89-8225-504124C78188}" dt="2025-09-17T10:37:13.317" v="27056" actId="1038"/>
          <ac:spMkLst>
            <pc:docMk/>
            <pc:sldMk cId="1484076724" sldId="325"/>
            <ac:spMk id="4" creationId="{482B6B61-68B1-55D4-CAAE-1F82FBCAECCD}"/>
          </ac:spMkLst>
        </pc:spChg>
        <pc:spChg chg="add mod">
          <ac:chgData name="totoka 3710" userId="fbb77386e644ec64" providerId="LiveId" clId="{99908158-1523-4D89-8225-504124C78188}" dt="2025-09-17T14:31:19.297" v="30939" actId="1038"/>
          <ac:spMkLst>
            <pc:docMk/>
            <pc:sldMk cId="1484076724" sldId="325"/>
            <ac:spMk id="5" creationId="{E62C810D-AFB5-1520-3805-9D870BAB6C6C}"/>
          </ac:spMkLst>
        </pc:spChg>
        <pc:spChg chg="mod">
          <ac:chgData name="totoka 3710" userId="fbb77386e644ec64" providerId="LiveId" clId="{99908158-1523-4D89-8225-504124C78188}" dt="2025-09-17T10:43:13.764" v="27397" actId="20577"/>
          <ac:spMkLst>
            <pc:docMk/>
            <pc:sldMk cId="1484076724" sldId="325"/>
            <ac:spMk id="514" creationId="{8FEF76B4-E38C-D9D8-4FFF-6DD6AE72EAF5}"/>
          </ac:spMkLst>
        </pc:spChg>
      </pc:sldChg>
      <pc:sldChg chg="addSp delSp modSp add mod ord modTransition modNotesTx">
        <pc:chgData name="totoka 3710" userId="fbb77386e644ec64" providerId="LiveId" clId="{99908158-1523-4D89-8225-504124C78188}" dt="2025-09-26T16:07:04.183" v="38559"/>
        <pc:sldMkLst>
          <pc:docMk/>
          <pc:sldMk cId="3806941927" sldId="326"/>
        </pc:sldMkLst>
        <pc:spChg chg="add mod">
          <ac:chgData name="totoka 3710" userId="fbb77386e644ec64" providerId="LiveId" clId="{99908158-1523-4D89-8225-504124C78188}" dt="2025-09-17T10:30:20.287" v="26741" actId="1036"/>
          <ac:spMkLst>
            <pc:docMk/>
            <pc:sldMk cId="3806941927" sldId="326"/>
            <ac:spMk id="3" creationId="{362FB940-FD06-7811-6288-ADA2C855CCA0}"/>
          </ac:spMkLst>
        </pc:spChg>
        <pc:spChg chg="add mod">
          <ac:chgData name="totoka 3710" userId="fbb77386e644ec64" providerId="LiveId" clId="{99908158-1523-4D89-8225-504124C78188}" dt="2025-09-17T10:43:05.522" v="27387" actId="20577"/>
          <ac:spMkLst>
            <pc:docMk/>
            <pc:sldMk cId="3806941927" sldId="326"/>
            <ac:spMk id="4" creationId="{CFCFE445-F6AC-17E2-F402-96A12FEF4E34}"/>
          </ac:spMkLst>
        </pc:spChg>
        <pc:spChg chg="add mod">
          <ac:chgData name="totoka 3710" userId="fbb77386e644ec64" providerId="LiveId" clId="{99908158-1523-4D89-8225-504124C78188}" dt="2025-09-17T10:30:28.708" v="26742" actId="207"/>
          <ac:spMkLst>
            <pc:docMk/>
            <pc:sldMk cId="3806941927" sldId="326"/>
            <ac:spMk id="5" creationId="{69F1A6C0-61B5-F9D0-0580-9DE2B99176E5}"/>
          </ac:spMkLst>
        </pc:spChg>
      </pc:sldChg>
      <pc:sldChg chg="delSp add mod modTransition modNotesTx">
        <pc:chgData name="totoka 3710" userId="fbb77386e644ec64" providerId="LiveId" clId="{99908158-1523-4D89-8225-504124C78188}" dt="2025-09-26T16:06:56.614" v="38558"/>
        <pc:sldMkLst>
          <pc:docMk/>
          <pc:sldMk cId="1275623211" sldId="327"/>
        </pc:sldMkLst>
      </pc:sldChg>
      <pc:sldChg chg="addSp modSp add del mod modNotesTx">
        <pc:chgData name="totoka 3710" userId="fbb77386e644ec64" providerId="LiveId" clId="{99908158-1523-4D89-8225-504124C78188}" dt="2025-09-26T15:20:34.704" v="37430" actId="47"/>
        <pc:sldMkLst>
          <pc:docMk/>
          <pc:sldMk cId="1526470940" sldId="328"/>
        </pc:sldMkLst>
      </pc:sldChg>
      <pc:sldChg chg="delSp modSp add del mod">
        <pc:chgData name="totoka 3710" userId="fbb77386e644ec64" providerId="LiveId" clId="{99908158-1523-4D89-8225-504124C78188}" dt="2025-09-25T13:25:04.813" v="31125" actId="47"/>
        <pc:sldMkLst>
          <pc:docMk/>
          <pc:sldMk cId="697099714" sldId="329"/>
        </pc:sldMkLst>
      </pc:sldChg>
      <pc:sldChg chg="addSp delSp modSp add mod modTransition">
        <pc:chgData name="totoka 3710" userId="fbb77386e644ec64" providerId="LiveId" clId="{99908158-1523-4D89-8225-504124C78188}" dt="2025-09-26T15:52:35.732" v="38443"/>
        <pc:sldMkLst>
          <pc:docMk/>
          <pc:sldMk cId="930830377" sldId="330"/>
        </pc:sldMkLst>
        <pc:spChg chg="add mod">
          <ac:chgData name="totoka 3710" userId="fbb77386e644ec64" providerId="LiveId" clId="{99908158-1523-4D89-8225-504124C78188}" dt="2025-09-25T13:25:58.499" v="31255" actId="1036"/>
          <ac:spMkLst>
            <pc:docMk/>
            <pc:sldMk cId="930830377" sldId="330"/>
            <ac:spMk id="3" creationId="{B8A268AC-F4A3-86C5-6A32-7F9BFA369BB6}"/>
          </ac:spMkLst>
        </pc:spChg>
        <pc:spChg chg="add mod">
          <ac:chgData name="totoka 3710" userId="fbb77386e644ec64" providerId="LiveId" clId="{99908158-1523-4D89-8225-504124C78188}" dt="2025-09-25T13:25:58.499" v="31255" actId="1036"/>
          <ac:spMkLst>
            <pc:docMk/>
            <pc:sldMk cId="930830377" sldId="330"/>
            <ac:spMk id="5" creationId="{C6F61D86-260D-C2E0-E3E6-BE09BF29111E}"/>
          </ac:spMkLst>
        </pc:spChg>
        <pc:spChg chg="add mod">
          <ac:chgData name="totoka 3710" userId="fbb77386e644ec64" providerId="LiveId" clId="{99908158-1523-4D89-8225-504124C78188}" dt="2025-09-26T04:22:47.733" v="31607" actId="1036"/>
          <ac:spMkLst>
            <pc:docMk/>
            <pc:sldMk cId="930830377" sldId="330"/>
            <ac:spMk id="9" creationId="{D16AF535-4B22-641B-EE9D-8E7C182BC135}"/>
          </ac:spMkLst>
        </pc:spChg>
        <pc:spChg chg="mod">
          <ac:chgData name="totoka 3710" userId="fbb77386e644ec64" providerId="LiveId" clId="{99908158-1523-4D89-8225-504124C78188}" dt="2025-09-26T04:21:37.489" v="31589" actId="207"/>
          <ac:spMkLst>
            <pc:docMk/>
            <pc:sldMk cId="930830377" sldId="330"/>
            <ac:spMk id="21" creationId="{5FC9DE3A-B92B-361B-77F1-AB36AA1C1FBB}"/>
          </ac:spMkLst>
        </pc:spChg>
        <pc:spChg chg="mod">
          <ac:chgData name="totoka 3710" userId="fbb77386e644ec64" providerId="LiveId" clId="{99908158-1523-4D89-8225-504124C78188}" dt="2025-09-26T04:21:37.489" v="31589" actId="207"/>
          <ac:spMkLst>
            <pc:docMk/>
            <pc:sldMk cId="930830377" sldId="330"/>
            <ac:spMk id="22" creationId="{BA877F50-D23B-9320-0101-36C3BC4149F7}"/>
          </ac:spMkLst>
        </pc:spChg>
        <pc:spChg chg="mod">
          <ac:chgData name="totoka 3710" userId="fbb77386e644ec64" providerId="LiveId" clId="{99908158-1523-4D89-8225-504124C78188}" dt="2025-09-26T04:22:03.357" v="31596" actId="207"/>
          <ac:spMkLst>
            <pc:docMk/>
            <pc:sldMk cId="930830377" sldId="330"/>
            <ac:spMk id="32" creationId="{8DEE68B6-E45E-DF6A-5716-FF0FF649F050}"/>
          </ac:spMkLst>
        </pc:spChg>
        <pc:picChg chg="add mod">
          <ac:chgData name="totoka 3710" userId="fbb77386e644ec64" providerId="LiveId" clId="{99908158-1523-4D89-8225-504124C78188}" dt="2025-09-26T04:17:20.325" v="31270"/>
          <ac:picMkLst>
            <pc:docMk/>
            <pc:sldMk cId="930830377" sldId="330"/>
            <ac:picMk id="6" creationId="{51EA644A-5FCA-7B1C-E238-A9D9779C7784}"/>
          </ac:picMkLst>
        </pc:picChg>
        <pc:picChg chg="add mod">
          <ac:chgData name="totoka 3710" userId="fbb77386e644ec64" providerId="LiveId" clId="{99908158-1523-4D89-8225-504124C78188}" dt="2025-09-26T04:17:46.221" v="31275" actId="1076"/>
          <ac:picMkLst>
            <pc:docMk/>
            <pc:sldMk cId="930830377" sldId="330"/>
            <ac:picMk id="8" creationId="{41394F33-9658-4ECE-6E37-27AC81CBDED1}"/>
          </ac:picMkLst>
        </pc:picChg>
      </pc:sldChg>
      <pc:sldChg chg="addSp delSp modSp add mod modTransition">
        <pc:chgData name="totoka 3710" userId="fbb77386e644ec64" providerId="LiveId" clId="{99908158-1523-4D89-8225-504124C78188}" dt="2025-09-26T15:43:30.529" v="38251"/>
        <pc:sldMkLst>
          <pc:docMk/>
          <pc:sldMk cId="610634750" sldId="331"/>
        </pc:sldMkLst>
        <pc:spChg chg="add mod">
          <ac:chgData name="totoka 3710" userId="fbb77386e644ec64" providerId="LiveId" clId="{99908158-1523-4D89-8225-504124C78188}" dt="2025-09-26T04:33:41.317" v="32068" actId="207"/>
          <ac:spMkLst>
            <pc:docMk/>
            <pc:sldMk cId="610634750" sldId="331"/>
            <ac:spMk id="4" creationId="{E73F2E04-40E9-F74A-C47E-9EDEBF24132A}"/>
          </ac:spMkLst>
        </pc:spChg>
        <pc:spChg chg="add mod ord">
          <ac:chgData name="totoka 3710" userId="fbb77386e644ec64" providerId="LiveId" clId="{99908158-1523-4D89-8225-504124C78188}" dt="2025-09-26T04:33:14.308" v="32067" actId="167"/>
          <ac:spMkLst>
            <pc:docMk/>
            <pc:sldMk cId="610634750" sldId="331"/>
            <ac:spMk id="5" creationId="{DE12D0DB-4902-A0E3-46C2-9BBF75EEF326}"/>
          </ac:spMkLst>
        </pc:spChg>
      </pc:sldChg>
      <pc:sldChg chg="modSp add mod ord modTransition">
        <pc:chgData name="totoka 3710" userId="fbb77386e644ec64" providerId="LiveId" clId="{99908158-1523-4D89-8225-504124C78188}" dt="2025-09-26T15:59:20.085" v="38473"/>
        <pc:sldMkLst>
          <pc:docMk/>
          <pc:sldMk cId="3494852108" sldId="332"/>
        </pc:sldMkLst>
        <pc:spChg chg="mod">
          <ac:chgData name="totoka 3710" userId="fbb77386e644ec64" providerId="LiveId" clId="{99908158-1523-4D89-8225-504124C78188}" dt="2025-09-26T05:10:43.401" v="32425" actId="20577"/>
          <ac:spMkLst>
            <pc:docMk/>
            <pc:sldMk cId="3494852108" sldId="332"/>
            <ac:spMk id="4" creationId="{DD432BD7-D3EF-06D9-115A-43581EEAF1B6}"/>
          </ac:spMkLst>
        </pc:spChg>
        <pc:spChg chg="mod">
          <ac:chgData name="totoka 3710" userId="fbb77386e644ec64" providerId="LiveId" clId="{99908158-1523-4D89-8225-504124C78188}" dt="2025-09-26T05:12:31.713" v="32562" actId="20577"/>
          <ac:spMkLst>
            <pc:docMk/>
            <pc:sldMk cId="3494852108" sldId="332"/>
            <ac:spMk id="5" creationId="{577134C0-7A52-C4B8-7653-BAFA333AC83A}"/>
          </ac:spMkLst>
        </pc:spChg>
        <pc:spChg chg="mod">
          <ac:chgData name="totoka 3710" userId="fbb77386e644ec64" providerId="LiveId" clId="{99908158-1523-4D89-8225-504124C78188}" dt="2025-09-26T05:18:01.595" v="32761" actId="20577"/>
          <ac:spMkLst>
            <pc:docMk/>
            <pc:sldMk cId="3494852108" sldId="332"/>
            <ac:spMk id="8" creationId="{A7C357E6-3F72-7ECD-5C63-51C9EECF845E}"/>
          </ac:spMkLst>
        </pc:spChg>
        <pc:spChg chg="mod">
          <ac:chgData name="totoka 3710" userId="fbb77386e644ec64" providerId="LiveId" clId="{99908158-1523-4D89-8225-504124C78188}" dt="2025-09-26T14:02:53.392" v="34365" actId="20577"/>
          <ac:spMkLst>
            <pc:docMk/>
            <pc:sldMk cId="3494852108" sldId="332"/>
            <ac:spMk id="9" creationId="{62163B4F-DFF3-F71A-68FA-56FBF4E63C97}"/>
          </ac:spMkLst>
        </pc:spChg>
      </pc:sldChg>
      <pc:sldChg chg="delSp add del mod">
        <pc:chgData name="totoka 3710" userId="fbb77386e644ec64" providerId="LiveId" clId="{99908158-1523-4D89-8225-504124C78188}" dt="2025-09-26T15:27:39.925" v="37800" actId="47"/>
        <pc:sldMkLst>
          <pc:docMk/>
          <pc:sldMk cId="2990183261" sldId="333"/>
        </pc:sldMkLst>
      </pc:sldChg>
      <pc:sldChg chg="add ord">
        <pc:chgData name="totoka 3710" userId="fbb77386e644ec64" providerId="LiveId" clId="{99908158-1523-4D89-8225-504124C78188}" dt="2025-09-26T05:04:49.102" v="32397"/>
        <pc:sldMkLst>
          <pc:docMk/>
          <pc:sldMk cId="1194901630" sldId="334"/>
        </pc:sldMkLst>
      </pc:sldChg>
      <pc:sldChg chg="addSp delSp modSp add mod modTransition">
        <pc:chgData name="totoka 3710" userId="fbb77386e644ec64" providerId="LiveId" clId="{99908158-1523-4D89-8225-504124C78188}" dt="2025-09-26T16:00:14.912" v="38483"/>
        <pc:sldMkLst>
          <pc:docMk/>
          <pc:sldMk cId="169390148" sldId="335"/>
        </pc:sldMkLst>
        <pc:spChg chg="mod">
          <ac:chgData name="totoka 3710" userId="fbb77386e644ec64" providerId="LiveId" clId="{99908158-1523-4D89-8225-504124C78188}" dt="2025-09-26T05:11:16.398" v="32459" actId="1036"/>
          <ac:spMkLst>
            <pc:docMk/>
            <pc:sldMk cId="169390148" sldId="335"/>
            <ac:spMk id="2" creationId="{F57F845D-2B46-A185-FB8A-F4ECB43CC3BB}"/>
          </ac:spMkLst>
        </pc:spChg>
        <pc:spChg chg="mod">
          <ac:chgData name="totoka 3710" userId="fbb77386e644ec64" providerId="LiveId" clId="{99908158-1523-4D89-8225-504124C78188}" dt="2025-09-26T05:11:16.398" v="32459" actId="1036"/>
          <ac:spMkLst>
            <pc:docMk/>
            <pc:sldMk cId="169390148" sldId="335"/>
            <ac:spMk id="3" creationId="{F8EED3E5-A061-2472-34EE-36E3DD94B02E}"/>
          </ac:spMkLst>
        </pc:spChg>
        <pc:spChg chg="mod">
          <ac:chgData name="totoka 3710" userId="fbb77386e644ec64" providerId="LiveId" clId="{99908158-1523-4D89-8225-504124C78188}" dt="2025-09-26T05:12:23.607" v="32560" actId="20577"/>
          <ac:spMkLst>
            <pc:docMk/>
            <pc:sldMk cId="169390148" sldId="335"/>
            <ac:spMk id="4" creationId="{47B4DEC7-2DE9-EB6A-2BB0-26A3FE787D82}"/>
          </ac:spMkLst>
        </pc:spChg>
        <pc:spChg chg="mod">
          <ac:chgData name="totoka 3710" userId="fbb77386e644ec64" providerId="LiveId" clId="{99908158-1523-4D89-8225-504124C78188}" dt="2025-09-26T14:03:03.112" v="34377" actId="20577"/>
          <ac:spMkLst>
            <pc:docMk/>
            <pc:sldMk cId="169390148" sldId="335"/>
            <ac:spMk id="5" creationId="{1AE8F082-521E-49BA-42C2-E7FE4A200699}"/>
          </ac:spMkLst>
        </pc:spChg>
        <pc:spChg chg="add mod">
          <ac:chgData name="totoka 3710" userId="fbb77386e644ec64" providerId="LiveId" clId="{99908158-1523-4D89-8225-504124C78188}" dt="2025-09-26T05:11:49.239" v="32541" actId="20577"/>
          <ac:spMkLst>
            <pc:docMk/>
            <pc:sldMk cId="169390148" sldId="335"/>
            <ac:spMk id="10" creationId="{5706423C-AE19-0287-8D75-11769345B327}"/>
          </ac:spMkLst>
        </pc:spChg>
        <pc:spChg chg="add mod">
          <ac:chgData name="totoka 3710" userId="fbb77386e644ec64" providerId="LiveId" clId="{99908158-1523-4D89-8225-504124C78188}" dt="2025-09-26T05:20:11.070" v="33052" actId="1037"/>
          <ac:spMkLst>
            <pc:docMk/>
            <pc:sldMk cId="169390148" sldId="335"/>
            <ac:spMk id="11" creationId="{5C0495FA-6799-B7CA-2AB5-866FC53BE809}"/>
          </ac:spMkLst>
        </pc:spChg>
        <pc:spChg chg="add mod">
          <ac:chgData name="totoka 3710" userId="fbb77386e644ec64" providerId="LiveId" clId="{99908158-1523-4D89-8225-504124C78188}" dt="2025-09-26T15:24:15.593" v="37435"/>
          <ac:spMkLst>
            <pc:docMk/>
            <pc:sldMk cId="169390148" sldId="335"/>
            <ac:spMk id="14" creationId="{5729703D-7FCC-28E9-117B-4BA7A3E7940F}"/>
          </ac:spMkLst>
        </pc:spChg>
        <pc:spChg chg="add mod">
          <ac:chgData name="totoka 3710" userId="fbb77386e644ec64" providerId="LiveId" clId="{99908158-1523-4D89-8225-504124C78188}" dt="2025-09-26T15:24:15.593" v="37435"/>
          <ac:spMkLst>
            <pc:docMk/>
            <pc:sldMk cId="169390148" sldId="335"/>
            <ac:spMk id="15" creationId="{5D360B6E-6C87-411C-B38C-D0996FD6438C}"/>
          </ac:spMkLst>
        </pc:spChg>
        <pc:spChg chg="mod">
          <ac:chgData name="totoka 3710" userId="fbb77386e644ec64" providerId="LiveId" clId="{99908158-1523-4D89-8225-504124C78188}" dt="2025-09-26T05:11:16.398" v="32459" actId="1036"/>
          <ac:spMkLst>
            <pc:docMk/>
            <pc:sldMk cId="169390148" sldId="335"/>
            <ac:spMk id="19" creationId="{59477942-9905-6095-E714-72C0400DF9D4}"/>
          </ac:spMkLst>
        </pc:spChg>
      </pc:sldChg>
      <pc:sldChg chg="new del">
        <pc:chgData name="totoka 3710" userId="fbb77386e644ec64" providerId="LiveId" clId="{99908158-1523-4D89-8225-504124C78188}" dt="2025-09-26T05:07:45.547" v="32402" actId="680"/>
        <pc:sldMkLst>
          <pc:docMk/>
          <pc:sldMk cId="3988570793" sldId="335"/>
        </pc:sldMkLst>
      </pc:sldChg>
      <pc:sldChg chg="addSp delSp modSp add mod">
        <pc:chgData name="totoka 3710" userId="fbb77386e644ec64" providerId="LiveId" clId="{99908158-1523-4D89-8225-504124C78188}" dt="2025-09-26T15:25:12.085" v="37611" actId="1037"/>
        <pc:sldMkLst>
          <pc:docMk/>
          <pc:sldMk cId="1800304358" sldId="336"/>
        </pc:sldMkLst>
        <pc:spChg chg="add mod">
          <ac:chgData name="totoka 3710" userId="fbb77386e644ec64" providerId="LiveId" clId="{99908158-1523-4D89-8225-504124C78188}" dt="2025-09-26T15:25:12.085" v="37611" actId="1037"/>
          <ac:spMkLst>
            <pc:docMk/>
            <pc:sldMk cId="1800304358" sldId="336"/>
            <ac:spMk id="13" creationId="{1B0844D7-85AF-6539-DAA1-865F273B69D2}"/>
          </ac:spMkLst>
        </pc:spChg>
        <pc:spChg chg="add mod">
          <ac:chgData name="totoka 3710" userId="fbb77386e644ec64" providerId="LiveId" clId="{99908158-1523-4D89-8225-504124C78188}" dt="2025-09-26T15:25:12.085" v="37611" actId="1037"/>
          <ac:spMkLst>
            <pc:docMk/>
            <pc:sldMk cId="1800304358" sldId="336"/>
            <ac:spMk id="14" creationId="{9AA3900A-3DFB-703E-6996-1273768C91C7}"/>
          </ac:spMkLst>
        </pc:spChg>
        <pc:spChg chg="add mod">
          <ac:chgData name="totoka 3710" userId="fbb77386e644ec64" providerId="LiveId" clId="{99908158-1523-4D89-8225-504124C78188}" dt="2025-09-26T15:25:12.085" v="37611" actId="1037"/>
          <ac:spMkLst>
            <pc:docMk/>
            <pc:sldMk cId="1800304358" sldId="336"/>
            <ac:spMk id="15" creationId="{00335654-A769-D9F0-7DDE-C7DA8F5F6D1F}"/>
          </ac:spMkLst>
        </pc:spChg>
        <pc:spChg chg="add mod">
          <ac:chgData name="totoka 3710" userId="fbb77386e644ec64" providerId="LiveId" clId="{99908158-1523-4D89-8225-504124C78188}" dt="2025-09-26T15:25:12.085" v="37611" actId="1037"/>
          <ac:spMkLst>
            <pc:docMk/>
            <pc:sldMk cId="1800304358" sldId="336"/>
            <ac:spMk id="16" creationId="{70C17390-4501-D3D6-C1DA-1AF38E6BBCE4}"/>
          </ac:spMkLst>
        </pc:spChg>
        <pc:spChg chg="add mod">
          <ac:chgData name="totoka 3710" userId="fbb77386e644ec64" providerId="LiveId" clId="{99908158-1523-4D89-8225-504124C78188}" dt="2025-09-26T15:25:12.085" v="37611" actId="1037"/>
          <ac:spMkLst>
            <pc:docMk/>
            <pc:sldMk cId="1800304358" sldId="336"/>
            <ac:spMk id="17" creationId="{0A80A90D-4CB1-5F03-AD1B-51BD6B0AE065}"/>
          </ac:spMkLst>
        </pc:spChg>
        <pc:spChg chg="add mod">
          <ac:chgData name="totoka 3710" userId="fbb77386e644ec64" providerId="LiveId" clId="{99908158-1523-4D89-8225-504124C78188}" dt="2025-09-26T15:25:12.085" v="37611" actId="1037"/>
          <ac:spMkLst>
            <pc:docMk/>
            <pc:sldMk cId="1800304358" sldId="336"/>
            <ac:spMk id="18" creationId="{724CBE6A-2CD3-9BD8-9C0B-5E0A7A878B47}"/>
          </ac:spMkLst>
        </pc:spChg>
        <pc:spChg chg="add mod">
          <ac:chgData name="totoka 3710" userId="fbb77386e644ec64" providerId="LiveId" clId="{99908158-1523-4D89-8225-504124C78188}" dt="2025-09-26T15:25:12.085" v="37611" actId="1037"/>
          <ac:spMkLst>
            <pc:docMk/>
            <pc:sldMk cId="1800304358" sldId="336"/>
            <ac:spMk id="19" creationId="{B606F08F-803F-DA18-B5C3-FAF2EE2173BC}"/>
          </ac:spMkLst>
        </pc:spChg>
        <pc:spChg chg="add mod">
          <ac:chgData name="totoka 3710" userId="fbb77386e644ec64" providerId="LiveId" clId="{99908158-1523-4D89-8225-504124C78188}" dt="2025-09-26T15:25:12.085" v="37611" actId="1037"/>
          <ac:spMkLst>
            <pc:docMk/>
            <pc:sldMk cId="1800304358" sldId="336"/>
            <ac:spMk id="20" creationId="{BE701513-F74A-CE46-1CD9-D7A979F0BB73}"/>
          </ac:spMkLst>
        </pc:spChg>
      </pc:sldChg>
      <pc:sldChg chg="addSp delSp modSp add mod modTransition">
        <pc:chgData name="totoka 3710" userId="fbb77386e644ec64" providerId="LiveId" clId="{99908158-1523-4D89-8225-504124C78188}" dt="2025-09-26T15:51:25.134" v="38437"/>
        <pc:sldMkLst>
          <pc:docMk/>
          <pc:sldMk cId="4217584658" sldId="337"/>
        </pc:sldMkLst>
        <pc:spChg chg="add mod">
          <ac:chgData name="totoka 3710" userId="fbb77386e644ec64" providerId="LiveId" clId="{99908158-1523-4D89-8225-504124C78188}" dt="2025-09-26T06:05:07.447" v="33931" actId="1038"/>
          <ac:spMkLst>
            <pc:docMk/>
            <pc:sldMk cId="4217584658" sldId="337"/>
            <ac:spMk id="8" creationId="{6EAB57B3-C22F-3607-AE61-8F9FD01F8A6F}"/>
          </ac:spMkLst>
        </pc:spChg>
      </pc:sldChg>
      <pc:sldChg chg="addSp delSp modSp add del mod">
        <pc:chgData name="totoka 3710" userId="fbb77386e644ec64" providerId="LiveId" clId="{99908158-1523-4D89-8225-504124C78188}" dt="2025-09-26T15:23:39.830" v="37432" actId="47"/>
        <pc:sldMkLst>
          <pc:docMk/>
          <pc:sldMk cId="1506960209" sldId="338"/>
        </pc:sldMkLst>
      </pc:sldChg>
      <pc:sldChg chg="add del">
        <pc:chgData name="totoka 3710" userId="fbb77386e644ec64" providerId="LiveId" clId="{99908158-1523-4D89-8225-504124C78188}" dt="2025-09-26T06:02:05.057" v="33789" actId="47"/>
        <pc:sldMkLst>
          <pc:docMk/>
          <pc:sldMk cId="3119831334" sldId="338"/>
        </pc:sldMkLst>
      </pc:sldChg>
      <pc:sldChg chg="addSp delSp modSp add del mod">
        <pc:chgData name="totoka 3710" userId="fbb77386e644ec64" providerId="LiveId" clId="{99908158-1523-4D89-8225-504124C78188}" dt="2025-09-26T15:24:17.916" v="37436" actId="47"/>
        <pc:sldMkLst>
          <pc:docMk/>
          <pc:sldMk cId="1592077360" sldId="339"/>
        </pc:sldMkLst>
      </pc:sldChg>
      <pc:sldChg chg="addSp delSp modSp add del mod modTransition">
        <pc:chgData name="totoka 3710" userId="fbb77386e644ec64" providerId="LiveId" clId="{99908158-1523-4D89-8225-504124C78188}" dt="2025-09-28T13:39:41.827" v="38599" actId="14100"/>
        <pc:sldMkLst>
          <pc:docMk/>
          <pc:sldMk cId="1454030022" sldId="340"/>
        </pc:sldMkLst>
        <pc:spChg chg="ord">
          <ac:chgData name="totoka 3710" userId="fbb77386e644ec64" providerId="LiveId" clId="{99908158-1523-4D89-8225-504124C78188}" dt="2025-09-26T14:43:17.387" v="35710" actId="13244"/>
          <ac:spMkLst>
            <pc:docMk/>
            <pc:sldMk cId="1454030022" sldId="340"/>
            <ac:spMk id="9" creationId="{AD16A6AD-3778-8F80-9336-019F954BD169}"/>
          </ac:spMkLst>
        </pc:spChg>
        <pc:spChg chg="add mod">
          <ac:chgData name="totoka 3710" userId="fbb77386e644ec64" providerId="LiveId" clId="{99908158-1523-4D89-8225-504124C78188}" dt="2025-09-26T15:06:37.369" v="37147" actId="20577"/>
          <ac:spMkLst>
            <pc:docMk/>
            <pc:sldMk cId="1454030022" sldId="340"/>
            <ac:spMk id="10" creationId="{98533261-20CD-BD78-C09F-409F774A3178}"/>
          </ac:spMkLst>
        </pc:spChg>
        <pc:spChg chg="mod modVis">
          <ac:chgData name="totoka 3710" userId="fbb77386e644ec64" providerId="LiveId" clId="{99908158-1523-4D89-8225-504124C78188}" dt="2025-09-26T15:15:31.705" v="37402" actId="14430"/>
          <ac:spMkLst>
            <pc:docMk/>
            <pc:sldMk cId="1454030022" sldId="340"/>
            <ac:spMk id="14" creationId="{A3E509BF-4FF7-36F8-6434-F0A0BB498CF6}"/>
          </ac:spMkLst>
        </pc:spChg>
        <pc:spChg chg="mod modVis">
          <ac:chgData name="totoka 3710" userId="fbb77386e644ec64" providerId="LiveId" clId="{99908158-1523-4D89-8225-504124C78188}" dt="2025-09-26T15:15:25.655" v="37399" actId="14430"/>
          <ac:spMkLst>
            <pc:docMk/>
            <pc:sldMk cId="1454030022" sldId="340"/>
            <ac:spMk id="15" creationId="{2E4FECAA-C672-452E-DAB6-9C51E4D1150C}"/>
          </ac:spMkLst>
        </pc:spChg>
        <pc:spChg chg="mod modVis">
          <ac:chgData name="totoka 3710" userId="fbb77386e644ec64" providerId="LiveId" clId="{99908158-1523-4D89-8225-504124C78188}" dt="2025-09-26T15:15:23.869" v="37398" actId="14430"/>
          <ac:spMkLst>
            <pc:docMk/>
            <pc:sldMk cId="1454030022" sldId="340"/>
            <ac:spMk id="16" creationId="{231C7E8D-2C00-1522-9073-3940AEA661D5}"/>
          </ac:spMkLst>
        </pc:spChg>
        <pc:spChg chg="mod modVis">
          <ac:chgData name="totoka 3710" userId="fbb77386e644ec64" providerId="LiveId" clId="{99908158-1523-4D89-8225-504124C78188}" dt="2025-09-26T15:15:22.036" v="37397" actId="14430"/>
          <ac:spMkLst>
            <pc:docMk/>
            <pc:sldMk cId="1454030022" sldId="340"/>
            <ac:spMk id="17" creationId="{6D835F80-3FB4-C7AB-B48C-40C473BA9E91}"/>
          </ac:spMkLst>
        </pc:spChg>
        <pc:spChg chg="mod modVis">
          <ac:chgData name="totoka 3710" userId="fbb77386e644ec64" providerId="LiveId" clId="{99908158-1523-4D89-8225-504124C78188}" dt="2025-09-26T15:15:20.087" v="37396" actId="14430"/>
          <ac:spMkLst>
            <pc:docMk/>
            <pc:sldMk cId="1454030022" sldId="340"/>
            <ac:spMk id="18" creationId="{2A047485-F912-A7D6-40F4-36EE5E0E5D03}"/>
          </ac:spMkLst>
        </pc:spChg>
        <pc:spChg chg="mod modVis">
          <ac:chgData name="totoka 3710" userId="fbb77386e644ec64" providerId="LiveId" clId="{99908158-1523-4D89-8225-504124C78188}" dt="2025-09-26T15:15:18.565" v="37395" actId="14430"/>
          <ac:spMkLst>
            <pc:docMk/>
            <pc:sldMk cId="1454030022" sldId="340"/>
            <ac:spMk id="19" creationId="{940488B4-F671-012D-D5D8-F3AD996DD836}"/>
          </ac:spMkLst>
        </pc:spChg>
        <pc:spChg chg="mod modVis">
          <ac:chgData name="totoka 3710" userId="fbb77386e644ec64" providerId="LiveId" clId="{99908158-1523-4D89-8225-504124C78188}" dt="2025-09-26T15:15:17.027" v="37394" actId="14430"/>
          <ac:spMkLst>
            <pc:docMk/>
            <pc:sldMk cId="1454030022" sldId="340"/>
            <ac:spMk id="20" creationId="{1DF4B130-DEED-F25E-D207-5C83C110AC4C}"/>
          </ac:spMkLst>
        </pc:spChg>
        <pc:spChg chg="mod modVis">
          <ac:chgData name="totoka 3710" userId="fbb77386e644ec64" providerId="LiveId" clId="{99908158-1523-4D89-8225-504124C78188}" dt="2025-09-26T15:15:15.715" v="37393" actId="14430"/>
          <ac:spMkLst>
            <pc:docMk/>
            <pc:sldMk cId="1454030022" sldId="340"/>
            <ac:spMk id="21" creationId="{787CDF01-3576-0618-EEFF-D21B6AC869B4}"/>
          </ac:spMkLst>
        </pc:spChg>
        <pc:spChg chg="mod modVis">
          <ac:chgData name="totoka 3710" userId="fbb77386e644ec64" providerId="LiveId" clId="{99908158-1523-4D89-8225-504124C78188}" dt="2025-09-26T15:15:12.195" v="37392" actId="14430"/>
          <ac:spMkLst>
            <pc:docMk/>
            <pc:sldMk cId="1454030022" sldId="340"/>
            <ac:spMk id="22" creationId="{CC50CB6A-F52F-FD33-1739-27C9A8A554BF}"/>
          </ac:spMkLst>
        </pc:spChg>
        <pc:spChg chg="mod modVis">
          <ac:chgData name="totoka 3710" userId="fbb77386e644ec64" providerId="LiveId" clId="{99908158-1523-4D89-8225-504124C78188}" dt="2025-09-26T15:15:09.303" v="37391" actId="14430"/>
          <ac:spMkLst>
            <pc:docMk/>
            <pc:sldMk cId="1454030022" sldId="340"/>
            <ac:spMk id="23" creationId="{428216CB-7082-326C-70B3-A451FF63C1C2}"/>
          </ac:spMkLst>
        </pc:spChg>
        <pc:spChg chg="mod modVis">
          <ac:chgData name="totoka 3710" userId="fbb77386e644ec64" providerId="LiveId" clId="{99908158-1523-4D89-8225-504124C78188}" dt="2025-09-26T15:15:07.077" v="37390" actId="14430"/>
          <ac:spMkLst>
            <pc:docMk/>
            <pc:sldMk cId="1454030022" sldId="340"/>
            <ac:spMk id="24" creationId="{A5B034A0-4A10-45CF-8DBE-2271E4A02018}"/>
          </ac:spMkLst>
        </pc:spChg>
        <pc:spChg chg="mod modVis">
          <ac:chgData name="totoka 3710" userId="fbb77386e644ec64" providerId="LiveId" clId="{99908158-1523-4D89-8225-504124C78188}" dt="2025-09-26T15:15:05.508" v="37389" actId="14430"/>
          <ac:spMkLst>
            <pc:docMk/>
            <pc:sldMk cId="1454030022" sldId="340"/>
            <ac:spMk id="25" creationId="{E9B5AA7E-CD5D-594F-9292-391E3F318BB9}"/>
          </ac:spMkLst>
        </pc:spChg>
        <pc:spChg chg="mod modVis">
          <ac:chgData name="totoka 3710" userId="fbb77386e644ec64" providerId="LiveId" clId="{99908158-1523-4D89-8225-504124C78188}" dt="2025-09-26T15:15:03.593" v="37388" actId="14430"/>
          <ac:spMkLst>
            <pc:docMk/>
            <pc:sldMk cId="1454030022" sldId="340"/>
            <ac:spMk id="26" creationId="{19752866-F892-7EC2-BFBD-177B6E275429}"/>
          </ac:spMkLst>
        </pc:spChg>
        <pc:spChg chg="add mod">
          <ac:chgData name="totoka 3710" userId="fbb77386e644ec64" providerId="LiveId" clId="{99908158-1523-4D89-8225-504124C78188}" dt="2025-09-26T15:35:50.266" v="38209" actId="1035"/>
          <ac:spMkLst>
            <pc:docMk/>
            <pc:sldMk cId="1454030022" sldId="340"/>
            <ac:spMk id="29" creationId="{CB1A7394-9174-E105-F31D-61557F924529}"/>
          </ac:spMkLst>
        </pc:spChg>
        <pc:spChg chg="mod">
          <ac:chgData name="totoka 3710" userId="fbb77386e644ec64" providerId="LiveId" clId="{99908158-1523-4D89-8225-504124C78188}" dt="2025-09-28T13:39:38.665" v="38598" actId="20577"/>
          <ac:spMkLst>
            <pc:docMk/>
            <pc:sldMk cId="1454030022" sldId="340"/>
            <ac:spMk id="30" creationId="{64BBC4F4-8F1F-9BA0-A8E7-D7ADAF7F9AB2}"/>
          </ac:spMkLst>
        </pc:spChg>
        <pc:spChg chg="mod">
          <ac:chgData name="totoka 3710" userId="fbb77386e644ec64" providerId="LiveId" clId="{99908158-1523-4D89-8225-504124C78188}" dt="2025-09-26T14:45:02.582" v="35726" actId="122"/>
          <ac:spMkLst>
            <pc:docMk/>
            <pc:sldMk cId="1454030022" sldId="340"/>
            <ac:spMk id="31" creationId="{5058981B-DFAB-26D5-BF50-0FA1E9C74202}"/>
          </ac:spMkLst>
        </pc:spChg>
        <pc:spChg chg="mod">
          <ac:chgData name="totoka 3710" userId="fbb77386e644ec64" providerId="LiveId" clId="{99908158-1523-4D89-8225-504124C78188}" dt="2025-09-26T14:45:02.582" v="35726" actId="122"/>
          <ac:spMkLst>
            <pc:docMk/>
            <pc:sldMk cId="1454030022" sldId="340"/>
            <ac:spMk id="32" creationId="{96EE0772-D55F-1A0A-FCEC-7F186CD5B4A2}"/>
          </ac:spMkLst>
        </pc:spChg>
        <pc:spChg chg="mod">
          <ac:chgData name="totoka 3710" userId="fbb77386e644ec64" providerId="LiveId" clId="{99908158-1523-4D89-8225-504124C78188}" dt="2025-09-26T14:47:09.669" v="35860" actId="115"/>
          <ac:spMkLst>
            <pc:docMk/>
            <pc:sldMk cId="1454030022" sldId="340"/>
            <ac:spMk id="33" creationId="{4C654F2C-6E4A-8C0C-462F-CB28D8943B90}"/>
          </ac:spMkLst>
        </pc:spChg>
        <pc:spChg chg="mod">
          <ac:chgData name="totoka 3710" userId="fbb77386e644ec64" providerId="LiveId" clId="{99908158-1523-4D89-8225-504124C78188}" dt="2025-09-26T14:45:02.582" v="35726" actId="122"/>
          <ac:spMkLst>
            <pc:docMk/>
            <pc:sldMk cId="1454030022" sldId="340"/>
            <ac:spMk id="34" creationId="{871A184F-6128-DF97-6844-46D5922D5448}"/>
          </ac:spMkLst>
        </pc:spChg>
        <pc:spChg chg="mod">
          <ac:chgData name="totoka 3710" userId="fbb77386e644ec64" providerId="LiveId" clId="{99908158-1523-4D89-8225-504124C78188}" dt="2025-09-26T14:45:02.582" v="35726" actId="122"/>
          <ac:spMkLst>
            <pc:docMk/>
            <pc:sldMk cId="1454030022" sldId="340"/>
            <ac:spMk id="35" creationId="{5FD8F6CF-FC03-790B-752D-1EB20BC5C162}"/>
          </ac:spMkLst>
        </pc:spChg>
        <pc:grpChg chg="add mod ord">
          <ac:chgData name="totoka 3710" userId="fbb77386e644ec64" providerId="LiveId" clId="{99908158-1523-4D89-8225-504124C78188}" dt="2025-09-28T13:39:41.827" v="38599" actId="14100"/>
          <ac:grpSpMkLst>
            <pc:docMk/>
            <pc:sldMk cId="1454030022" sldId="340"/>
            <ac:grpSpMk id="8" creationId="{60DCB26A-4FE5-01CF-AD23-92CD9E4FB4D2}"/>
          </ac:grpSpMkLst>
        </pc:grpChg>
        <pc:picChg chg="add mod ord modVis">
          <ac:chgData name="totoka 3710" userId="fbb77386e644ec64" providerId="LiveId" clId="{99908158-1523-4D89-8225-504124C78188}" dt="2025-09-26T14:58:14.053" v="36914"/>
          <ac:picMkLst>
            <pc:docMk/>
            <pc:sldMk cId="1454030022" sldId="340"/>
            <ac:picMk id="5" creationId="{08A6B05A-B523-B384-EB16-F088F592359C}"/>
          </ac:picMkLst>
        </pc:picChg>
      </pc:sldChg>
      <pc:sldChg chg="addSp delSp modSp add mod ord modTransition">
        <pc:chgData name="totoka 3710" userId="fbb77386e644ec64" providerId="LiveId" clId="{99908158-1523-4D89-8225-504124C78188}" dt="2025-09-28T13:39:02.048" v="38595" actId="11529"/>
        <pc:sldMkLst>
          <pc:docMk/>
          <pc:sldMk cId="1119460519" sldId="341"/>
        </pc:sldMkLst>
        <pc:spChg chg="add del">
          <ac:chgData name="totoka 3710" userId="fbb77386e644ec64" providerId="LiveId" clId="{99908158-1523-4D89-8225-504124C78188}" dt="2025-09-28T13:39:02.048" v="38595" actId="11529"/>
          <ac:spMkLst>
            <pc:docMk/>
            <pc:sldMk cId="1119460519" sldId="341"/>
            <ac:spMk id="4" creationId="{5E4BF6C4-6E2E-C348-466A-8584FE1E0E72}"/>
          </ac:spMkLst>
        </pc:spChg>
        <pc:spChg chg="add del mod">
          <ac:chgData name="totoka 3710" userId="fbb77386e644ec64" providerId="LiveId" clId="{99908158-1523-4D89-8225-504124C78188}" dt="2025-09-26T15:08:54.771" v="37309"/>
          <ac:spMkLst>
            <pc:docMk/>
            <pc:sldMk cId="1119460519" sldId="341"/>
            <ac:spMk id="10" creationId="{3F4D66A7-2464-343C-0EF5-D3E8CBFA292F}"/>
          </ac:spMkLst>
        </pc:spChg>
        <pc:spChg chg="mod modVis">
          <ac:chgData name="totoka 3710" userId="fbb77386e644ec64" providerId="LiveId" clId="{99908158-1523-4D89-8225-504124C78188}" dt="2025-09-26T15:14:37.635" v="37386" actId="14429"/>
          <ac:spMkLst>
            <pc:docMk/>
            <pc:sldMk cId="1119460519" sldId="341"/>
            <ac:spMk id="13" creationId="{CC8A897B-D20C-52AC-08D7-3D963518A93C}"/>
          </ac:spMkLst>
        </pc:spChg>
        <pc:spChg chg="mod modVis">
          <ac:chgData name="totoka 3710" userId="fbb77386e644ec64" providerId="LiveId" clId="{99908158-1523-4D89-8225-504124C78188}" dt="2025-09-26T15:14:34.095" v="37384" actId="14430"/>
          <ac:spMkLst>
            <pc:docMk/>
            <pc:sldMk cId="1119460519" sldId="341"/>
            <ac:spMk id="14" creationId="{6AF64C07-63FC-796A-23F0-BF3A9A39ADE8}"/>
          </ac:spMkLst>
        </pc:spChg>
        <pc:spChg chg="mod modVis">
          <ac:chgData name="totoka 3710" userId="fbb77386e644ec64" providerId="LiveId" clId="{99908158-1523-4D89-8225-504124C78188}" dt="2025-09-26T15:14:31.892" v="37383" actId="14430"/>
          <ac:spMkLst>
            <pc:docMk/>
            <pc:sldMk cId="1119460519" sldId="341"/>
            <ac:spMk id="15" creationId="{C75DB67A-2A9D-FD51-F0BC-25E80A63882F}"/>
          </ac:spMkLst>
        </pc:spChg>
        <pc:spChg chg="mod modVis">
          <ac:chgData name="totoka 3710" userId="fbb77386e644ec64" providerId="LiveId" clId="{99908158-1523-4D89-8225-504124C78188}" dt="2025-09-26T15:14:29.986" v="37382" actId="14430"/>
          <ac:spMkLst>
            <pc:docMk/>
            <pc:sldMk cId="1119460519" sldId="341"/>
            <ac:spMk id="16" creationId="{15296B3C-1906-FDD6-3BF3-BE1427843DD9}"/>
          </ac:spMkLst>
        </pc:spChg>
        <pc:spChg chg="mod modVis">
          <ac:chgData name="totoka 3710" userId="fbb77386e644ec64" providerId="LiveId" clId="{99908158-1523-4D89-8225-504124C78188}" dt="2025-09-26T15:14:27.453" v="37381" actId="14430"/>
          <ac:spMkLst>
            <pc:docMk/>
            <pc:sldMk cId="1119460519" sldId="341"/>
            <ac:spMk id="17" creationId="{111D1701-FB05-8956-B861-8E89EF0D7790}"/>
          </ac:spMkLst>
        </pc:spChg>
        <pc:spChg chg="mod modVis">
          <ac:chgData name="totoka 3710" userId="fbb77386e644ec64" providerId="LiveId" clId="{99908158-1523-4D89-8225-504124C78188}" dt="2025-09-26T15:14:26.012" v="37380" actId="14430"/>
          <ac:spMkLst>
            <pc:docMk/>
            <pc:sldMk cId="1119460519" sldId="341"/>
            <ac:spMk id="18" creationId="{69873BD3-D57B-F665-8186-55EB82C33D7B}"/>
          </ac:spMkLst>
        </pc:spChg>
        <pc:spChg chg="mod modVis">
          <ac:chgData name="totoka 3710" userId="fbb77386e644ec64" providerId="LiveId" clId="{99908158-1523-4D89-8225-504124C78188}" dt="2025-09-26T15:14:22.936" v="37379" actId="14430"/>
          <ac:spMkLst>
            <pc:docMk/>
            <pc:sldMk cId="1119460519" sldId="341"/>
            <ac:spMk id="19" creationId="{E084F586-7C62-31FB-496A-B3A297582CB7}"/>
          </ac:spMkLst>
        </pc:spChg>
        <pc:spChg chg="mod modVis">
          <ac:chgData name="totoka 3710" userId="fbb77386e644ec64" providerId="LiveId" clId="{99908158-1523-4D89-8225-504124C78188}" dt="2025-09-26T15:14:18.271" v="37378" actId="14430"/>
          <ac:spMkLst>
            <pc:docMk/>
            <pc:sldMk cId="1119460519" sldId="341"/>
            <ac:spMk id="20" creationId="{D61D13DB-D3F4-04DA-57F0-1C8BAD69BF50}"/>
          </ac:spMkLst>
        </pc:spChg>
        <pc:spChg chg="mod modVis">
          <ac:chgData name="totoka 3710" userId="fbb77386e644ec64" providerId="LiveId" clId="{99908158-1523-4D89-8225-504124C78188}" dt="2025-09-26T15:14:16.158" v="37377" actId="14430"/>
          <ac:spMkLst>
            <pc:docMk/>
            <pc:sldMk cId="1119460519" sldId="341"/>
            <ac:spMk id="21" creationId="{DE7542E5-4AC2-B6C2-C545-31A0E1820B9E}"/>
          </ac:spMkLst>
        </pc:spChg>
        <pc:spChg chg="mod modVis">
          <ac:chgData name="totoka 3710" userId="fbb77386e644ec64" providerId="LiveId" clId="{99908158-1523-4D89-8225-504124C78188}" dt="2025-09-26T15:14:13.498" v="37376" actId="14430"/>
          <ac:spMkLst>
            <pc:docMk/>
            <pc:sldMk cId="1119460519" sldId="341"/>
            <ac:spMk id="22" creationId="{614936D8-0AC5-68BC-965C-04E3AD7DA54D}"/>
          </ac:spMkLst>
        </pc:spChg>
        <pc:spChg chg="mod modVis">
          <ac:chgData name="totoka 3710" userId="fbb77386e644ec64" providerId="LiveId" clId="{99908158-1523-4D89-8225-504124C78188}" dt="2025-09-26T15:14:11.791" v="37375" actId="14430"/>
          <ac:spMkLst>
            <pc:docMk/>
            <pc:sldMk cId="1119460519" sldId="341"/>
            <ac:spMk id="23" creationId="{5F2D3702-1385-6447-B29A-828688359FE0}"/>
          </ac:spMkLst>
        </pc:spChg>
        <pc:spChg chg="mod modVis">
          <ac:chgData name="totoka 3710" userId="fbb77386e644ec64" providerId="LiveId" clId="{99908158-1523-4D89-8225-504124C78188}" dt="2025-09-26T15:14:09.588" v="37374" actId="14430"/>
          <ac:spMkLst>
            <pc:docMk/>
            <pc:sldMk cId="1119460519" sldId="341"/>
            <ac:spMk id="24" creationId="{E36068DB-7C3C-EB07-506A-3C56F6BC588A}"/>
          </ac:spMkLst>
        </pc:spChg>
        <pc:spChg chg="mod modVis">
          <ac:chgData name="totoka 3710" userId="fbb77386e644ec64" providerId="LiveId" clId="{99908158-1523-4D89-8225-504124C78188}" dt="2025-09-26T15:14:07.569" v="37373" actId="14430"/>
          <ac:spMkLst>
            <pc:docMk/>
            <pc:sldMk cId="1119460519" sldId="341"/>
            <ac:spMk id="25" creationId="{414C97FC-E22B-BA48-9C45-D3A180D96DAB}"/>
          </ac:spMkLst>
        </pc:spChg>
        <pc:spChg chg="mod modVis">
          <ac:chgData name="totoka 3710" userId="fbb77386e644ec64" providerId="LiveId" clId="{99908158-1523-4D89-8225-504124C78188}" dt="2025-09-26T15:14:05.976" v="37372" actId="14430"/>
          <ac:spMkLst>
            <pc:docMk/>
            <pc:sldMk cId="1119460519" sldId="341"/>
            <ac:spMk id="26" creationId="{98B31D2C-223A-67B7-8EDB-5CE68BC60DCB}"/>
          </ac:spMkLst>
        </pc:spChg>
      </pc:sldChg>
      <pc:sldChg chg="addSp delSp modSp add del mod modTransition modShow">
        <pc:chgData name="totoka 3710" userId="fbb77386e644ec64" providerId="LiveId" clId="{99908158-1523-4D89-8225-504124C78188}" dt="2025-09-26T15:37:52.189" v="38219" actId="47"/>
        <pc:sldMkLst>
          <pc:docMk/>
          <pc:sldMk cId="503800191" sldId="342"/>
        </pc:sldMkLst>
      </pc:sldChg>
      <pc:sldChg chg="add del ord modTransition">
        <pc:chgData name="totoka 3710" userId="fbb77386e644ec64" providerId="LiveId" clId="{99908158-1523-4D89-8225-504124C78188}" dt="2025-09-26T15:10:06.276" v="37319" actId="47"/>
        <pc:sldMkLst>
          <pc:docMk/>
          <pc:sldMk cId="2288063375" sldId="342"/>
        </pc:sldMkLst>
      </pc:sldChg>
      <pc:sldChg chg="add del">
        <pc:chgData name="totoka 3710" userId="fbb77386e644ec64" providerId="LiveId" clId="{99908158-1523-4D89-8225-504124C78188}" dt="2025-09-26T15:09:53.426" v="37317" actId="2890"/>
        <pc:sldMkLst>
          <pc:docMk/>
          <pc:sldMk cId="2008078154" sldId="343"/>
        </pc:sldMkLst>
      </pc:sldChg>
      <pc:sldChg chg="delSp modSp add mod">
        <pc:chgData name="totoka 3710" userId="fbb77386e644ec64" providerId="LiveId" clId="{99908158-1523-4D89-8225-504124C78188}" dt="2025-09-26T15:30:27.574" v="37867" actId="1036"/>
        <pc:sldMkLst>
          <pc:docMk/>
          <pc:sldMk cId="2115227750" sldId="343"/>
        </pc:sldMkLst>
        <pc:spChg chg="mod">
          <ac:chgData name="totoka 3710" userId="fbb77386e644ec64" providerId="LiveId" clId="{99908158-1523-4D89-8225-504124C78188}" dt="2025-09-26T15:30:27.574" v="37867" actId="1036"/>
          <ac:spMkLst>
            <pc:docMk/>
            <pc:sldMk cId="2115227750" sldId="343"/>
            <ac:spMk id="2" creationId="{87A1F86A-35E8-BC4A-A068-02B61D5FEC21}"/>
          </ac:spMkLst>
        </pc:spChg>
        <pc:spChg chg="mod">
          <ac:chgData name="totoka 3710" userId="fbb77386e644ec64" providerId="LiveId" clId="{99908158-1523-4D89-8225-504124C78188}" dt="2025-09-26T15:30:27.574" v="37867" actId="1036"/>
          <ac:spMkLst>
            <pc:docMk/>
            <pc:sldMk cId="2115227750" sldId="343"/>
            <ac:spMk id="3" creationId="{FF314648-67F1-CF64-29FE-BD8B88EA1957}"/>
          </ac:spMkLst>
        </pc:spChg>
        <pc:spChg chg="mod">
          <ac:chgData name="totoka 3710" userId="fbb77386e644ec64" providerId="LiveId" clId="{99908158-1523-4D89-8225-504124C78188}" dt="2025-09-26T15:30:27.574" v="37867" actId="1036"/>
          <ac:spMkLst>
            <pc:docMk/>
            <pc:sldMk cId="2115227750" sldId="343"/>
            <ac:spMk id="6" creationId="{49687420-294F-EEAF-C805-5CA44079FDB5}"/>
          </ac:spMkLst>
        </pc:spChg>
        <pc:spChg chg="mod">
          <ac:chgData name="totoka 3710" userId="fbb77386e644ec64" providerId="LiveId" clId="{99908158-1523-4D89-8225-504124C78188}" dt="2025-09-26T15:30:27.574" v="37867" actId="1036"/>
          <ac:spMkLst>
            <pc:docMk/>
            <pc:sldMk cId="2115227750" sldId="343"/>
            <ac:spMk id="7" creationId="{47BA7274-0352-8EFC-41BD-5BBC37660A7F}"/>
          </ac:spMkLst>
        </pc:spChg>
      </pc:sldChg>
      <pc:sldMasterChg chg="modSp modSldLayout">
        <pc:chgData name="totoka 3710" userId="fbb77386e644ec64" providerId="LiveId" clId="{99908158-1523-4D89-8225-504124C78188}" dt="2025-09-16T14:25:19.143" v="8161" actId="735"/>
        <pc:sldMasterMkLst>
          <pc:docMk/>
          <pc:sldMasterMk cId="28633758" sldId="2147483648"/>
        </pc:sldMasterMkLst>
        <pc:sldLayoutChg chg="modSp">
          <pc:chgData name="totoka 3710" userId="fbb77386e644ec64" providerId="LiveId" clId="{99908158-1523-4D89-8225-504124C78188}" dt="2025-09-16T14:25:11.692" v="8160" actId="735"/>
          <pc:sldLayoutMkLst>
            <pc:docMk/>
            <pc:sldMasterMk cId="28633758" sldId="2147483648"/>
            <pc:sldLayoutMk cId="1049282548" sldId="214748364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okat\Downloads\SHOUN%20POSTER%20FINDER&#12450;&#12531;&#12465;&#12540;&#12488;&#65288;&#22238;&#31572;&#65289;.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134E-4CF5-82A6-E0F808779103}"/>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5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C-134E-4CF5-82A6-E0F808779103}"/>
              </c:ext>
            </c:extLst>
          </c:dPt>
          <c:dPt>
            <c:idx val="3"/>
            <c:invertIfNegative val="0"/>
            <c:bubble3D val="0"/>
            <c:spPr>
              <a:solidFill>
                <a:schemeClr val="accent5">
                  <a:lumMod val="5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134E-4CF5-82A6-E0F808779103}"/>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5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C-134E-4CF5-82A6-E0F808779103}"/>
              </c:ext>
            </c:extLst>
          </c:dPt>
          <c:dPt>
            <c:idx val="3"/>
            <c:invertIfNegative val="0"/>
            <c:bubble3D val="0"/>
            <c:spPr>
              <a:solidFill>
                <a:schemeClr val="accent5">
                  <a:lumMod val="5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5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B-134E-4CF5-82A6-E0F808779103}"/>
              </c:ext>
            </c:extLst>
          </c:dPt>
          <c:dPt>
            <c:idx val="3"/>
            <c:invertIfNegative val="0"/>
            <c:bubble3D val="0"/>
            <c:spPr>
              <a:solidFill>
                <a:schemeClr val="accent1">
                  <a:lumMod val="5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5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C-134E-4CF5-82A6-E0F808779103}"/>
              </c:ext>
            </c:extLst>
          </c:dPt>
          <c:dPt>
            <c:idx val="3"/>
            <c:invertIfNegative val="0"/>
            <c:bubble3D val="0"/>
            <c:spPr>
              <a:solidFill>
                <a:schemeClr val="accent5">
                  <a:lumMod val="5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3"/>
            <c:invertIfNegative val="0"/>
            <c:bubble3D val="0"/>
            <c:spPr>
              <a:solidFill>
                <a:schemeClr val="accent6">
                  <a:lumMod val="5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r>
              <a:rPr lang="en-US" altLang="ja-JP" dirty="0"/>
              <a:t>22</a:t>
            </a:r>
            <a:r>
              <a:rPr lang="ja-JP" altLang="en-US" dirty="0"/>
              <a:t>回生</a:t>
            </a:r>
            <a:r>
              <a:rPr lang="ja-JP" dirty="0"/>
              <a:t>の検索システムを使ったの感想の割合</a:t>
            </a:r>
            <a:endParaRPr lang="en-US" dirty="0"/>
          </a:p>
        </c:rich>
      </c:tx>
      <c:layout>
        <c:manualLayout>
          <c:xMode val="edge"/>
          <c:yMode val="edge"/>
          <c:x val="0.28125002424370449"/>
          <c:y val="0.906954108827839"/>
        </c:manualLayout>
      </c:layout>
      <c:overlay val="0"/>
      <c:spPr>
        <a:noFill/>
        <a:ln>
          <a:noFill/>
        </a:ln>
        <a:effectLst/>
      </c:spPr>
      <c:txPr>
        <a:bodyPr rot="0" spcFirstLastPara="1" vertOverflow="ellipsis" vert="horz" wrap="square" anchor="ctr" anchorCtr="1"/>
        <a:lstStyle/>
        <a:p>
          <a:pPr>
            <a:defRPr sz="1800" b="1" i="0" u="none" strike="noStrike" kern="1200" cap="all" spc="50" baseline="0">
              <a:solidFill>
                <a:schemeClr val="bg1"/>
              </a:solidFill>
              <a:latin typeface="+mn-lt"/>
              <a:ea typeface="+mn-ea"/>
              <a:cs typeface="+mn-cs"/>
            </a:defRPr>
          </a:pPr>
          <a:endParaRPr lang="en-US"/>
        </a:p>
      </c:txPr>
    </c:title>
    <c:autoTitleDeleted val="0"/>
    <c:plotArea>
      <c:layout>
        <c:manualLayout>
          <c:layoutTarget val="inner"/>
          <c:xMode val="edge"/>
          <c:yMode val="edge"/>
          <c:x val="0.13153863792606441"/>
          <c:y val="6.3587021922714801E-2"/>
          <c:w val="0.77779596600856904"/>
          <c:h val="0.63182213380604113"/>
        </c:manualLayout>
      </c:layout>
      <c:barChart>
        <c:barDir val="bar"/>
        <c:grouping val="percentStacked"/>
        <c:varyColors val="0"/>
        <c:ser>
          <c:idx val="0"/>
          <c:order val="0"/>
          <c:tx>
            <c:strRef>
              <c:f>Sheet1!$A$2</c:f>
              <c:strCache>
                <c:ptCount val="1"/>
                <c:pt idx="0">
                  <c:v>はい</c:v>
                </c:pt>
              </c:strCache>
            </c:strRef>
          </c:tx>
          <c:spPr>
            <a:solidFill>
              <a:schemeClr val="accent1">
                <a:lumMod val="40000"/>
                <a:lumOff val="60000"/>
              </a:schemeClr>
            </a:solidFill>
            <a:ln>
              <a:noFill/>
            </a:ln>
            <a:effectLst/>
          </c:spPr>
          <c:invertIfNegative val="0"/>
          <c:dPt>
            <c:idx val="0"/>
            <c:invertIfNegative val="0"/>
            <c:bubble3D val="0"/>
            <c:spPr>
              <a:solidFill>
                <a:schemeClr val="accent1">
                  <a:lumMod val="50000"/>
                </a:schemeClr>
              </a:solidFill>
              <a:ln>
                <a:noFill/>
              </a:ln>
              <a:effectLst/>
            </c:spPr>
            <c:extLst>
              <c:ext xmlns:c16="http://schemas.microsoft.com/office/drawing/2014/chart" uri="{C3380CC4-5D6E-409C-BE32-E72D297353CC}">
                <c16:uniqueId val="{00000008-134E-4CF5-82A6-E0F808779103}"/>
              </c:ext>
            </c:extLst>
          </c:dPt>
          <c:dPt>
            <c:idx val="1"/>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6-134E-4CF5-82A6-E0F808779103}"/>
              </c:ext>
            </c:extLst>
          </c:dPt>
          <c:dPt>
            <c:idx val="2"/>
            <c:invertIfNegative val="0"/>
            <c:bubble3D val="0"/>
            <c:spPr>
              <a:solidFill>
                <a:schemeClr val="accent1">
                  <a:lumMod val="50000"/>
                </a:schemeClr>
              </a:solidFill>
              <a:ln>
                <a:noFill/>
              </a:ln>
              <a:effectLst/>
            </c:spPr>
            <c:extLst>
              <c:ext xmlns:c16="http://schemas.microsoft.com/office/drawing/2014/chart" uri="{C3380CC4-5D6E-409C-BE32-E72D297353CC}">
                <c16:uniqueId val="{00000014-FA85-4607-A460-7F28664355E4}"/>
              </c:ext>
            </c:extLst>
          </c:dPt>
          <c:dPt>
            <c:idx val="3"/>
            <c:invertIfNegative val="0"/>
            <c:bubble3D val="0"/>
            <c:spPr>
              <a:solidFill>
                <a:schemeClr val="accent1">
                  <a:lumMod val="20000"/>
                  <a:lumOff val="80000"/>
                </a:schemeClr>
              </a:solidFill>
              <a:ln>
                <a:noFill/>
              </a:ln>
              <a:effectLst/>
            </c:spPr>
            <c:extLst>
              <c:ext xmlns:c16="http://schemas.microsoft.com/office/drawing/2014/chart" uri="{C3380CC4-5D6E-409C-BE32-E72D297353CC}">
                <c16:uniqueId val="{00000003-134E-4CF5-82A6-E0F808779103}"/>
              </c:ext>
            </c:extLst>
          </c:dPt>
          <c:dPt>
            <c:idx val="4"/>
            <c:invertIfNegative val="0"/>
            <c:bubble3D val="0"/>
            <c:spPr>
              <a:solidFill>
                <a:schemeClr val="accent1">
                  <a:lumMod val="50000"/>
                </a:schemeClr>
              </a:solidFill>
              <a:ln>
                <a:noFill/>
              </a:ln>
              <a:effectLst/>
            </c:spPr>
            <c:extLst>
              <c:ext xmlns:c16="http://schemas.microsoft.com/office/drawing/2014/chart" uri="{C3380CC4-5D6E-409C-BE32-E72D297353CC}">
                <c16:uniqueId val="{00000000-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Sheet1!$B$2:$F$2</c:f>
              <c:numCache>
                <c:formatCode>General</c:formatCode>
                <c:ptCount val="5"/>
                <c:pt idx="0">
                  <c:v>13</c:v>
                </c:pt>
                <c:pt idx="1">
                  <c:v>13</c:v>
                </c:pt>
                <c:pt idx="2">
                  <c:v>6</c:v>
                </c:pt>
                <c:pt idx="3">
                  <c:v>11</c:v>
                </c:pt>
                <c:pt idx="4">
                  <c:v>43</c:v>
                </c:pt>
              </c:numCache>
            </c:numRef>
          </c:val>
          <c:extLst>
            <c:ext xmlns:c16="http://schemas.microsoft.com/office/drawing/2014/chart" uri="{C3380CC4-5D6E-409C-BE32-E72D297353CC}">
              <c16:uniqueId val="{00000000-315B-4077-BB07-E2A4D750B93E}"/>
            </c:ext>
          </c:extLst>
        </c:ser>
        <c:ser>
          <c:idx val="1"/>
          <c:order val="1"/>
          <c:tx>
            <c:strRef>
              <c:f>Sheet1!$A$3</c:f>
              <c:strCache>
                <c:ptCount val="1"/>
                <c:pt idx="0">
                  <c:v>どちらかというとはい</c:v>
                </c:pt>
              </c:strCache>
            </c:strRef>
          </c:tx>
          <c:spPr>
            <a:solidFill>
              <a:schemeClr val="accent5">
                <a:lumMod val="40000"/>
                <a:lumOff val="60000"/>
              </a:schemeClr>
            </a:solidFill>
            <a:ln>
              <a:noFill/>
            </a:ln>
            <a:effectLst/>
          </c:spPr>
          <c:invertIfNegative val="0"/>
          <c:dPt>
            <c:idx val="0"/>
            <c:invertIfNegative val="0"/>
            <c:bubble3D val="0"/>
            <c:spPr>
              <a:solidFill>
                <a:schemeClr val="accent5">
                  <a:lumMod val="50000"/>
                </a:schemeClr>
              </a:solidFill>
              <a:ln>
                <a:noFill/>
              </a:ln>
              <a:effectLst/>
            </c:spPr>
            <c:extLst>
              <c:ext xmlns:c16="http://schemas.microsoft.com/office/drawing/2014/chart" uri="{C3380CC4-5D6E-409C-BE32-E72D297353CC}">
                <c16:uniqueId val="{00000009-134E-4CF5-82A6-E0F808779103}"/>
              </c:ext>
            </c:extLst>
          </c:dPt>
          <c:dPt>
            <c:idx val="1"/>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7-134E-4CF5-82A6-E0F808779103}"/>
              </c:ext>
            </c:extLst>
          </c:dPt>
          <c:dPt>
            <c:idx val="2"/>
            <c:invertIfNegative val="0"/>
            <c:bubble3D val="0"/>
            <c:spPr>
              <a:solidFill>
                <a:schemeClr val="accent5">
                  <a:lumMod val="50000"/>
                </a:schemeClr>
              </a:solidFill>
              <a:ln>
                <a:noFill/>
              </a:ln>
              <a:effectLst/>
            </c:spPr>
            <c:extLst>
              <c:ext xmlns:c16="http://schemas.microsoft.com/office/drawing/2014/chart" uri="{C3380CC4-5D6E-409C-BE32-E72D297353CC}">
                <c16:uniqueId val="{00000015-FA85-4607-A460-7F28664355E4}"/>
              </c:ext>
            </c:extLst>
          </c:dPt>
          <c:dPt>
            <c:idx val="3"/>
            <c:invertIfNegative val="0"/>
            <c:bubble3D val="0"/>
            <c:spPr>
              <a:solidFill>
                <a:schemeClr val="accent5">
                  <a:lumMod val="20000"/>
                  <a:lumOff val="80000"/>
                </a:schemeClr>
              </a:solidFill>
              <a:ln>
                <a:noFill/>
              </a:ln>
              <a:effectLst/>
            </c:spPr>
            <c:extLst>
              <c:ext xmlns:c16="http://schemas.microsoft.com/office/drawing/2014/chart" uri="{C3380CC4-5D6E-409C-BE32-E72D297353CC}">
                <c16:uniqueId val="{00000004-134E-4CF5-82A6-E0F808779103}"/>
              </c:ext>
            </c:extLst>
          </c:dPt>
          <c:dPt>
            <c:idx val="4"/>
            <c:invertIfNegative val="0"/>
            <c:bubble3D val="0"/>
            <c:spPr>
              <a:solidFill>
                <a:schemeClr val="accent5">
                  <a:lumMod val="50000"/>
                </a:schemeClr>
              </a:solidFill>
              <a:ln>
                <a:noFill/>
              </a:ln>
              <a:effectLst/>
            </c:spPr>
            <c:extLst>
              <c:ext xmlns:c16="http://schemas.microsoft.com/office/drawing/2014/chart" uri="{C3380CC4-5D6E-409C-BE32-E72D297353CC}">
                <c16:uniqueId val="{00000001-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Sheet1!$B$3:$F$3</c:f>
              <c:numCache>
                <c:formatCode>General</c:formatCode>
                <c:ptCount val="5"/>
                <c:pt idx="0">
                  <c:v>2</c:v>
                </c:pt>
                <c:pt idx="1">
                  <c:v>2</c:v>
                </c:pt>
                <c:pt idx="2">
                  <c:v>6</c:v>
                </c:pt>
                <c:pt idx="3">
                  <c:v>3</c:v>
                </c:pt>
                <c:pt idx="4">
                  <c:v>13</c:v>
                </c:pt>
              </c:numCache>
            </c:numRef>
          </c:val>
          <c:extLst>
            <c:ext xmlns:c16="http://schemas.microsoft.com/office/drawing/2014/chart" uri="{C3380CC4-5D6E-409C-BE32-E72D297353CC}">
              <c16:uniqueId val="{00000001-315B-4077-BB07-E2A4D750B93E}"/>
            </c:ext>
          </c:extLst>
        </c:ser>
        <c:ser>
          <c:idx val="2"/>
          <c:order val="2"/>
          <c:tx>
            <c:strRef>
              <c:f>Sheet1!$A$4</c:f>
              <c:strCache>
                <c:ptCount val="1"/>
                <c:pt idx="0">
                  <c:v>どちらともいえない</c:v>
                </c:pt>
              </c:strCache>
            </c:strRef>
          </c:tx>
          <c:spPr>
            <a:solidFill>
              <a:schemeClr val="accent3">
                <a:lumMod val="40000"/>
                <a:lumOff val="60000"/>
              </a:schemeClr>
            </a:solidFill>
            <a:ln>
              <a:noFill/>
            </a:ln>
            <a:effectLst/>
          </c:spPr>
          <c:invertIfNegative val="0"/>
          <c:dPt>
            <c:idx val="2"/>
            <c:invertIfNegative val="0"/>
            <c:bubble3D val="0"/>
            <c:spPr>
              <a:solidFill>
                <a:schemeClr val="accent6">
                  <a:lumMod val="50000"/>
                </a:schemeClr>
              </a:solidFill>
              <a:ln>
                <a:noFill/>
              </a:ln>
              <a:effectLst/>
            </c:spPr>
            <c:extLst>
              <c:ext xmlns:c16="http://schemas.microsoft.com/office/drawing/2014/chart" uri="{C3380CC4-5D6E-409C-BE32-E72D297353CC}">
                <c16:uniqueId val="{00000016-FA85-4607-A460-7F28664355E4}"/>
              </c:ext>
            </c:extLst>
          </c:dPt>
          <c:dPt>
            <c:idx val="3"/>
            <c:invertIfNegative val="0"/>
            <c:bubble3D val="0"/>
            <c:spPr>
              <a:solidFill>
                <a:schemeClr val="accent3">
                  <a:lumMod val="40000"/>
                  <a:lumOff val="60000"/>
                </a:schemeClr>
              </a:solidFill>
              <a:ln>
                <a:noFill/>
              </a:ln>
              <a:effectLst/>
            </c:spPr>
            <c:extLst>
              <c:ext xmlns:c16="http://schemas.microsoft.com/office/drawing/2014/chart" uri="{C3380CC4-5D6E-409C-BE32-E72D297353CC}">
                <c16:uniqueId val="{00000005-134E-4CF5-82A6-E0F808779103}"/>
              </c:ext>
            </c:extLst>
          </c:dPt>
          <c:dPt>
            <c:idx val="4"/>
            <c:invertIfNegative val="0"/>
            <c:bubble3D val="0"/>
            <c:spPr>
              <a:solidFill>
                <a:schemeClr val="accent6">
                  <a:lumMod val="50000"/>
                </a:schemeClr>
              </a:solidFill>
              <a:ln>
                <a:noFill/>
              </a:ln>
              <a:effectLst/>
            </c:spPr>
            <c:extLst>
              <c:ext xmlns:c16="http://schemas.microsoft.com/office/drawing/2014/chart" uri="{C3380CC4-5D6E-409C-BE32-E72D297353CC}">
                <c16:uniqueId val="{00000002-134E-4CF5-82A6-E0F808779103}"/>
              </c:ext>
            </c:extLst>
          </c:dPt>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Sheet1!$B$4:$F$4</c:f>
              <c:numCache>
                <c:formatCode>General</c:formatCode>
                <c:ptCount val="5"/>
                <c:pt idx="0">
                  <c:v>0</c:v>
                </c:pt>
                <c:pt idx="1">
                  <c:v>0</c:v>
                </c:pt>
                <c:pt idx="2">
                  <c:v>3</c:v>
                </c:pt>
                <c:pt idx="3">
                  <c:v>1</c:v>
                </c:pt>
                <c:pt idx="4">
                  <c:v>4</c:v>
                </c:pt>
              </c:numCache>
            </c:numRef>
          </c:val>
          <c:extLst>
            <c:ext xmlns:c16="http://schemas.microsoft.com/office/drawing/2014/chart" uri="{C3380CC4-5D6E-409C-BE32-E72D297353CC}">
              <c16:uniqueId val="{00000002-315B-4077-BB07-E2A4D750B93E}"/>
            </c:ext>
          </c:extLst>
        </c:ser>
        <c:ser>
          <c:idx val="3"/>
          <c:order val="3"/>
          <c:tx>
            <c:strRef>
              <c:f>Sheet1!$A$5</c:f>
              <c:strCache>
                <c:ptCount val="1"/>
                <c:pt idx="0">
                  <c:v>どちらかというといいえ</c:v>
                </c:pt>
              </c:strCache>
            </c:strRef>
          </c:tx>
          <c:spPr>
            <a:solidFill>
              <a:schemeClr val="accent2">
                <a:lumMod val="60000"/>
                <a:lumOff val="40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Sheet1!$B$5:$F$5</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3-315B-4077-BB07-E2A4D750B93E}"/>
            </c:ext>
          </c:extLst>
        </c:ser>
        <c:ser>
          <c:idx val="4"/>
          <c:order val="4"/>
          <c:tx>
            <c:strRef>
              <c:f>Sheet1!$A$6</c:f>
              <c:strCache>
                <c:ptCount val="1"/>
                <c:pt idx="0">
                  <c:v>いいえ</c:v>
                </c:pt>
              </c:strCache>
            </c:strRef>
          </c:tx>
          <c:spPr>
            <a:solidFill>
              <a:schemeClr val="bg2">
                <a:lumMod val="75000"/>
              </a:schemeClr>
            </a:solidFill>
            <a:ln>
              <a:noFill/>
            </a:ln>
            <a:effectLst/>
          </c:spPr>
          <c:invertIfNegative val="0"/>
          <c:cat>
            <c:strRef>
              <c:f>Sheet1!$B$1:$F$1</c:f>
              <c:strCache>
                <c:ptCount val="5"/>
                <c:pt idx="0">
                  <c:v> 操作しやすい</c:v>
                </c:pt>
                <c:pt idx="1">
                  <c:v> 今後も使用したいと思う</c:v>
                </c:pt>
                <c:pt idx="2">
                  <c:v> ポスター検索システムがあれば探究の授業が円滑に行えた</c:v>
                </c:pt>
                <c:pt idx="3">
                  <c:v> 後輩に勧めたい</c:v>
                </c:pt>
                <c:pt idx="4">
                  <c:v>合計</c:v>
                </c:pt>
              </c:strCache>
            </c:strRef>
          </c:cat>
          <c:val>
            <c:numRef>
              <c:f>Sheet1!$B$6:$F$6</c:f>
              <c:numCache>
                <c:formatCode>General</c:formatCode>
                <c:ptCount val="5"/>
                <c:pt idx="0">
                  <c:v>0</c:v>
                </c:pt>
                <c:pt idx="1">
                  <c:v>0</c:v>
                </c:pt>
                <c:pt idx="2">
                  <c:v>0</c:v>
                </c:pt>
                <c:pt idx="3">
                  <c:v>0</c:v>
                </c:pt>
                <c:pt idx="4">
                  <c:v>0</c:v>
                </c:pt>
              </c:numCache>
            </c:numRef>
          </c:val>
          <c:extLst>
            <c:ext xmlns:c16="http://schemas.microsoft.com/office/drawing/2014/chart" uri="{C3380CC4-5D6E-409C-BE32-E72D297353CC}">
              <c16:uniqueId val="{00000004-315B-4077-BB07-E2A4D750B93E}"/>
            </c:ext>
          </c:extLst>
        </c:ser>
        <c:dLbls>
          <c:showLegendKey val="0"/>
          <c:showVal val="0"/>
          <c:showCatName val="0"/>
          <c:showSerName val="0"/>
          <c:showPercent val="0"/>
          <c:showBubbleSize val="0"/>
        </c:dLbls>
        <c:gapWidth val="50"/>
        <c:overlap val="100"/>
        <c:axId val="604078984"/>
        <c:axId val="604079344"/>
      </c:barChart>
      <c:catAx>
        <c:axId val="604078984"/>
        <c:scaling>
          <c:orientation val="minMax"/>
        </c:scaling>
        <c:delete val="1"/>
        <c:axPos val="l"/>
        <c:numFmt formatCode="General" sourceLinked="0"/>
        <c:majorTickMark val="none"/>
        <c:minorTickMark val="none"/>
        <c:tickLblPos val="nextTo"/>
        <c:crossAx val="604079344"/>
        <c:crosses val="autoZero"/>
        <c:auto val="1"/>
        <c:lblAlgn val="ctr"/>
        <c:lblOffset val="100"/>
        <c:tickLblSkip val="1"/>
        <c:noMultiLvlLbl val="0"/>
      </c:catAx>
      <c:valAx>
        <c:axId val="604079344"/>
        <c:scaling>
          <c:orientation val="minMax"/>
        </c:scaling>
        <c:delete val="0"/>
        <c:axPos val="b"/>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0%" sourceLinked="1"/>
        <c:majorTickMark val="none"/>
        <c:minorTickMark val="none"/>
        <c:tickLblPos val="low"/>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crossAx val="604078984"/>
        <c:crosses val="autoZero"/>
        <c:crossBetween val="between"/>
      </c:valAx>
      <c:spPr>
        <a:noFill/>
        <a:ln>
          <a:noFill/>
        </a:ln>
        <a:effectLst/>
      </c:spPr>
    </c:plotArea>
    <c:legend>
      <c:legendPos val="b"/>
      <c:layout>
        <c:manualLayout>
          <c:xMode val="edge"/>
          <c:yMode val="edge"/>
          <c:x val="3.096544471376968E-2"/>
          <c:y val="0.74228555097013504"/>
          <c:w val="0.96903455528623028"/>
          <c:h val="0.211514146155896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17T10:07:50.145"/>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17T10:10:23.543"/>
    </inkml:context>
    <inkml:brush xml:id="br0">
      <inkml:brushProperty name="width" value="0.05" units="cm"/>
      <inkml:brushProperty name="height" value="0.05" units="cm"/>
      <inkml:brushProperty name="color" value="#FFFFFF"/>
    </inkml:brush>
  </inkml:definitions>
  <inkml:trace contextRef="#ctx0" brushRef="#br0">1 1 316 0 0,'0'0'12053'0'0,"19"22"-8024"0"0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310A66-64A8-48D2-95F7-69C00742B704}" type="datetimeFigureOut">
              <a:rPr kumimoji="1" lang="ja-JP" altLang="en-US" smtClean="0"/>
              <a:t>2025/9/28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611C39-5275-4525-A24E-8AB6781B5901}" type="slidenum">
              <a:rPr kumimoji="1" lang="ja-JP" altLang="en-US" smtClean="0"/>
              <a:t>‹#›</a:t>
            </a:fld>
            <a:endParaRPr kumimoji="1" lang="ja-JP" altLang="en-US"/>
          </a:p>
        </p:txBody>
      </p:sp>
    </p:spTree>
    <p:extLst>
      <p:ext uri="{BB962C8B-B14F-4D97-AF65-F5344CB8AC3E}">
        <p14:creationId xmlns:p14="http://schemas.microsoft.com/office/powerpoint/2010/main" val="17565776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今から「</a:t>
            </a:r>
            <a:r>
              <a:rPr kumimoji="1" lang="en-US" altLang="ja-JP" dirty="0"/>
              <a:t>Shoun Poster Finder </a:t>
            </a:r>
            <a:r>
              <a:rPr kumimoji="1" lang="ja-JP" altLang="en-US" dirty="0"/>
              <a:t>探究を円滑に進めるためのポスター検索システムの開発」の発表を始めます。</a:t>
            </a:r>
          </a:p>
        </p:txBody>
      </p:sp>
      <p:sp>
        <p:nvSpPr>
          <p:cNvPr id="4" name="スライド番号プレースホルダー 3"/>
          <p:cNvSpPr>
            <a:spLocks noGrp="1"/>
          </p:cNvSpPr>
          <p:nvPr>
            <p:ph type="sldNum" sz="quarter" idx="5"/>
          </p:nvPr>
        </p:nvSpPr>
        <p:spPr/>
        <p:txBody>
          <a:bodyPr/>
          <a:lstStyle/>
          <a:p>
            <a:fld id="{5D611C39-5275-4525-A24E-8AB6781B5901}" type="slidenum">
              <a:rPr kumimoji="1" lang="ja-JP" altLang="en-US" smtClean="0"/>
              <a:t>1</a:t>
            </a:fld>
            <a:endParaRPr kumimoji="1" lang="ja-JP" altLang="en-US"/>
          </a:p>
        </p:txBody>
      </p:sp>
    </p:spTree>
    <p:extLst>
      <p:ext uri="{BB962C8B-B14F-4D97-AF65-F5344CB8AC3E}">
        <p14:creationId xmlns:p14="http://schemas.microsoft.com/office/powerpoint/2010/main" val="2159664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27494-58F5-378C-2A8D-7F8AF8E854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24A020-DCF2-976D-C282-AFC77E9DE0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82711E7-8701-208A-5BDA-B769720C9CF8}"/>
              </a:ext>
            </a:extLst>
          </p:cNvPr>
          <p:cNvSpPr>
            <a:spLocks noGrp="1"/>
          </p:cNvSpPr>
          <p:nvPr>
            <p:ph type="body" idx="1"/>
          </p:nvPr>
        </p:nvSpPr>
        <p:spPr/>
        <p:txBody>
          <a:bodyPr/>
          <a:lstStyle/>
          <a:p>
            <a:r>
              <a:rPr kumimoji="1" lang="ja-JP" altLang="en-US" dirty="0"/>
              <a:t>まず</a:t>
            </a:r>
          </a:p>
        </p:txBody>
      </p:sp>
      <p:sp>
        <p:nvSpPr>
          <p:cNvPr id="4" name="スライド番号プレースホルダー 3">
            <a:extLst>
              <a:ext uri="{FF2B5EF4-FFF2-40B4-BE49-F238E27FC236}">
                <a16:creationId xmlns:a16="http://schemas.microsoft.com/office/drawing/2014/main" id="{AF30DEF6-04B3-14BD-2C21-FEF16FF4456A}"/>
              </a:ext>
            </a:extLst>
          </p:cNvPr>
          <p:cNvSpPr>
            <a:spLocks noGrp="1"/>
          </p:cNvSpPr>
          <p:nvPr>
            <p:ph type="sldNum" sz="quarter" idx="5"/>
          </p:nvPr>
        </p:nvSpPr>
        <p:spPr/>
        <p:txBody>
          <a:bodyPr/>
          <a:lstStyle/>
          <a:p>
            <a:fld id="{5D611C39-5275-4525-A24E-8AB6781B5901}" type="slidenum">
              <a:rPr kumimoji="1" lang="ja-JP" altLang="en-US" smtClean="0"/>
              <a:t>2</a:t>
            </a:fld>
            <a:endParaRPr kumimoji="1" lang="ja-JP" altLang="en-US"/>
          </a:p>
        </p:txBody>
      </p:sp>
    </p:spTree>
    <p:extLst>
      <p:ext uri="{BB962C8B-B14F-4D97-AF65-F5344CB8AC3E}">
        <p14:creationId xmlns:p14="http://schemas.microsoft.com/office/powerpoint/2010/main" val="2997834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4892-169C-FB6D-8A04-7D93502638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1971FB-AA3C-E991-4FB4-A68891796C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0A9D69F-2DEE-65D1-E7DE-6B1734F7C145}"/>
              </a:ext>
            </a:extLst>
          </p:cNvPr>
          <p:cNvSpPr>
            <a:spLocks noGrp="1"/>
          </p:cNvSpPr>
          <p:nvPr>
            <p:ph type="body" idx="1"/>
          </p:nvPr>
        </p:nvSpPr>
        <p:spPr/>
        <p:txBody>
          <a:bodyPr/>
          <a:lstStyle/>
          <a:p>
            <a:r>
              <a:rPr kumimoji="1" lang="ja-JP" altLang="en-US" dirty="0"/>
              <a:t>研究背景から説明します。</a:t>
            </a:r>
          </a:p>
        </p:txBody>
      </p:sp>
      <p:sp>
        <p:nvSpPr>
          <p:cNvPr id="4" name="スライド番号プレースホルダー 3">
            <a:extLst>
              <a:ext uri="{FF2B5EF4-FFF2-40B4-BE49-F238E27FC236}">
                <a16:creationId xmlns:a16="http://schemas.microsoft.com/office/drawing/2014/main" id="{FBA738AE-BC65-2C63-7504-9287584B7E81}"/>
              </a:ext>
            </a:extLst>
          </p:cNvPr>
          <p:cNvSpPr>
            <a:spLocks noGrp="1"/>
          </p:cNvSpPr>
          <p:nvPr>
            <p:ph type="sldNum" sz="quarter" idx="5"/>
          </p:nvPr>
        </p:nvSpPr>
        <p:spPr/>
        <p:txBody>
          <a:bodyPr/>
          <a:lstStyle/>
          <a:p>
            <a:fld id="{5D611C39-5275-4525-A24E-8AB6781B5901}" type="slidenum">
              <a:rPr kumimoji="1" lang="ja-JP" altLang="en-US" smtClean="0"/>
              <a:t>3</a:t>
            </a:fld>
            <a:endParaRPr kumimoji="1" lang="ja-JP" altLang="en-US"/>
          </a:p>
        </p:txBody>
      </p:sp>
    </p:spTree>
    <p:extLst>
      <p:ext uri="{BB962C8B-B14F-4D97-AF65-F5344CB8AC3E}">
        <p14:creationId xmlns:p14="http://schemas.microsoft.com/office/powerpoint/2010/main" val="3208401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私たちは初めに、「</a:t>
            </a:r>
            <a:r>
              <a:rPr kumimoji="1" lang="en-US" altLang="ja-JP" dirty="0"/>
              <a:t>20</a:t>
            </a:r>
            <a:r>
              <a:rPr kumimoji="1" lang="ja-JP" altLang="en-US" dirty="0"/>
              <a:t>回生が制作したポスター検索システムが使用されていない」ことに目を付けました。</a:t>
            </a:r>
            <a:endParaRPr kumimoji="1" lang="en-US" altLang="ja-JP" dirty="0"/>
          </a:p>
          <a:p>
            <a:r>
              <a:rPr kumimoji="1" lang="ja-JP" altLang="en-US" dirty="0"/>
              <a:t>その原因を私たちで考えました。理由は二つあって、</a:t>
            </a:r>
            <a:endParaRPr kumimoji="1" lang="en-US" altLang="ja-JP" dirty="0"/>
          </a:p>
        </p:txBody>
      </p:sp>
      <p:sp>
        <p:nvSpPr>
          <p:cNvPr id="4" name="スライド番号プレースホルダー 3"/>
          <p:cNvSpPr>
            <a:spLocks noGrp="1"/>
          </p:cNvSpPr>
          <p:nvPr>
            <p:ph type="sldNum" sz="quarter" idx="5"/>
          </p:nvPr>
        </p:nvSpPr>
        <p:spPr/>
        <p:txBody>
          <a:bodyPr/>
          <a:lstStyle/>
          <a:p>
            <a:fld id="{5D611C39-5275-4525-A24E-8AB6781B5901}" type="slidenum">
              <a:rPr kumimoji="1" lang="ja-JP" altLang="en-US" smtClean="0"/>
              <a:t>4</a:t>
            </a:fld>
            <a:endParaRPr kumimoji="1" lang="ja-JP" altLang="en-US"/>
          </a:p>
        </p:txBody>
      </p:sp>
    </p:spTree>
    <p:extLst>
      <p:ext uri="{BB962C8B-B14F-4D97-AF65-F5344CB8AC3E}">
        <p14:creationId xmlns:p14="http://schemas.microsoft.com/office/powerpoint/2010/main" val="2815392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C7DB7-E5B2-5D2A-EBEC-1F069B5D67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7CC467-6580-EB80-DD07-3086047ED4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E2C2FE9-3467-469E-1D6E-CD909A7A8C4F}"/>
              </a:ext>
            </a:extLst>
          </p:cNvPr>
          <p:cNvSpPr>
            <a:spLocks noGrp="1"/>
          </p:cNvSpPr>
          <p:nvPr>
            <p:ph type="body" idx="1"/>
          </p:nvPr>
        </p:nvSpPr>
        <p:spPr/>
        <p:txBody>
          <a:bodyPr/>
          <a:lstStyle/>
          <a:p>
            <a:r>
              <a:rPr kumimoji="1" lang="ja-JP" altLang="en-US" dirty="0"/>
              <a:t>私たちは初めに、「</a:t>
            </a:r>
            <a:r>
              <a:rPr kumimoji="1" lang="en-US" altLang="ja-JP" dirty="0"/>
              <a:t>20</a:t>
            </a:r>
            <a:r>
              <a:rPr kumimoji="1" lang="ja-JP" altLang="en-US" dirty="0"/>
              <a:t>回生が制作したポスター検索システムが使用されていない」ことに目を付けました。</a:t>
            </a:r>
            <a:endParaRPr kumimoji="1" lang="en-US" altLang="ja-JP" dirty="0"/>
          </a:p>
          <a:p>
            <a:r>
              <a:rPr kumimoji="1" lang="ja-JP" altLang="en-US" dirty="0"/>
              <a:t>その原因を私たちで考えました。理由は二つあって、</a:t>
            </a:r>
            <a:endParaRPr kumimoji="1" lang="en-US" altLang="ja-JP" dirty="0"/>
          </a:p>
        </p:txBody>
      </p:sp>
      <p:sp>
        <p:nvSpPr>
          <p:cNvPr id="4" name="スライド番号プレースホルダー 3">
            <a:extLst>
              <a:ext uri="{FF2B5EF4-FFF2-40B4-BE49-F238E27FC236}">
                <a16:creationId xmlns:a16="http://schemas.microsoft.com/office/drawing/2014/main" id="{DCAE789D-A0B5-625A-32C6-79F26BF655FB}"/>
              </a:ext>
            </a:extLst>
          </p:cNvPr>
          <p:cNvSpPr>
            <a:spLocks noGrp="1"/>
          </p:cNvSpPr>
          <p:nvPr>
            <p:ph type="sldNum" sz="quarter" idx="5"/>
          </p:nvPr>
        </p:nvSpPr>
        <p:spPr/>
        <p:txBody>
          <a:bodyPr/>
          <a:lstStyle/>
          <a:p>
            <a:fld id="{5D611C39-5275-4525-A24E-8AB6781B5901}" type="slidenum">
              <a:rPr kumimoji="1" lang="ja-JP" altLang="en-US" smtClean="0"/>
              <a:t>5</a:t>
            </a:fld>
            <a:endParaRPr kumimoji="1" lang="ja-JP" altLang="en-US"/>
          </a:p>
        </p:txBody>
      </p:sp>
    </p:spTree>
    <p:extLst>
      <p:ext uri="{BB962C8B-B14F-4D97-AF65-F5344CB8AC3E}">
        <p14:creationId xmlns:p14="http://schemas.microsoft.com/office/powerpoint/2010/main" val="3371272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0FCB0-2554-4E02-6A56-BA0BAFE988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010C2C-09AC-AE6C-4CC4-5545F737485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5155086-F7BB-6EB7-05EA-7859C2E10791}"/>
              </a:ext>
            </a:extLst>
          </p:cNvPr>
          <p:cNvSpPr>
            <a:spLocks noGrp="1"/>
          </p:cNvSpPr>
          <p:nvPr>
            <p:ph type="body" idx="1"/>
          </p:nvPr>
        </p:nvSpPr>
        <p:spPr/>
        <p:txBody>
          <a:bodyPr/>
          <a:lstStyle/>
          <a:p>
            <a:r>
              <a:rPr kumimoji="1" lang="ja-JP" altLang="en-US" dirty="0"/>
              <a:t>ポスターが古いということと、レイアウトが崩れるということです。</a:t>
            </a:r>
            <a:endParaRPr kumimoji="1" lang="en-US" altLang="ja-JP" dirty="0"/>
          </a:p>
        </p:txBody>
      </p:sp>
      <p:sp>
        <p:nvSpPr>
          <p:cNvPr id="4" name="スライド番号プレースホルダー 3">
            <a:extLst>
              <a:ext uri="{FF2B5EF4-FFF2-40B4-BE49-F238E27FC236}">
                <a16:creationId xmlns:a16="http://schemas.microsoft.com/office/drawing/2014/main" id="{9DA1F02D-7893-D60C-15F8-3C414852BD45}"/>
              </a:ext>
            </a:extLst>
          </p:cNvPr>
          <p:cNvSpPr>
            <a:spLocks noGrp="1"/>
          </p:cNvSpPr>
          <p:nvPr>
            <p:ph type="sldNum" sz="quarter" idx="5"/>
          </p:nvPr>
        </p:nvSpPr>
        <p:spPr/>
        <p:txBody>
          <a:bodyPr/>
          <a:lstStyle/>
          <a:p>
            <a:fld id="{5D611C39-5275-4525-A24E-8AB6781B5901}" type="slidenum">
              <a:rPr kumimoji="1" lang="ja-JP" altLang="en-US" smtClean="0"/>
              <a:t>6</a:t>
            </a:fld>
            <a:endParaRPr kumimoji="1" lang="ja-JP" altLang="en-US"/>
          </a:p>
        </p:txBody>
      </p:sp>
    </p:spTree>
    <p:extLst>
      <p:ext uri="{BB962C8B-B14F-4D97-AF65-F5344CB8AC3E}">
        <p14:creationId xmlns:p14="http://schemas.microsoft.com/office/powerpoint/2010/main" val="1836643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6402-C076-E303-2D3E-6DC609844A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6FE9FDB-64DF-F907-6608-5B14875D85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757C62-7678-8508-EDD2-AC9628E1D9F4}"/>
              </a:ext>
            </a:extLst>
          </p:cNvPr>
          <p:cNvSpPr>
            <a:spLocks noGrp="1"/>
          </p:cNvSpPr>
          <p:nvPr>
            <p:ph type="body" idx="1"/>
          </p:nvPr>
        </p:nvSpPr>
        <p:spPr/>
        <p:txBody>
          <a:bodyPr/>
          <a:lstStyle/>
          <a:p>
            <a:r>
              <a:rPr kumimoji="1" lang="ja-JP" altLang="en-US" dirty="0"/>
              <a:t>そこで私たちは、ポスター検索システムを授業で使えるように改良することにしました。</a:t>
            </a:r>
            <a:endParaRPr kumimoji="1" lang="en-US" altLang="ja-JP" dirty="0"/>
          </a:p>
          <a:p>
            <a:r>
              <a:rPr kumimoji="1" lang="ja-JP" altLang="en-US" dirty="0"/>
              <a:t>そこで設定したリサーチクエスチョン・目的・仮説は次の通りです。</a:t>
            </a:r>
          </a:p>
        </p:txBody>
      </p:sp>
      <p:sp>
        <p:nvSpPr>
          <p:cNvPr id="4" name="スライド番号プレースホルダー 3">
            <a:extLst>
              <a:ext uri="{FF2B5EF4-FFF2-40B4-BE49-F238E27FC236}">
                <a16:creationId xmlns:a16="http://schemas.microsoft.com/office/drawing/2014/main" id="{154B2E07-73A1-3079-FA54-FF42CBBEA7BE}"/>
              </a:ext>
            </a:extLst>
          </p:cNvPr>
          <p:cNvSpPr>
            <a:spLocks noGrp="1"/>
          </p:cNvSpPr>
          <p:nvPr>
            <p:ph type="sldNum" sz="quarter" idx="5"/>
          </p:nvPr>
        </p:nvSpPr>
        <p:spPr/>
        <p:txBody>
          <a:bodyPr/>
          <a:lstStyle/>
          <a:p>
            <a:fld id="{5D611C39-5275-4525-A24E-8AB6781B5901}" type="slidenum">
              <a:rPr kumimoji="1" lang="ja-JP" altLang="en-US" smtClean="0"/>
              <a:t>7</a:t>
            </a:fld>
            <a:endParaRPr kumimoji="1" lang="ja-JP" altLang="en-US"/>
          </a:p>
        </p:txBody>
      </p:sp>
    </p:spTree>
    <p:extLst>
      <p:ext uri="{BB962C8B-B14F-4D97-AF65-F5344CB8AC3E}">
        <p14:creationId xmlns:p14="http://schemas.microsoft.com/office/powerpoint/2010/main" val="3494677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C99E3-046A-E774-6617-0430F76D68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4A0D02-55C5-50B5-00CB-07D0A06EF80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6A5018-98D5-293D-AB5F-CE35C95FB2F0}"/>
              </a:ext>
            </a:extLst>
          </p:cNvPr>
          <p:cNvSpPr>
            <a:spLocks noGrp="1"/>
          </p:cNvSpPr>
          <p:nvPr>
            <p:ph type="body" idx="1"/>
          </p:nvPr>
        </p:nvSpPr>
        <p:spPr/>
        <p:txBody>
          <a:bodyPr/>
          <a:lstStyle/>
          <a:p>
            <a:r>
              <a:rPr kumimoji="1" lang="ja-JP" altLang="en-US" dirty="0"/>
              <a:t>そこで私たちは、ポスター検索システムを授業で使えるように改良することにしました。</a:t>
            </a:r>
            <a:endParaRPr kumimoji="1" lang="en-US" altLang="ja-JP" dirty="0"/>
          </a:p>
          <a:p>
            <a:r>
              <a:rPr kumimoji="1" lang="ja-JP" altLang="en-US" dirty="0"/>
              <a:t>そこで設定したリサーチクエスチョン・目的・仮説は次の通りです。</a:t>
            </a:r>
          </a:p>
        </p:txBody>
      </p:sp>
      <p:sp>
        <p:nvSpPr>
          <p:cNvPr id="4" name="スライド番号プレースホルダー 3">
            <a:extLst>
              <a:ext uri="{FF2B5EF4-FFF2-40B4-BE49-F238E27FC236}">
                <a16:creationId xmlns:a16="http://schemas.microsoft.com/office/drawing/2014/main" id="{2F9D905C-77C3-A7FF-0392-702F78A736EA}"/>
              </a:ext>
            </a:extLst>
          </p:cNvPr>
          <p:cNvSpPr>
            <a:spLocks noGrp="1"/>
          </p:cNvSpPr>
          <p:nvPr>
            <p:ph type="sldNum" sz="quarter" idx="5"/>
          </p:nvPr>
        </p:nvSpPr>
        <p:spPr/>
        <p:txBody>
          <a:bodyPr/>
          <a:lstStyle/>
          <a:p>
            <a:fld id="{5D611C39-5275-4525-A24E-8AB6781B5901}" type="slidenum">
              <a:rPr kumimoji="1" lang="ja-JP" altLang="en-US" smtClean="0"/>
              <a:t>8</a:t>
            </a:fld>
            <a:endParaRPr kumimoji="1" lang="ja-JP" altLang="en-US"/>
          </a:p>
        </p:txBody>
      </p:sp>
    </p:spTree>
    <p:extLst>
      <p:ext uri="{BB962C8B-B14F-4D97-AF65-F5344CB8AC3E}">
        <p14:creationId xmlns:p14="http://schemas.microsoft.com/office/powerpoint/2010/main" val="3223300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16096-C6A3-2904-2EA0-A7AB41C5A1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CC1B52-0014-2188-69D6-7FA2B682F4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435455-3DE2-9DD4-F2A5-17F58D578EB0}"/>
              </a:ext>
            </a:extLst>
          </p:cNvPr>
          <p:cNvSpPr>
            <a:spLocks noGrp="1"/>
          </p:cNvSpPr>
          <p:nvPr>
            <p:ph type="body" idx="1"/>
          </p:nvPr>
        </p:nvSpPr>
        <p:spPr/>
        <p:txBody>
          <a:bodyPr/>
          <a:lstStyle/>
          <a:p>
            <a:r>
              <a:rPr kumimoji="1" lang="ja-JP" altLang="en-US" dirty="0"/>
              <a:t>リサーチクエスチョンは「もっと探究の授業がやりやすくなるのでは？」</a:t>
            </a:r>
            <a:endParaRPr kumimoji="1" lang="en-US" altLang="ja-JP" dirty="0"/>
          </a:p>
          <a:p>
            <a:r>
              <a:rPr kumimoji="1" lang="ja-JP" altLang="en-US" dirty="0"/>
              <a:t>目的は「探究の授業を円滑に進める」</a:t>
            </a:r>
            <a:endParaRPr kumimoji="1" lang="en-US" altLang="ja-JP" dirty="0"/>
          </a:p>
          <a:p>
            <a:r>
              <a:rPr kumimoji="1" lang="ja-JP" altLang="en-US" dirty="0"/>
              <a:t>仮説は「ユーザーエクスペリエンスが良い物を作れば授業が円滑になる」</a:t>
            </a:r>
            <a:endParaRPr kumimoji="1" lang="en-US" altLang="ja-JP" dirty="0"/>
          </a:p>
          <a:p>
            <a:r>
              <a:rPr kumimoji="1" lang="ja-JP" altLang="en-US" dirty="0"/>
              <a:t>です。</a:t>
            </a:r>
          </a:p>
        </p:txBody>
      </p:sp>
      <p:sp>
        <p:nvSpPr>
          <p:cNvPr id="4" name="スライド番号プレースホルダー 3">
            <a:extLst>
              <a:ext uri="{FF2B5EF4-FFF2-40B4-BE49-F238E27FC236}">
                <a16:creationId xmlns:a16="http://schemas.microsoft.com/office/drawing/2014/main" id="{E7DA5B63-6FDE-F779-680F-4B93E07C241C}"/>
              </a:ext>
            </a:extLst>
          </p:cNvPr>
          <p:cNvSpPr>
            <a:spLocks noGrp="1"/>
          </p:cNvSpPr>
          <p:nvPr>
            <p:ph type="sldNum" sz="quarter" idx="5"/>
          </p:nvPr>
        </p:nvSpPr>
        <p:spPr/>
        <p:txBody>
          <a:bodyPr/>
          <a:lstStyle/>
          <a:p>
            <a:fld id="{5D611C39-5275-4525-A24E-8AB6781B5901}" type="slidenum">
              <a:rPr kumimoji="1" lang="ja-JP" altLang="en-US" smtClean="0"/>
              <a:t>9</a:t>
            </a:fld>
            <a:endParaRPr kumimoji="1" lang="ja-JP" altLang="en-US"/>
          </a:p>
        </p:txBody>
      </p:sp>
    </p:spTree>
    <p:extLst>
      <p:ext uri="{BB962C8B-B14F-4D97-AF65-F5344CB8AC3E}">
        <p14:creationId xmlns:p14="http://schemas.microsoft.com/office/powerpoint/2010/main" val="3729613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8541-B3FE-A170-B76A-D8FB62C94E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CD9369F-16C5-974A-8B9B-B74E9424A9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FB484-D4BC-6EC4-5416-3DC48A77C709}"/>
              </a:ext>
            </a:extLst>
          </p:cNvPr>
          <p:cNvSpPr>
            <a:spLocks noGrp="1"/>
          </p:cNvSpPr>
          <p:nvPr>
            <p:ph type="body" idx="1"/>
          </p:nvPr>
        </p:nvSpPr>
        <p:spPr/>
        <p:txBody>
          <a:bodyPr/>
          <a:lstStyle/>
          <a:p>
            <a:r>
              <a:rPr kumimoji="1" lang="ja-JP" altLang="en-US" dirty="0"/>
              <a:t>では次に、</a:t>
            </a:r>
          </a:p>
        </p:txBody>
      </p:sp>
      <p:sp>
        <p:nvSpPr>
          <p:cNvPr id="4" name="スライド番号プレースホルダー 3">
            <a:extLst>
              <a:ext uri="{FF2B5EF4-FFF2-40B4-BE49-F238E27FC236}">
                <a16:creationId xmlns:a16="http://schemas.microsoft.com/office/drawing/2014/main" id="{2490199D-FE2E-3116-B0C0-62B8B8C3D0E7}"/>
              </a:ext>
            </a:extLst>
          </p:cNvPr>
          <p:cNvSpPr>
            <a:spLocks noGrp="1"/>
          </p:cNvSpPr>
          <p:nvPr>
            <p:ph type="sldNum" sz="quarter" idx="5"/>
          </p:nvPr>
        </p:nvSpPr>
        <p:spPr/>
        <p:txBody>
          <a:bodyPr/>
          <a:lstStyle/>
          <a:p>
            <a:fld id="{5D611C39-5275-4525-A24E-8AB6781B5901}" type="slidenum">
              <a:rPr kumimoji="1" lang="ja-JP" altLang="en-US" smtClean="0"/>
              <a:t>10</a:t>
            </a:fld>
            <a:endParaRPr kumimoji="1" lang="ja-JP" altLang="en-US"/>
          </a:p>
        </p:txBody>
      </p:sp>
    </p:spTree>
    <p:extLst>
      <p:ext uri="{BB962C8B-B14F-4D97-AF65-F5344CB8AC3E}">
        <p14:creationId xmlns:p14="http://schemas.microsoft.com/office/powerpoint/2010/main" val="683776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A4E8C-44E9-4E43-F053-31408ADC71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BE79F9-09CD-7B00-69F5-A415A50420D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A99D89-28D4-83AF-998F-6A54F0A1CC50}"/>
              </a:ext>
            </a:extLst>
          </p:cNvPr>
          <p:cNvSpPr>
            <a:spLocks noGrp="1"/>
          </p:cNvSpPr>
          <p:nvPr>
            <p:ph type="body" idx="1"/>
          </p:nvPr>
        </p:nvSpPr>
        <p:spPr/>
        <p:txBody>
          <a:bodyPr/>
          <a:lstStyle/>
          <a:p>
            <a:r>
              <a:rPr kumimoji="1" lang="ja-JP" altLang="en-US" dirty="0"/>
              <a:t>研究手法の説明に移ります。</a:t>
            </a:r>
          </a:p>
        </p:txBody>
      </p:sp>
      <p:sp>
        <p:nvSpPr>
          <p:cNvPr id="4" name="スライド番号プレースホルダー 3">
            <a:extLst>
              <a:ext uri="{FF2B5EF4-FFF2-40B4-BE49-F238E27FC236}">
                <a16:creationId xmlns:a16="http://schemas.microsoft.com/office/drawing/2014/main" id="{390F9960-8297-5272-5596-4F5A9EA20524}"/>
              </a:ext>
            </a:extLst>
          </p:cNvPr>
          <p:cNvSpPr>
            <a:spLocks noGrp="1"/>
          </p:cNvSpPr>
          <p:nvPr>
            <p:ph type="sldNum" sz="quarter" idx="5"/>
          </p:nvPr>
        </p:nvSpPr>
        <p:spPr/>
        <p:txBody>
          <a:bodyPr/>
          <a:lstStyle/>
          <a:p>
            <a:fld id="{5D611C39-5275-4525-A24E-8AB6781B5901}" type="slidenum">
              <a:rPr kumimoji="1" lang="ja-JP" altLang="en-US" smtClean="0"/>
              <a:t>11</a:t>
            </a:fld>
            <a:endParaRPr kumimoji="1" lang="ja-JP" altLang="en-US"/>
          </a:p>
        </p:txBody>
      </p:sp>
    </p:spTree>
    <p:extLst>
      <p:ext uri="{BB962C8B-B14F-4D97-AF65-F5344CB8AC3E}">
        <p14:creationId xmlns:p14="http://schemas.microsoft.com/office/powerpoint/2010/main" val="3412688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BA0F3-BD29-C2C1-1118-661F18A703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047BE2-5D56-0DAD-F509-F4D0C21864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E75D67-115E-12A6-8B8B-ED981689E6EE}"/>
              </a:ext>
            </a:extLst>
          </p:cNvPr>
          <p:cNvSpPr>
            <a:spLocks noGrp="1"/>
          </p:cNvSpPr>
          <p:nvPr>
            <p:ph type="body" idx="1"/>
          </p:nvPr>
        </p:nvSpPr>
        <p:spPr/>
        <p:txBody>
          <a:bodyPr/>
          <a:lstStyle/>
          <a:p>
            <a:r>
              <a:rPr kumimoji="1" lang="ja-JP" altLang="en-US" dirty="0"/>
              <a:t>まず初めに、過去の研究のポスターを全て整理します。</a:t>
            </a:r>
            <a:endParaRPr kumimoji="1" lang="en-US" altLang="ja-JP" dirty="0"/>
          </a:p>
          <a:p>
            <a:r>
              <a:rPr kumimoji="1" lang="ja-JP" altLang="en-US" dirty="0"/>
              <a:t>その際、ポスター全てを読み、タイトル・作者・キーワードを</a:t>
            </a:r>
            <a:r>
              <a:rPr kumimoji="1" lang="en-US" altLang="ja-JP" dirty="0"/>
              <a:t>JSON</a:t>
            </a:r>
            <a:r>
              <a:rPr kumimoji="1" lang="ja-JP" altLang="en-US" dirty="0"/>
              <a:t>形式で一覧化します。</a:t>
            </a:r>
          </a:p>
        </p:txBody>
      </p:sp>
      <p:sp>
        <p:nvSpPr>
          <p:cNvPr id="4" name="スライド番号プレースホルダー 3">
            <a:extLst>
              <a:ext uri="{FF2B5EF4-FFF2-40B4-BE49-F238E27FC236}">
                <a16:creationId xmlns:a16="http://schemas.microsoft.com/office/drawing/2014/main" id="{40FF825B-2137-D32C-73A5-3F4D6671D918}"/>
              </a:ext>
            </a:extLst>
          </p:cNvPr>
          <p:cNvSpPr>
            <a:spLocks noGrp="1"/>
          </p:cNvSpPr>
          <p:nvPr>
            <p:ph type="sldNum" sz="quarter" idx="5"/>
          </p:nvPr>
        </p:nvSpPr>
        <p:spPr/>
        <p:txBody>
          <a:bodyPr/>
          <a:lstStyle/>
          <a:p>
            <a:fld id="{5D611C39-5275-4525-A24E-8AB6781B5901}" type="slidenum">
              <a:rPr kumimoji="1" lang="ja-JP" altLang="en-US" smtClean="0"/>
              <a:t>12</a:t>
            </a:fld>
            <a:endParaRPr kumimoji="1" lang="ja-JP" altLang="en-US"/>
          </a:p>
        </p:txBody>
      </p:sp>
    </p:spTree>
    <p:extLst>
      <p:ext uri="{BB962C8B-B14F-4D97-AF65-F5344CB8AC3E}">
        <p14:creationId xmlns:p14="http://schemas.microsoft.com/office/powerpoint/2010/main" val="1807092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A5F6D-33FC-8790-4D71-27834D0A7A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62EF31-2691-1870-716A-5B96A0B1F0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FE6F8F-7B3B-DC58-1F65-A616FE681C34}"/>
              </a:ext>
            </a:extLst>
          </p:cNvPr>
          <p:cNvSpPr>
            <a:spLocks noGrp="1"/>
          </p:cNvSpPr>
          <p:nvPr>
            <p:ph type="body" idx="1"/>
          </p:nvPr>
        </p:nvSpPr>
        <p:spPr/>
        <p:txBody>
          <a:bodyPr/>
          <a:lstStyle/>
          <a:p>
            <a:r>
              <a:rPr kumimoji="1" lang="ja-JP" altLang="en-US" dirty="0"/>
              <a:t>次に検索システムの大型を作ります。</a:t>
            </a:r>
            <a:endParaRPr kumimoji="1" lang="en-US" altLang="ja-JP" dirty="0"/>
          </a:p>
          <a:p>
            <a:r>
              <a:rPr kumimoji="1" lang="en-US" altLang="ja-JP" dirty="0"/>
              <a:t>HTML</a:t>
            </a:r>
            <a:r>
              <a:rPr kumimoji="1" lang="ja-JP" altLang="en-US" dirty="0"/>
              <a:t>で基本的なウェブサイトを作り、</a:t>
            </a:r>
            <a:r>
              <a:rPr kumimoji="1" lang="en-US" altLang="ja-JP" dirty="0"/>
              <a:t>JS</a:t>
            </a:r>
            <a:r>
              <a:rPr kumimoji="1" lang="ja-JP" altLang="en-US" dirty="0"/>
              <a:t>で検索機能を作りました。</a:t>
            </a:r>
            <a:endParaRPr kumimoji="1" lang="en-US" altLang="ja-JP" dirty="0"/>
          </a:p>
          <a:p>
            <a:r>
              <a:rPr kumimoji="1" lang="ja-JP" altLang="en-US" dirty="0"/>
              <a:t>先ほど作成した</a:t>
            </a:r>
            <a:r>
              <a:rPr kumimoji="1" lang="en-US" altLang="ja-JP" dirty="0"/>
              <a:t>JSON</a:t>
            </a:r>
            <a:r>
              <a:rPr kumimoji="1" lang="ja-JP" altLang="en-US" dirty="0"/>
              <a:t>から、入力やチェックされた条件に一致する</a:t>
            </a:r>
            <a:r>
              <a:rPr kumimoji="1" lang="en-US" altLang="ja-JP" dirty="0"/>
              <a:t>PDF</a:t>
            </a:r>
            <a:r>
              <a:rPr kumimoji="1" lang="ja-JP" altLang="en-US" dirty="0"/>
              <a:t>のみを表示するようにします。</a:t>
            </a:r>
            <a:endParaRPr kumimoji="1" lang="en-US" altLang="ja-JP" dirty="0"/>
          </a:p>
          <a:p>
            <a:r>
              <a:rPr kumimoji="1" lang="ja-JP" altLang="en-US" dirty="0"/>
              <a:t>しかし、バージョン</a:t>
            </a:r>
            <a:r>
              <a:rPr kumimoji="1" lang="en-US" altLang="ja-JP" dirty="0"/>
              <a:t>2.0</a:t>
            </a:r>
            <a:r>
              <a:rPr kumimoji="1" lang="ja-JP" altLang="en-US" dirty="0"/>
              <a:t>からは外部ライブラリの</a:t>
            </a:r>
            <a:r>
              <a:rPr kumimoji="1" lang="en-US" altLang="ja-JP" dirty="0"/>
              <a:t>Fuse.js</a:t>
            </a:r>
            <a:r>
              <a:rPr kumimoji="1" lang="ja-JP" altLang="en-US" dirty="0"/>
              <a:t>を使用しています。</a:t>
            </a:r>
          </a:p>
        </p:txBody>
      </p:sp>
      <p:sp>
        <p:nvSpPr>
          <p:cNvPr id="4" name="スライド番号プレースホルダー 3">
            <a:extLst>
              <a:ext uri="{FF2B5EF4-FFF2-40B4-BE49-F238E27FC236}">
                <a16:creationId xmlns:a16="http://schemas.microsoft.com/office/drawing/2014/main" id="{91020E63-5135-648C-99D7-94CF24C0017A}"/>
              </a:ext>
            </a:extLst>
          </p:cNvPr>
          <p:cNvSpPr>
            <a:spLocks noGrp="1"/>
          </p:cNvSpPr>
          <p:nvPr>
            <p:ph type="sldNum" sz="quarter" idx="5"/>
          </p:nvPr>
        </p:nvSpPr>
        <p:spPr/>
        <p:txBody>
          <a:bodyPr/>
          <a:lstStyle/>
          <a:p>
            <a:fld id="{5D611C39-5275-4525-A24E-8AB6781B5901}" type="slidenum">
              <a:rPr kumimoji="1" lang="ja-JP" altLang="en-US" smtClean="0"/>
              <a:t>13</a:t>
            </a:fld>
            <a:endParaRPr kumimoji="1" lang="ja-JP" altLang="en-US"/>
          </a:p>
        </p:txBody>
      </p:sp>
    </p:spTree>
    <p:extLst>
      <p:ext uri="{BB962C8B-B14F-4D97-AF65-F5344CB8AC3E}">
        <p14:creationId xmlns:p14="http://schemas.microsoft.com/office/powerpoint/2010/main" val="2546531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023E-E6CE-E51C-1F1F-21946C4F02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61DD08-F221-3FEC-8364-36637C7713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845B11F-0C68-BF87-8771-BAD95C20B680}"/>
              </a:ext>
            </a:extLst>
          </p:cNvPr>
          <p:cNvSpPr>
            <a:spLocks noGrp="1"/>
          </p:cNvSpPr>
          <p:nvPr>
            <p:ph type="body" idx="1"/>
          </p:nvPr>
        </p:nvSpPr>
        <p:spPr/>
        <p:txBody>
          <a:bodyPr/>
          <a:lstStyle/>
          <a:p>
            <a:r>
              <a:rPr kumimoji="1" lang="ja-JP" altLang="en-US" dirty="0"/>
              <a:t>次に検索システムの大型を作ります。</a:t>
            </a:r>
            <a:endParaRPr kumimoji="1" lang="en-US" altLang="ja-JP" dirty="0"/>
          </a:p>
          <a:p>
            <a:r>
              <a:rPr kumimoji="1" lang="en-US" altLang="ja-JP" dirty="0"/>
              <a:t>HTML</a:t>
            </a:r>
            <a:r>
              <a:rPr kumimoji="1" lang="ja-JP" altLang="en-US" dirty="0"/>
              <a:t>で基本的なウェブサイトを作り、</a:t>
            </a:r>
            <a:r>
              <a:rPr kumimoji="1" lang="en-US" altLang="ja-JP" dirty="0"/>
              <a:t>JS</a:t>
            </a:r>
            <a:r>
              <a:rPr kumimoji="1" lang="ja-JP" altLang="en-US" dirty="0"/>
              <a:t>で検索機能を作りました。</a:t>
            </a:r>
            <a:endParaRPr kumimoji="1" lang="en-US" altLang="ja-JP" dirty="0"/>
          </a:p>
          <a:p>
            <a:r>
              <a:rPr kumimoji="1" lang="ja-JP" altLang="en-US" dirty="0"/>
              <a:t>先ほど作成した</a:t>
            </a:r>
            <a:r>
              <a:rPr kumimoji="1" lang="en-US" altLang="ja-JP" dirty="0"/>
              <a:t>JSON</a:t>
            </a:r>
            <a:r>
              <a:rPr kumimoji="1" lang="ja-JP" altLang="en-US" dirty="0"/>
              <a:t>から、入力やチェックされた条件に一致する</a:t>
            </a:r>
            <a:r>
              <a:rPr kumimoji="1" lang="en-US" altLang="ja-JP" dirty="0"/>
              <a:t>PDF</a:t>
            </a:r>
            <a:r>
              <a:rPr kumimoji="1" lang="ja-JP" altLang="en-US" dirty="0"/>
              <a:t>のみを表示するようにします。</a:t>
            </a:r>
            <a:endParaRPr kumimoji="1" lang="en-US" altLang="ja-JP" dirty="0"/>
          </a:p>
          <a:p>
            <a:r>
              <a:rPr kumimoji="1" lang="ja-JP" altLang="en-US" dirty="0"/>
              <a:t>しかし、バージョン</a:t>
            </a:r>
            <a:r>
              <a:rPr kumimoji="1" lang="en-US" altLang="ja-JP" dirty="0"/>
              <a:t>2.0</a:t>
            </a:r>
            <a:r>
              <a:rPr kumimoji="1" lang="ja-JP" altLang="en-US" dirty="0"/>
              <a:t>からは外部ライブラリの</a:t>
            </a:r>
            <a:r>
              <a:rPr kumimoji="1" lang="en-US" altLang="ja-JP" dirty="0"/>
              <a:t>Fuse.js</a:t>
            </a:r>
            <a:r>
              <a:rPr kumimoji="1" lang="ja-JP" altLang="en-US" dirty="0"/>
              <a:t>を使用しています。</a:t>
            </a:r>
          </a:p>
        </p:txBody>
      </p:sp>
      <p:sp>
        <p:nvSpPr>
          <p:cNvPr id="4" name="スライド番号プレースホルダー 3">
            <a:extLst>
              <a:ext uri="{FF2B5EF4-FFF2-40B4-BE49-F238E27FC236}">
                <a16:creationId xmlns:a16="http://schemas.microsoft.com/office/drawing/2014/main" id="{23EC67B6-6929-430C-BBEE-D581717A9917}"/>
              </a:ext>
            </a:extLst>
          </p:cNvPr>
          <p:cNvSpPr>
            <a:spLocks noGrp="1"/>
          </p:cNvSpPr>
          <p:nvPr>
            <p:ph type="sldNum" sz="quarter" idx="5"/>
          </p:nvPr>
        </p:nvSpPr>
        <p:spPr/>
        <p:txBody>
          <a:bodyPr/>
          <a:lstStyle/>
          <a:p>
            <a:fld id="{5D611C39-5275-4525-A24E-8AB6781B5901}" type="slidenum">
              <a:rPr kumimoji="1" lang="ja-JP" altLang="en-US" smtClean="0"/>
              <a:t>14</a:t>
            </a:fld>
            <a:endParaRPr kumimoji="1" lang="ja-JP" altLang="en-US"/>
          </a:p>
        </p:txBody>
      </p:sp>
    </p:spTree>
    <p:extLst>
      <p:ext uri="{BB962C8B-B14F-4D97-AF65-F5344CB8AC3E}">
        <p14:creationId xmlns:p14="http://schemas.microsoft.com/office/powerpoint/2010/main" val="3378973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DF312-83B6-A805-ADF3-E1F878C097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CCD7E0-6F9F-24DD-3DC0-C936DE7EE4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84E520D-5F97-3E42-015A-498C801140F6}"/>
              </a:ext>
            </a:extLst>
          </p:cNvPr>
          <p:cNvSpPr>
            <a:spLocks noGrp="1"/>
          </p:cNvSpPr>
          <p:nvPr>
            <p:ph type="body" idx="1"/>
          </p:nvPr>
        </p:nvSpPr>
        <p:spPr/>
        <p:txBody>
          <a:bodyPr/>
          <a:lstStyle/>
          <a:p>
            <a:r>
              <a:rPr kumimoji="1" lang="ja-JP" altLang="en-US" dirty="0"/>
              <a:t>最後に</a:t>
            </a:r>
            <a:r>
              <a:rPr kumimoji="1" lang="en-US" altLang="ja-JP" dirty="0"/>
              <a:t>CSS</a:t>
            </a:r>
            <a:r>
              <a:rPr kumimoji="1" lang="ja-JP" altLang="en-US" dirty="0"/>
              <a:t>で</a:t>
            </a:r>
            <a:r>
              <a:rPr kumimoji="1" lang="en-US" altLang="ja-JP" dirty="0"/>
              <a:t>UI</a:t>
            </a:r>
            <a:r>
              <a:rPr kumimoji="1" lang="ja-JP" altLang="en-US" dirty="0"/>
              <a:t>を整えます。</a:t>
            </a:r>
            <a:endParaRPr kumimoji="1" lang="en-US" altLang="ja-JP" dirty="0"/>
          </a:p>
          <a:p>
            <a:r>
              <a:rPr kumimoji="1" lang="ja-JP" altLang="en-US" dirty="0"/>
              <a:t>特に意識したことは、レスポンシブデザインとユニバーサルデザインです。</a:t>
            </a:r>
            <a:endParaRPr kumimoji="1" lang="en-US" altLang="ja-JP" dirty="0"/>
          </a:p>
          <a:p>
            <a:r>
              <a:rPr kumimoji="1" lang="ja-JP" altLang="en-US" dirty="0"/>
              <a:t>今回の探究のキッカケにもなったレイアウトの崩れが発生しないように頑張りました。</a:t>
            </a:r>
            <a:endParaRPr kumimoji="1" lang="en-US" altLang="ja-JP" dirty="0"/>
          </a:p>
          <a:p>
            <a:r>
              <a:rPr kumimoji="1" lang="ja-JP" altLang="en-US" dirty="0"/>
              <a:t>また、学校という特性上あらゆる人が使用するので、ユニバーサルデザインも気を付けました。</a:t>
            </a:r>
            <a:endParaRPr kumimoji="1" lang="en-US" altLang="ja-JP" dirty="0"/>
          </a:p>
          <a:p>
            <a:r>
              <a:rPr kumimoji="1" lang="ja-JP" altLang="en-US" dirty="0"/>
              <a:t>それに合わせ、</a:t>
            </a:r>
            <a:r>
              <a:rPr kumimoji="1" lang="en-US" altLang="ja-JP" dirty="0"/>
              <a:t>Google</a:t>
            </a:r>
            <a:r>
              <a:rPr kumimoji="1" lang="ja-JP" altLang="en-US" dirty="0"/>
              <a:t>検索などの</a:t>
            </a:r>
            <a:r>
              <a:rPr kumimoji="1" lang="en-US" altLang="ja-JP" dirty="0"/>
              <a:t>UI</a:t>
            </a:r>
            <a:r>
              <a:rPr kumimoji="1" lang="ja-JP" altLang="en-US" dirty="0"/>
              <a:t>を参考にすることで、ユーザーが使い慣れた感覚で検索できるようにしました。</a:t>
            </a:r>
            <a:endParaRPr kumimoji="1" lang="en-US" altLang="ja-JP" dirty="0"/>
          </a:p>
          <a:p>
            <a:r>
              <a:rPr kumimoji="1" lang="ja-JP" altLang="en-US" dirty="0"/>
              <a:t>おまけ程度に、ユーザーのアクションに合わせて動的に変化するようにもしました。ちょっとした違いですが、意外にも無いと寂しいので付けました。</a:t>
            </a:r>
            <a:endParaRPr kumimoji="1" lang="en-US" altLang="ja-JP" dirty="0"/>
          </a:p>
        </p:txBody>
      </p:sp>
      <p:sp>
        <p:nvSpPr>
          <p:cNvPr id="4" name="スライド番号プレースホルダー 3">
            <a:extLst>
              <a:ext uri="{FF2B5EF4-FFF2-40B4-BE49-F238E27FC236}">
                <a16:creationId xmlns:a16="http://schemas.microsoft.com/office/drawing/2014/main" id="{8D9CA18C-CABB-6346-E419-22ADD8A5F82B}"/>
              </a:ext>
            </a:extLst>
          </p:cNvPr>
          <p:cNvSpPr>
            <a:spLocks noGrp="1"/>
          </p:cNvSpPr>
          <p:nvPr>
            <p:ph type="sldNum" sz="quarter" idx="5"/>
          </p:nvPr>
        </p:nvSpPr>
        <p:spPr/>
        <p:txBody>
          <a:bodyPr/>
          <a:lstStyle/>
          <a:p>
            <a:fld id="{5D611C39-5275-4525-A24E-8AB6781B5901}" type="slidenum">
              <a:rPr kumimoji="1" lang="ja-JP" altLang="en-US" smtClean="0"/>
              <a:t>15</a:t>
            </a:fld>
            <a:endParaRPr kumimoji="1" lang="ja-JP" altLang="en-US"/>
          </a:p>
        </p:txBody>
      </p:sp>
    </p:spTree>
    <p:extLst>
      <p:ext uri="{BB962C8B-B14F-4D97-AF65-F5344CB8AC3E}">
        <p14:creationId xmlns:p14="http://schemas.microsoft.com/office/powerpoint/2010/main" val="745328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E44B-0257-7639-2941-5C3FFF9C56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3F36EB-DE1A-FAA0-1393-73E656EACA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83AE1D-C94E-9E3B-E6CD-EAA55F847872}"/>
              </a:ext>
            </a:extLst>
          </p:cNvPr>
          <p:cNvSpPr>
            <a:spLocks noGrp="1"/>
          </p:cNvSpPr>
          <p:nvPr>
            <p:ph type="body" idx="1"/>
          </p:nvPr>
        </p:nvSpPr>
        <p:spPr/>
        <p:txBody>
          <a:bodyPr/>
          <a:lstStyle/>
          <a:p>
            <a:r>
              <a:rPr kumimoji="1" lang="ja-JP" altLang="en-US" dirty="0"/>
              <a:t>検索システムが完成したので、学校のローカル</a:t>
            </a:r>
            <a:r>
              <a:rPr kumimoji="1" lang="en-US" altLang="ja-JP" dirty="0"/>
              <a:t>NAS</a:t>
            </a:r>
            <a:r>
              <a:rPr kumimoji="1" lang="ja-JP" altLang="en-US" dirty="0"/>
              <a:t>にファイルを移動し、校内</a:t>
            </a:r>
            <a:r>
              <a:rPr kumimoji="1" lang="en-US" altLang="ja-JP" dirty="0"/>
              <a:t>Wi-Fi</a:t>
            </a:r>
            <a:r>
              <a:rPr kumimoji="1" lang="ja-JP" altLang="en-US" dirty="0"/>
              <a:t>下であればどこでも誰でも開けるようにしました。生徒は表示のみ可能なので、勝手に編集されたりする心配もありません。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その後</a:t>
            </a:r>
            <a:r>
              <a:rPr kumimoji="1" lang="en-US" altLang="ja-JP" dirty="0"/>
              <a:t>22</a:t>
            </a:r>
            <a:r>
              <a:rPr kumimoji="1" lang="ja-JP" altLang="en-US" dirty="0"/>
              <a:t>回生のみんなに、使ってアンケートに回答するようにお願いました。朝礼・終礼時や、探究の授業中に教室を周らせていただき、口頭で伝えました。また、各講座の担当教師からも知らせていただきました。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検索システム内に</a:t>
            </a:r>
            <a:r>
              <a:rPr kumimoji="1" lang="en-US" altLang="ja-JP" dirty="0"/>
              <a:t>google form</a:t>
            </a:r>
            <a:r>
              <a:rPr kumimoji="1" lang="ja-JP" altLang="en-US" dirty="0"/>
              <a:t>を埋め込み、利用者の回答を待ちます。</a:t>
            </a:r>
            <a:endParaRPr kumimoji="1" lang="en-US" altLang="ja-JP" dirty="0"/>
          </a:p>
        </p:txBody>
      </p:sp>
      <p:sp>
        <p:nvSpPr>
          <p:cNvPr id="4" name="スライド番号プレースホルダー 3">
            <a:extLst>
              <a:ext uri="{FF2B5EF4-FFF2-40B4-BE49-F238E27FC236}">
                <a16:creationId xmlns:a16="http://schemas.microsoft.com/office/drawing/2014/main" id="{CCCDDCD9-F618-37D9-F672-07F4ADAAF7B2}"/>
              </a:ext>
            </a:extLst>
          </p:cNvPr>
          <p:cNvSpPr>
            <a:spLocks noGrp="1"/>
          </p:cNvSpPr>
          <p:nvPr>
            <p:ph type="sldNum" sz="quarter" idx="5"/>
          </p:nvPr>
        </p:nvSpPr>
        <p:spPr/>
        <p:txBody>
          <a:bodyPr/>
          <a:lstStyle/>
          <a:p>
            <a:fld id="{5D611C39-5275-4525-A24E-8AB6781B5901}" type="slidenum">
              <a:rPr kumimoji="1" lang="ja-JP" altLang="en-US" smtClean="0"/>
              <a:t>16</a:t>
            </a:fld>
            <a:endParaRPr kumimoji="1" lang="ja-JP" altLang="en-US"/>
          </a:p>
        </p:txBody>
      </p:sp>
    </p:spTree>
    <p:extLst>
      <p:ext uri="{BB962C8B-B14F-4D97-AF65-F5344CB8AC3E}">
        <p14:creationId xmlns:p14="http://schemas.microsoft.com/office/powerpoint/2010/main" val="3408874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29C0-5E0F-5F9B-48A2-C06BBA2CE3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A41A1B-4FE9-168E-A970-0D9BBE3744C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4D5A48-E566-244C-7C1A-2FBB00D0F38C}"/>
              </a:ext>
            </a:extLst>
          </p:cNvPr>
          <p:cNvSpPr>
            <a:spLocks noGrp="1"/>
          </p:cNvSpPr>
          <p:nvPr>
            <p:ph type="body" idx="1"/>
          </p:nvPr>
        </p:nvSpPr>
        <p:spPr/>
        <p:txBody>
          <a:bodyPr/>
          <a:lstStyle/>
          <a:p>
            <a:r>
              <a:rPr kumimoji="1" lang="ja-JP" altLang="en-US" dirty="0"/>
              <a:t>次に、</a:t>
            </a:r>
          </a:p>
        </p:txBody>
      </p:sp>
      <p:sp>
        <p:nvSpPr>
          <p:cNvPr id="4" name="スライド番号プレースホルダー 3">
            <a:extLst>
              <a:ext uri="{FF2B5EF4-FFF2-40B4-BE49-F238E27FC236}">
                <a16:creationId xmlns:a16="http://schemas.microsoft.com/office/drawing/2014/main" id="{52091705-9EF3-9498-9EF1-9CCF84794B88}"/>
              </a:ext>
            </a:extLst>
          </p:cNvPr>
          <p:cNvSpPr>
            <a:spLocks noGrp="1"/>
          </p:cNvSpPr>
          <p:nvPr>
            <p:ph type="sldNum" sz="quarter" idx="5"/>
          </p:nvPr>
        </p:nvSpPr>
        <p:spPr/>
        <p:txBody>
          <a:bodyPr/>
          <a:lstStyle/>
          <a:p>
            <a:fld id="{5D611C39-5275-4525-A24E-8AB6781B5901}" type="slidenum">
              <a:rPr kumimoji="1" lang="ja-JP" altLang="en-US" smtClean="0"/>
              <a:t>17</a:t>
            </a:fld>
            <a:endParaRPr kumimoji="1" lang="ja-JP" altLang="en-US"/>
          </a:p>
        </p:txBody>
      </p:sp>
    </p:spTree>
    <p:extLst>
      <p:ext uri="{BB962C8B-B14F-4D97-AF65-F5344CB8AC3E}">
        <p14:creationId xmlns:p14="http://schemas.microsoft.com/office/powerpoint/2010/main" val="3094081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224-D747-E877-58BB-D148D80237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544011-468D-F5AB-A83A-AD25C2112B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E67DDD-C841-97DA-B4FA-46851A13BEE0}"/>
              </a:ext>
            </a:extLst>
          </p:cNvPr>
          <p:cNvSpPr>
            <a:spLocks noGrp="1"/>
          </p:cNvSpPr>
          <p:nvPr>
            <p:ph type="body" idx="1"/>
          </p:nvPr>
        </p:nvSpPr>
        <p:spPr/>
        <p:txBody>
          <a:bodyPr/>
          <a:lstStyle/>
          <a:p>
            <a:r>
              <a:rPr kumimoji="1" lang="ja-JP" altLang="en-US" dirty="0"/>
              <a:t>システムの概要を説明します。</a:t>
            </a:r>
          </a:p>
        </p:txBody>
      </p:sp>
      <p:sp>
        <p:nvSpPr>
          <p:cNvPr id="4" name="スライド番号プレースホルダー 3">
            <a:extLst>
              <a:ext uri="{FF2B5EF4-FFF2-40B4-BE49-F238E27FC236}">
                <a16:creationId xmlns:a16="http://schemas.microsoft.com/office/drawing/2014/main" id="{03D840B0-0AA9-7E68-D4A0-228FCD473205}"/>
              </a:ext>
            </a:extLst>
          </p:cNvPr>
          <p:cNvSpPr>
            <a:spLocks noGrp="1"/>
          </p:cNvSpPr>
          <p:nvPr>
            <p:ph type="sldNum" sz="quarter" idx="5"/>
          </p:nvPr>
        </p:nvSpPr>
        <p:spPr/>
        <p:txBody>
          <a:bodyPr/>
          <a:lstStyle/>
          <a:p>
            <a:fld id="{5D611C39-5275-4525-A24E-8AB6781B5901}" type="slidenum">
              <a:rPr kumimoji="1" lang="ja-JP" altLang="en-US" smtClean="0"/>
              <a:t>18</a:t>
            </a:fld>
            <a:endParaRPr kumimoji="1" lang="ja-JP" altLang="en-US"/>
          </a:p>
        </p:txBody>
      </p:sp>
    </p:spTree>
    <p:extLst>
      <p:ext uri="{BB962C8B-B14F-4D97-AF65-F5344CB8AC3E}">
        <p14:creationId xmlns:p14="http://schemas.microsoft.com/office/powerpoint/2010/main" val="2337129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32CC2-B446-C2BA-F92E-327E7EEAD3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662FA0-575F-EA41-7B51-D752EDF68C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E607FE-4189-4695-5046-B29EB778D3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77FB1FD-3793-2F00-6EC8-EF6BC6DCA32C}"/>
              </a:ext>
            </a:extLst>
          </p:cNvPr>
          <p:cNvSpPr>
            <a:spLocks noGrp="1"/>
          </p:cNvSpPr>
          <p:nvPr>
            <p:ph type="sldNum" sz="quarter" idx="5"/>
          </p:nvPr>
        </p:nvSpPr>
        <p:spPr/>
        <p:txBody>
          <a:bodyPr/>
          <a:lstStyle/>
          <a:p>
            <a:fld id="{5D611C39-5275-4525-A24E-8AB6781B5901}" type="slidenum">
              <a:rPr kumimoji="1" lang="ja-JP" altLang="en-US" smtClean="0"/>
              <a:t>19</a:t>
            </a:fld>
            <a:endParaRPr kumimoji="1" lang="ja-JP" altLang="en-US"/>
          </a:p>
        </p:txBody>
      </p:sp>
    </p:spTree>
    <p:extLst>
      <p:ext uri="{BB962C8B-B14F-4D97-AF65-F5344CB8AC3E}">
        <p14:creationId xmlns:p14="http://schemas.microsoft.com/office/powerpoint/2010/main" val="3759139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A79A4-B2DA-53CC-E40B-498AE8A6BF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E2D0F9-5C95-A74A-AA80-3F739FAE41E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13FA91-9E3E-2A8D-8122-21411CDE7229}"/>
              </a:ext>
            </a:extLst>
          </p:cNvPr>
          <p:cNvSpPr>
            <a:spLocks noGrp="1"/>
          </p:cNvSpPr>
          <p:nvPr>
            <p:ph type="body" idx="1"/>
          </p:nvPr>
        </p:nvSpPr>
        <p:spPr/>
        <p:txBody>
          <a:bodyPr/>
          <a:lstStyle/>
          <a:p>
            <a:r>
              <a:rPr kumimoji="1" lang="ja-JP" altLang="en-US" dirty="0"/>
              <a:t>検索システムはこのような感じです。</a:t>
            </a:r>
          </a:p>
        </p:txBody>
      </p:sp>
      <p:sp>
        <p:nvSpPr>
          <p:cNvPr id="4" name="スライド番号プレースホルダー 3">
            <a:extLst>
              <a:ext uri="{FF2B5EF4-FFF2-40B4-BE49-F238E27FC236}">
                <a16:creationId xmlns:a16="http://schemas.microsoft.com/office/drawing/2014/main" id="{C4DCE88E-24DF-23DE-601B-076C2C10A70F}"/>
              </a:ext>
            </a:extLst>
          </p:cNvPr>
          <p:cNvSpPr>
            <a:spLocks noGrp="1"/>
          </p:cNvSpPr>
          <p:nvPr>
            <p:ph type="sldNum" sz="quarter" idx="5"/>
          </p:nvPr>
        </p:nvSpPr>
        <p:spPr/>
        <p:txBody>
          <a:bodyPr/>
          <a:lstStyle/>
          <a:p>
            <a:fld id="{5D611C39-5275-4525-A24E-8AB6781B5901}" type="slidenum">
              <a:rPr kumimoji="1" lang="ja-JP" altLang="en-US" smtClean="0"/>
              <a:t>20</a:t>
            </a:fld>
            <a:endParaRPr kumimoji="1" lang="ja-JP" altLang="en-US"/>
          </a:p>
        </p:txBody>
      </p:sp>
    </p:spTree>
    <p:extLst>
      <p:ext uri="{BB962C8B-B14F-4D97-AF65-F5344CB8AC3E}">
        <p14:creationId xmlns:p14="http://schemas.microsoft.com/office/powerpoint/2010/main" val="834751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16D96-6049-E5E0-B3EA-B14598AF22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5F223F-B1B3-7A20-62ED-296B41DA73E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26C3AA-AE41-29A4-2957-BE8B46C500FA}"/>
              </a:ext>
            </a:extLst>
          </p:cNvPr>
          <p:cNvSpPr>
            <a:spLocks noGrp="1"/>
          </p:cNvSpPr>
          <p:nvPr>
            <p:ph type="body" idx="1"/>
          </p:nvPr>
        </p:nvSpPr>
        <p:spPr/>
        <p:txBody>
          <a:bodyPr/>
          <a:lstStyle/>
          <a:p>
            <a:r>
              <a:rPr kumimoji="1" lang="ja-JP" altLang="en-US" dirty="0"/>
              <a:t>スクロールに合わせてヘッダーが出たり入ったりします。最上部以外ではトップに戻るボタンが表示されます。</a:t>
            </a:r>
            <a:endParaRPr kumimoji="1" lang="en-US" altLang="ja-JP" dirty="0"/>
          </a:p>
        </p:txBody>
      </p:sp>
      <p:sp>
        <p:nvSpPr>
          <p:cNvPr id="4" name="スライド番号プレースホルダー 3">
            <a:extLst>
              <a:ext uri="{FF2B5EF4-FFF2-40B4-BE49-F238E27FC236}">
                <a16:creationId xmlns:a16="http://schemas.microsoft.com/office/drawing/2014/main" id="{FFABBC4E-6641-D32E-881D-B847C4E36C34}"/>
              </a:ext>
            </a:extLst>
          </p:cNvPr>
          <p:cNvSpPr>
            <a:spLocks noGrp="1"/>
          </p:cNvSpPr>
          <p:nvPr>
            <p:ph type="sldNum" sz="quarter" idx="5"/>
          </p:nvPr>
        </p:nvSpPr>
        <p:spPr/>
        <p:txBody>
          <a:bodyPr/>
          <a:lstStyle/>
          <a:p>
            <a:fld id="{5D611C39-5275-4525-A24E-8AB6781B5901}" type="slidenum">
              <a:rPr kumimoji="1" lang="ja-JP" altLang="en-US" smtClean="0"/>
              <a:t>21</a:t>
            </a:fld>
            <a:endParaRPr kumimoji="1" lang="ja-JP" altLang="en-US"/>
          </a:p>
        </p:txBody>
      </p:sp>
    </p:spTree>
    <p:extLst>
      <p:ext uri="{BB962C8B-B14F-4D97-AF65-F5344CB8AC3E}">
        <p14:creationId xmlns:p14="http://schemas.microsoft.com/office/powerpoint/2010/main" val="3859865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9B8F4-FCCE-F323-5B91-2BC0789AAF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0AE7E3-C85C-9DF8-453D-6A0763A5EE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FB5A1BE-7CFA-23A0-7440-1AB5359F6B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7B9F072-AF97-1681-AFEF-FB710E47465D}"/>
              </a:ext>
            </a:extLst>
          </p:cNvPr>
          <p:cNvSpPr>
            <a:spLocks noGrp="1"/>
          </p:cNvSpPr>
          <p:nvPr>
            <p:ph type="sldNum" sz="quarter" idx="5"/>
          </p:nvPr>
        </p:nvSpPr>
        <p:spPr/>
        <p:txBody>
          <a:bodyPr/>
          <a:lstStyle/>
          <a:p>
            <a:fld id="{5D611C39-5275-4525-A24E-8AB6781B5901}" type="slidenum">
              <a:rPr kumimoji="1" lang="ja-JP" altLang="en-US" smtClean="0"/>
              <a:t>22</a:t>
            </a:fld>
            <a:endParaRPr kumimoji="1" lang="ja-JP" altLang="en-US"/>
          </a:p>
        </p:txBody>
      </p:sp>
    </p:spTree>
    <p:extLst>
      <p:ext uri="{BB962C8B-B14F-4D97-AF65-F5344CB8AC3E}">
        <p14:creationId xmlns:p14="http://schemas.microsoft.com/office/powerpoint/2010/main" val="117628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E3FE7-3FDD-6302-FC4E-4A70C2AEFE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B62333-5CD3-1E3E-5505-6094815542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855EA2-998F-3BE8-CF16-C7E9EF9FDE62}"/>
              </a:ext>
            </a:extLst>
          </p:cNvPr>
          <p:cNvSpPr>
            <a:spLocks noGrp="1"/>
          </p:cNvSpPr>
          <p:nvPr>
            <p:ph type="body" idx="1"/>
          </p:nvPr>
        </p:nvSpPr>
        <p:spPr/>
        <p:txBody>
          <a:bodyPr/>
          <a:lstStyle/>
          <a:p>
            <a:r>
              <a:rPr kumimoji="1" lang="ja-JP" altLang="en-US" dirty="0"/>
              <a:t>右上のテンテンテンは設定ボタンです。</a:t>
            </a:r>
          </a:p>
        </p:txBody>
      </p:sp>
      <p:sp>
        <p:nvSpPr>
          <p:cNvPr id="4" name="スライド番号プレースホルダー 3">
            <a:extLst>
              <a:ext uri="{FF2B5EF4-FFF2-40B4-BE49-F238E27FC236}">
                <a16:creationId xmlns:a16="http://schemas.microsoft.com/office/drawing/2014/main" id="{2FDC5B58-0F94-0C2F-4E67-CC43EB57792D}"/>
              </a:ext>
            </a:extLst>
          </p:cNvPr>
          <p:cNvSpPr>
            <a:spLocks noGrp="1"/>
          </p:cNvSpPr>
          <p:nvPr>
            <p:ph type="sldNum" sz="quarter" idx="5"/>
          </p:nvPr>
        </p:nvSpPr>
        <p:spPr/>
        <p:txBody>
          <a:bodyPr/>
          <a:lstStyle/>
          <a:p>
            <a:fld id="{5D611C39-5275-4525-A24E-8AB6781B5901}" type="slidenum">
              <a:rPr kumimoji="1" lang="ja-JP" altLang="en-US" smtClean="0"/>
              <a:t>23</a:t>
            </a:fld>
            <a:endParaRPr kumimoji="1" lang="ja-JP" altLang="en-US"/>
          </a:p>
        </p:txBody>
      </p:sp>
    </p:spTree>
    <p:extLst>
      <p:ext uri="{BB962C8B-B14F-4D97-AF65-F5344CB8AC3E}">
        <p14:creationId xmlns:p14="http://schemas.microsoft.com/office/powerpoint/2010/main" val="4846696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85A10-72D7-9E2C-0444-D985BE1C98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2CE518-A9E5-B9BB-A8C5-6E8DAE1358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EFD71E-5C6D-6F1B-E7AB-0DFF0BDEAFF2}"/>
              </a:ext>
            </a:extLst>
          </p:cNvPr>
          <p:cNvSpPr>
            <a:spLocks noGrp="1"/>
          </p:cNvSpPr>
          <p:nvPr>
            <p:ph type="body" idx="1"/>
          </p:nvPr>
        </p:nvSpPr>
        <p:spPr/>
        <p:txBody>
          <a:bodyPr/>
          <a:lstStyle/>
          <a:p>
            <a:r>
              <a:rPr kumimoji="1" lang="ja-JP" altLang="en-US" dirty="0"/>
              <a:t>並び替えとダークモードのオンオフを切り替えれます。</a:t>
            </a:r>
          </a:p>
        </p:txBody>
      </p:sp>
      <p:sp>
        <p:nvSpPr>
          <p:cNvPr id="4" name="スライド番号プレースホルダー 3">
            <a:extLst>
              <a:ext uri="{FF2B5EF4-FFF2-40B4-BE49-F238E27FC236}">
                <a16:creationId xmlns:a16="http://schemas.microsoft.com/office/drawing/2014/main" id="{FDEB3C30-DA54-1B16-223D-FD5B0B2F741C}"/>
              </a:ext>
            </a:extLst>
          </p:cNvPr>
          <p:cNvSpPr>
            <a:spLocks noGrp="1"/>
          </p:cNvSpPr>
          <p:nvPr>
            <p:ph type="sldNum" sz="quarter" idx="5"/>
          </p:nvPr>
        </p:nvSpPr>
        <p:spPr/>
        <p:txBody>
          <a:bodyPr/>
          <a:lstStyle/>
          <a:p>
            <a:fld id="{5D611C39-5275-4525-A24E-8AB6781B5901}" type="slidenum">
              <a:rPr kumimoji="1" lang="ja-JP" altLang="en-US" smtClean="0"/>
              <a:t>24</a:t>
            </a:fld>
            <a:endParaRPr kumimoji="1" lang="ja-JP" altLang="en-US"/>
          </a:p>
        </p:txBody>
      </p:sp>
    </p:spTree>
    <p:extLst>
      <p:ext uri="{BB962C8B-B14F-4D97-AF65-F5344CB8AC3E}">
        <p14:creationId xmlns:p14="http://schemas.microsoft.com/office/powerpoint/2010/main" val="524771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0544-BC8B-1BCA-C84E-740AC98BC8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21A2E1-86DB-60F6-A897-CE91A5025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46092E-12D5-3572-8E9D-C1B18B95616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3E48098-9781-8998-2268-DCE185B79CDB}"/>
              </a:ext>
            </a:extLst>
          </p:cNvPr>
          <p:cNvSpPr>
            <a:spLocks noGrp="1"/>
          </p:cNvSpPr>
          <p:nvPr>
            <p:ph type="sldNum" sz="quarter" idx="5"/>
          </p:nvPr>
        </p:nvSpPr>
        <p:spPr/>
        <p:txBody>
          <a:bodyPr/>
          <a:lstStyle/>
          <a:p>
            <a:fld id="{5D611C39-5275-4525-A24E-8AB6781B5901}" type="slidenum">
              <a:rPr kumimoji="1" lang="ja-JP" altLang="en-US" smtClean="0"/>
              <a:t>25</a:t>
            </a:fld>
            <a:endParaRPr kumimoji="1" lang="ja-JP" altLang="en-US"/>
          </a:p>
        </p:txBody>
      </p:sp>
    </p:spTree>
    <p:extLst>
      <p:ext uri="{BB962C8B-B14F-4D97-AF65-F5344CB8AC3E}">
        <p14:creationId xmlns:p14="http://schemas.microsoft.com/office/powerpoint/2010/main" val="792642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D6494-A1DA-C964-4067-84FD53C90D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E49C86-F8F8-EF18-353B-B5D9D19E97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0F4F657-F45A-740A-1BC9-804D120FD6BC}"/>
              </a:ext>
            </a:extLst>
          </p:cNvPr>
          <p:cNvSpPr>
            <a:spLocks noGrp="1"/>
          </p:cNvSpPr>
          <p:nvPr>
            <p:ph type="body" idx="1"/>
          </p:nvPr>
        </p:nvSpPr>
        <p:spPr/>
        <p:txBody>
          <a:bodyPr/>
          <a:lstStyle/>
          <a:p>
            <a:r>
              <a:rPr kumimoji="1" lang="ja-JP" altLang="en-US" dirty="0"/>
              <a:t>並び替えは実演しませんが、</a:t>
            </a:r>
          </a:p>
        </p:txBody>
      </p:sp>
      <p:sp>
        <p:nvSpPr>
          <p:cNvPr id="4" name="スライド番号プレースホルダー 3">
            <a:extLst>
              <a:ext uri="{FF2B5EF4-FFF2-40B4-BE49-F238E27FC236}">
                <a16:creationId xmlns:a16="http://schemas.microsoft.com/office/drawing/2014/main" id="{9C45B0B5-550E-1C78-2068-609FBFEA9B8D}"/>
              </a:ext>
            </a:extLst>
          </p:cNvPr>
          <p:cNvSpPr>
            <a:spLocks noGrp="1"/>
          </p:cNvSpPr>
          <p:nvPr>
            <p:ph type="sldNum" sz="quarter" idx="5"/>
          </p:nvPr>
        </p:nvSpPr>
        <p:spPr/>
        <p:txBody>
          <a:bodyPr/>
          <a:lstStyle/>
          <a:p>
            <a:fld id="{5D611C39-5275-4525-A24E-8AB6781B5901}" type="slidenum">
              <a:rPr kumimoji="1" lang="ja-JP" altLang="en-US" smtClean="0"/>
              <a:t>26</a:t>
            </a:fld>
            <a:endParaRPr kumimoji="1" lang="ja-JP" altLang="en-US"/>
          </a:p>
        </p:txBody>
      </p:sp>
    </p:spTree>
    <p:extLst>
      <p:ext uri="{BB962C8B-B14F-4D97-AF65-F5344CB8AC3E}">
        <p14:creationId xmlns:p14="http://schemas.microsoft.com/office/powerpoint/2010/main" val="1923279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A411A-083A-1654-9069-8FEACEC82E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69A5DE-BEF5-76B4-48C1-DFE9446EA7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61A1A9-925A-B5D8-6EE3-A389B1D9D3AD}"/>
              </a:ext>
            </a:extLst>
          </p:cNvPr>
          <p:cNvSpPr>
            <a:spLocks noGrp="1"/>
          </p:cNvSpPr>
          <p:nvPr>
            <p:ph type="body" idx="1"/>
          </p:nvPr>
        </p:nvSpPr>
        <p:spPr/>
        <p:txBody>
          <a:bodyPr/>
          <a:lstStyle/>
          <a:p>
            <a:r>
              <a:rPr kumimoji="1" lang="ja-JP" altLang="en-US" dirty="0"/>
              <a:t>ダークモードは</a:t>
            </a:r>
          </a:p>
        </p:txBody>
      </p:sp>
      <p:sp>
        <p:nvSpPr>
          <p:cNvPr id="4" name="スライド番号プレースホルダー 3">
            <a:extLst>
              <a:ext uri="{FF2B5EF4-FFF2-40B4-BE49-F238E27FC236}">
                <a16:creationId xmlns:a16="http://schemas.microsoft.com/office/drawing/2014/main" id="{F0E9FC41-BA23-A1D5-D7A9-0115444D8B48}"/>
              </a:ext>
            </a:extLst>
          </p:cNvPr>
          <p:cNvSpPr>
            <a:spLocks noGrp="1"/>
          </p:cNvSpPr>
          <p:nvPr>
            <p:ph type="sldNum" sz="quarter" idx="5"/>
          </p:nvPr>
        </p:nvSpPr>
        <p:spPr/>
        <p:txBody>
          <a:bodyPr/>
          <a:lstStyle/>
          <a:p>
            <a:fld id="{5D611C39-5275-4525-A24E-8AB6781B5901}" type="slidenum">
              <a:rPr kumimoji="1" lang="ja-JP" altLang="en-US" smtClean="0"/>
              <a:t>27</a:t>
            </a:fld>
            <a:endParaRPr kumimoji="1" lang="ja-JP" altLang="en-US"/>
          </a:p>
        </p:txBody>
      </p:sp>
    </p:spTree>
    <p:extLst>
      <p:ext uri="{BB962C8B-B14F-4D97-AF65-F5344CB8AC3E}">
        <p14:creationId xmlns:p14="http://schemas.microsoft.com/office/powerpoint/2010/main" val="21600253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84AD0-F4FC-852C-BFC2-4799A51BD3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FD7A4B-846B-D50C-8435-21FE254A33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7625FA-3122-2010-2012-534E46C88571}"/>
              </a:ext>
            </a:extLst>
          </p:cNvPr>
          <p:cNvSpPr>
            <a:spLocks noGrp="1"/>
          </p:cNvSpPr>
          <p:nvPr>
            <p:ph type="body" idx="1"/>
          </p:nvPr>
        </p:nvSpPr>
        <p:spPr/>
        <p:txBody>
          <a:bodyPr/>
          <a:lstStyle/>
          <a:p>
            <a:r>
              <a:rPr kumimoji="1" lang="ja-JP" altLang="en-US" dirty="0"/>
              <a:t>こんな感じです。</a:t>
            </a:r>
          </a:p>
        </p:txBody>
      </p:sp>
      <p:sp>
        <p:nvSpPr>
          <p:cNvPr id="4" name="スライド番号プレースホルダー 3">
            <a:extLst>
              <a:ext uri="{FF2B5EF4-FFF2-40B4-BE49-F238E27FC236}">
                <a16:creationId xmlns:a16="http://schemas.microsoft.com/office/drawing/2014/main" id="{877A6FC3-C5A6-3E52-9A31-FD6072CFBBFF}"/>
              </a:ext>
            </a:extLst>
          </p:cNvPr>
          <p:cNvSpPr>
            <a:spLocks noGrp="1"/>
          </p:cNvSpPr>
          <p:nvPr>
            <p:ph type="sldNum" sz="quarter" idx="5"/>
          </p:nvPr>
        </p:nvSpPr>
        <p:spPr/>
        <p:txBody>
          <a:bodyPr/>
          <a:lstStyle/>
          <a:p>
            <a:fld id="{5D611C39-5275-4525-A24E-8AB6781B5901}" type="slidenum">
              <a:rPr kumimoji="1" lang="ja-JP" altLang="en-US" smtClean="0"/>
              <a:t>28</a:t>
            </a:fld>
            <a:endParaRPr kumimoji="1" lang="ja-JP" altLang="en-US"/>
          </a:p>
        </p:txBody>
      </p:sp>
    </p:spTree>
    <p:extLst>
      <p:ext uri="{BB962C8B-B14F-4D97-AF65-F5344CB8AC3E}">
        <p14:creationId xmlns:p14="http://schemas.microsoft.com/office/powerpoint/2010/main" val="4275529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DCA78-2653-3626-D11C-6FAE5A2515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D4AA0D-E92E-08C2-9935-E756C25B5C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0A1208-AFA0-593E-27CA-83A434DE88F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6BDF424-B53E-6C73-50A4-46FF0C1DB71F}"/>
              </a:ext>
            </a:extLst>
          </p:cNvPr>
          <p:cNvSpPr>
            <a:spLocks noGrp="1"/>
          </p:cNvSpPr>
          <p:nvPr>
            <p:ph type="sldNum" sz="quarter" idx="5"/>
          </p:nvPr>
        </p:nvSpPr>
        <p:spPr/>
        <p:txBody>
          <a:bodyPr/>
          <a:lstStyle/>
          <a:p>
            <a:fld id="{5D611C39-5275-4525-A24E-8AB6781B5901}" type="slidenum">
              <a:rPr kumimoji="1" lang="ja-JP" altLang="en-US" smtClean="0"/>
              <a:t>29</a:t>
            </a:fld>
            <a:endParaRPr kumimoji="1" lang="ja-JP" altLang="en-US"/>
          </a:p>
        </p:txBody>
      </p:sp>
    </p:spTree>
    <p:extLst>
      <p:ext uri="{BB962C8B-B14F-4D97-AF65-F5344CB8AC3E}">
        <p14:creationId xmlns:p14="http://schemas.microsoft.com/office/powerpoint/2010/main" val="20744502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950B-F2C9-23CF-19A9-BFFE378840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4421A5-C880-A0C8-F85D-10CF17B267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981854-296D-A7F3-238C-B2031E2430EB}"/>
              </a:ext>
            </a:extLst>
          </p:cNvPr>
          <p:cNvSpPr>
            <a:spLocks noGrp="1"/>
          </p:cNvSpPr>
          <p:nvPr>
            <p:ph type="body" idx="1"/>
          </p:nvPr>
        </p:nvSpPr>
        <p:spPr/>
        <p:txBody>
          <a:bodyPr/>
          <a:lstStyle/>
          <a:p>
            <a:r>
              <a:rPr kumimoji="1" lang="ja-JP" altLang="en-US" dirty="0"/>
              <a:t>ライトモードに戻ります。</a:t>
            </a:r>
          </a:p>
        </p:txBody>
      </p:sp>
      <p:sp>
        <p:nvSpPr>
          <p:cNvPr id="4" name="スライド番号プレースホルダー 3">
            <a:extLst>
              <a:ext uri="{FF2B5EF4-FFF2-40B4-BE49-F238E27FC236}">
                <a16:creationId xmlns:a16="http://schemas.microsoft.com/office/drawing/2014/main" id="{E9C0905F-E027-68B9-8A60-C6023EA59D0A}"/>
              </a:ext>
            </a:extLst>
          </p:cNvPr>
          <p:cNvSpPr>
            <a:spLocks noGrp="1"/>
          </p:cNvSpPr>
          <p:nvPr>
            <p:ph type="sldNum" sz="quarter" idx="5"/>
          </p:nvPr>
        </p:nvSpPr>
        <p:spPr/>
        <p:txBody>
          <a:bodyPr/>
          <a:lstStyle/>
          <a:p>
            <a:fld id="{5D611C39-5275-4525-A24E-8AB6781B5901}" type="slidenum">
              <a:rPr kumimoji="1" lang="ja-JP" altLang="en-US" smtClean="0"/>
              <a:t>30</a:t>
            </a:fld>
            <a:endParaRPr kumimoji="1" lang="ja-JP" altLang="en-US"/>
          </a:p>
        </p:txBody>
      </p:sp>
    </p:spTree>
    <p:extLst>
      <p:ext uri="{BB962C8B-B14F-4D97-AF65-F5344CB8AC3E}">
        <p14:creationId xmlns:p14="http://schemas.microsoft.com/office/powerpoint/2010/main" val="13967190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DF3D0-57BC-4C7A-DB8B-4849D9E6E7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E12FFA-DAF9-6A82-4B64-7E9EB6A9E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C6D8537-D8DE-3B1F-EB3C-492C673521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ABF7B3B-7D22-BD81-3FC5-795B1D2E3562}"/>
              </a:ext>
            </a:extLst>
          </p:cNvPr>
          <p:cNvSpPr>
            <a:spLocks noGrp="1"/>
          </p:cNvSpPr>
          <p:nvPr>
            <p:ph type="sldNum" sz="quarter" idx="5"/>
          </p:nvPr>
        </p:nvSpPr>
        <p:spPr/>
        <p:txBody>
          <a:bodyPr/>
          <a:lstStyle/>
          <a:p>
            <a:fld id="{5D611C39-5275-4525-A24E-8AB6781B5901}" type="slidenum">
              <a:rPr kumimoji="1" lang="ja-JP" altLang="en-US" smtClean="0"/>
              <a:t>31</a:t>
            </a:fld>
            <a:endParaRPr kumimoji="1" lang="ja-JP" altLang="en-US"/>
          </a:p>
        </p:txBody>
      </p:sp>
    </p:spTree>
    <p:extLst>
      <p:ext uri="{BB962C8B-B14F-4D97-AF65-F5344CB8AC3E}">
        <p14:creationId xmlns:p14="http://schemas.microsoft.com/office/powerpoint/2010/main" val="1550001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70C21-A9EB-5A36-B399-DB8B0ED218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B26351-8614-17FB-FB32-3C01DF5D666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C6B08B-A9F1-3B83-EF0C-E9A4A359A943}"/>
              </a:ext>
            </a:extLst>
          </p:cNvPr>
          <p:cNvSpPr>
            <a:spLocks noGrp="1"/>
          </p:cNvSpPr>
          <p:nvPr>
            <p:ph type="body" idx="1"/>
          </p:nvPr>
        </p:nvSpPr>
        <p:spPr/>
        <p:txBody>
          <a:bodyPr/>
          <a:lstStyle/>
          <a:p>
            <a:r>
              <a:rPr kumimoji="1" lang="ja-JP" altLang="en-US" dirty="0"/>
              <a:t>ワード検索では、タイトルはもちろん、作者やキーワードからも検索できます。</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B4CE76C6-822F-2FD8-53B6-DB18751015B6}"/>
              </a:ext>
            </a:extLst>
          </p:cNvPr>
          <p:cNvSpPr>
            <a:spLocks noGrp="1"/>
          </p:cNvSpPr>
          <p:nvPr>
            <p:ph type="sldNum" sz="quarter" idx="5"/>
          </p:nvPr>
        </p:nvSpPr>
        <p:spPr/>
        <p:txBody>
          <a:bodyPr/>
          <a:lstStyle/>
          <a:p>
            <a:fld id="{5D611C39-5275-4525-A24E-8AB6781B5901}" type="slidenum">
              <a:rPr kumimoji="1" lang="ja-JP" altLang="en-US" smtClean="0"/>
              <a:t>32</a:t>
            </a:fld>
            <a:endParaRPr kumimoji="1" lang="ja-JP" altLang="en-US"/>
          </a:p>
        </p:txBody>
      </p:sp>
    </p:spTree>
    <p:extLst>
      <p:ext uri="{BB962C8B-B14F-4D97-AF65-F5344CB8AC3E}">
        <p14:creationId xmlns:p14="http://schemas.microsoft.com/office/powerpoint/2010/main" val="28196610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2A4B-0C7C-74B7-7B80-C10EAE8320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1E3564-3159-E535-424D-FA07E6A65D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B939BD-3935-86D0-7F0D-D4CE3B1EC47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5115D03-4151-824F-88E8-3C74BC7811D6}"/>
              </a:ext>
            </a:extLst>
          </p:cNvPr>
          <p:cNvSpPr>
            <a:spLocks noGrp="1"/>
          </p:cNvSpPr>
          <p:nvPr>
            <p:ph type="sldNum" sz="quarter" idx="5"/>
          </p:nvPr>
        </p:nvSpPr>
        <p:spPr/>
        <p:txBody>
          <a:bodyPr/>
          <a:lstStyle/>
          <a:p>
            <a:fld id="{5D611C39-5275-4525-A24E-8AB6781B5901}" type="slidenum">
              <a:rPr kumimoji="1" lang="ja-JP" altLang="en-US" smtClean="0"/>
              <a:t>33</a:t>
            </a:fld>
            <a:endParaRPr kumimoji="1" lang="ja-JP" altLang="en-US"/>
          </a:p>
        </p:txBody>
      </p:sp>
    </p:spTree>
    <p:extLst>
      <p:ext uri="{BB962C8B-B14F-4D97-AF65-F5344CB8AC3E}">
        <p14:creationId xmlns:p14="http://schemas.microsoft.com/office/powerpoint/2010/main" val="6487402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61B1F-5769-A362-0B19-91CD8FE7C3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F1F0D80-EC8B-9F45-D821-95FDC7B434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CFDA70-5678-F5D0-E33B-B8CB2B4BCDBF}"/>
              </a:ext>
            </a:extLst>
          </p:cNvPr>
          <p:cNvSpPr>
            <a:spLocks noGrp="1"/>
          </p:cNvSpPr>
          <p:nvPr>
            <p:ph type="body" idx="1"/>
          </p:nvPr>
        </p:nvSpPr>
        <p:spPr/>
        <p:txBody>
          <a:bodyPr/>
          <a:lstStyle/>
          <a:p>
            <a:r>
              <a:rPr kumimoji="1" lang="ja-JP" altLang="en-US" dirty="0"/>
              <a:t>「システム」に該当するポスターだけが表示されます。</a:t>
            </a:r>
          </a:p>
        </p:txBody>
      </p:sp>
      <p:sp>
        <p:nvSpPr>
          <p:cNvPr id="4" name="スライド番号プレースホルダー 3">
            <a:extLst>
              <a:ext uri="{FF2B5EF4-FFF2-40B4-BE49-F238E27FC236}">
                <a16:creationId xmlns:a16="http://schemas.microsoft.com/office/drawing/2014/main" id="{AECF5B2C-D20A-5B3E-C148-2252AB197D77}"/>
              </a:ext>
            </a:extLst>
          </p:cNvPr>
          <p:cNvSpPr>
            <a:spLocks noGrp="1"/>
          </p:cNvSpPr>
          <p:nvPr>
            <p:ph type="sldNum" sz="quarter" idx="5"/>
          </p:nvPr>
        </p:nvSpPr>
        <p:spPr/>
        <p:txBody>
          <a:bodyPr/>
          <a:lstStyle/>
          <a:p>
            <a:fld id="{5D611C39-5275-4525-A24E-8AB6781B5901}" type="slidenum">
              <a:rPr kumimoji="1" lang="ja-JP" altLang="en-US" smtClean="0"/>
              <a:t>34</a:t>
            </a:fld>
            <a:endParaRPr kumimoji="1" lang="ja-JP" altLang="en-US"/>
          </a:p>
        </p:txBody>
      </p:sp>
    </p:spTree>
    <p:extLst>
      <p:ext uri="{BB962C8B-B14F-4D97-AF65-F5344CB8AC3E}">
        <p14:creationId xmlns:p14="http://schemas.microsoft.com/office/powerpoint/2010/main" val="24720480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CDA50-AFE5-D987-3DDB-16C23AB28E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A3087F-C2E0-D591-CE87-6B90EBFB72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EFB7A5-CCC8-FCA3-3997-0FB2E0EE5107}"/>
              </a:ext>
            </a:extLst>
          </p:cNvPr>
          <p:cNvSpPr>
            <a:spLocks noGrp="1"/>
          </p:cNvSpPr>
          <p:nvPr>
            <p:ph type="body" idx="1"/>
          </p:nvPr>
        </p:nvSpPr>
        <p:spPr/>
        <p:txBody>
          <a:bodyPr/>
          <a:lstStyle/>
          <a:p>
            <a:r>
              <a:rPr kumimoji="1" lang="ja-JP" altLang="en-US" dirty="0"/>
              <a:t>さらに、期生やジャンルで</a:t>
            </a:r>
          </a:p>
        </p:txBody>
      </p:sp>
      <p:sp>
        <p:nvSpPr>
          <p:cNvPr id="4" name="スライド番号プレースホルダー 3">
            <a:extLst>
              <a:ext uri="{FF2B5EF4-FFF2-40B4-BE49-F238E27FC236}">
                <a16:creationId xmlns:a16="http://schemas.microsoft.com/office/drawing/2014/main" id="{3F09693A-E709-6BFA-1F9B-EFF545EB57E2}"/>
              </a:ext>
            </a:extLst>
          </p:cNvPr>
          <p:cNvSpPr>
            <a:spLocks noGrp="1"/>
          </p:cNvSpPr>
          <p:nvPr>
            <p:ph type="sldNum" sz="quarter" idx="5"/>
          </p:nvPr>
        </p:nvSpPr>
        <p:spPr/>
        <p:txBody>
          <a:bodyPr/>
          <a:lstStyle/>
          <a:p>
            <a:fld id="{5D611C39-5275-4525-A24E-8AB6781B5901}" type="slidenum">
              <a:rPr kumimoji="1" lang="ja-JP" altLang="en-US" smtClean="0"/>
              <a:t>35</a:t>
            </a:fld>
            <a:endParaRPr kumimoji="1" lang="ja-JP" altLang="en-US"/>
          </a:p>
        </p:txBody>
      </p:sp>
    </p:spTree>
    <p:extLst>
      <p:ext uri="{BB962C8B-B14F-4D97-AF65-F5344CB8AC3E}">
        <p14:creationId xmlns:p14="http://schemas.microsoft.com/office/powerpoint/2010/main" val="532555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D66BE-34B8-BCB6-7642-5C41E0CBF1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304A0D-A6E0-8D88-6796-3D89560D17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953EC7-1ADA-989E-79F9-B2EFA4EA76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3A9938-9C3B-216B-4730-887BACD32A62}"/>
              </a:ext>
            </a:extLst>
          </p:cNvPr>
          <p:cNvSpPr>
            <a:spLocks noGrp="1"/>
          </p:cNvSpPr>
          <p:nvPr>
            <p:ph type="sldNum" sz="quarter" idx="5"/>
          </p:nvPr>
        </p:nvSpPr>
        <p:spPr/>
        <p:txBody>
          <a:bodyPr/>
          <a:lstStyle/>
          <a:p>
            <a:fld id="{5D611C39-5275-4525-A24E-8AB6781B5901}" type="slidenum">
              <a:rPr kumimoji="1" lang="ja-JP" altLang="en-US" smtClean="0"/>
              <a:t>36</a:t>
            </a:fld>
            <a:endParaRPr kumimoji="1" lang="ja-JP" altLang="en-US"/>
          </a:p>
        </p:txBody>
      </p:sp>
    </p:spTree>
    <p:extLst>
      <p:ext uri="{BB962C8B-B14F-4D97-AF65-F5344CB8AC3E}">
        <p14:creationId xmlns:p14="http://schemas.microsoft.com/office/powerpoint/2010/main" val="3805327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53A7-87CF-1AE7-880E-435FA6FF37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C038ABB-6709-1E72-9071-A2E6AB48B7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25580AF-D8E4-6556-43C2-0F6B84D0347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403EE1-815B-F8A5-32AF-FF59962AC198}"/>
              </a:ext>
            </a:extLst>
          </p:cNvPr>
          <p:cNvSpPr>
            <a:spLocks noGrp="1"/>
          </p:cNvSpPr>
          <p:nvPr>
            <p:ph type="sldNum" sz="quarter" idx="5"/>
          </p:nvPr>
        </p:nvSpPr>
        <p:spPr/>
        <p:txBody>
          <a:bodyPr/>
          <a:lstStyle/>
          <a:p>
            <a:fld id="{5D611C39-5275-4525-A24E-8AB6781B5901}" type="slidenum">
              <a:rPr kumimoji="1" lang="ja-JP" altLang="en-US" smtClean="0"/>
              <a:t>37</a:t>
            </a:fld>
            <a:endParaRPr kumimoji="1" lang="ja-JP" altLang="en-US"/>
          </a:p>
        </p:txBody>
      </p:sp>
    </p:spTree>
    <p:extLst>
      <p:ext uri="{BB962C8B-B14F-4D97-AF65-F5344CB8AC3E}">
        <p14:creationId xmlns:p14="http://schemas.microsoft.com/office/powerpoint/2010/main" val="2191701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10B23-AA99-45A8-38DF-2D695E39BD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3DD8A5-8E3A-DF6C-F038-65A338356CB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B93F42-5263-8B53-69EE-F641D01ABD33}"/>
              </a:ext>
            </a:extLst>
          </p:cNvPr>
          <p:cNvSpPr>
            <a:spLocks noGrp="1"/>
          </p:cNvSpPr>
          <p:nvPr>
            <p:ph type="body" idx="1"/>
          </p:nvPr>
        </p:nvSpPr>
        <p:spPr/>
        <p:txBody>
          <a:bodyPr/>
          <a:lstStyle/>
          <a:p>
            <a:r>
              <a:rPr kumimoji="1" lang="ja-JP" altLang="en-US" dirty="0"/>
              <a:t>絞り込むこともできます。</a:t>
            </a:r>
          </a:p>
        </p:txBody>
      </p:sp>
      <p:sp>
        <p:nvSpPr>
          <p:cNvPr id="4" name="スライド番号プレースホルダー 3">
            <a:extLst>
              <a:ext uri="{FF2B5EF4-FFF2-40B4-BE49-F238E27FC236}">
                <a16:creationId xmlns:a16="http://schemas.microsoft.com/office/drawing/2014/main" id="{B49DF3EA-E5C3-0D3B-AE4D-C6A78D0623CB}"/>
              </a:ext>
            </a:extLst>
          </p:cNvPr>
          <p:cNvSpPr>
            <a:spLocks noGrp="1"/>
          </p:cNvSpPr>
          <p:nvPr>
            <p:ph type="sldNum" sz="quarter" idx="5"/>
          </p:nvPr>
        </p:nvSpPr>
        <p:spPr/>
        <p:txBody>
          <a:bodyPr/>
          <a:lstStyle/>
          <a:p>
            <a:fld id="{5D611C39-5275-4525-A24E-8AB6781B5901}" type="slidenum">
              <a:rPr kumimoji="1" lang="ja-JP" altLang="en-US" smtClean="0"/>
              <a:t>38</a:t>
            </a:fld>
            <a:endParaRPr kumimoji="1" lang="ja-JP" altLang="en-US"/>
          </a:p>
        </p:txBody>
      </p:sp>
    </p:spTree>
    <p:extLst>
      <p:ext uri="{BB962C8B-B14F-4D97-AF65-F5344CB8AC3E}">
        <p14:creationId xmlns:p14="http://schemas.microsoft.com/office/powerpoint/2010/main" val="41170204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9ECE-1999-6913-5012-3409507DA5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B1D815-1746-B3ED-FC80-A48969ED9B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A840F5-2B9E-482E-6896-BBBFA5D4D12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BD54CDC-6AF5-4699-B4AD-890CA7274C00}"/>
              </a:ext>
            </a:extLst>
          </p:cNvPr>
          <p:cNvSpPr>
            <a:spLocks noGrp="1"/>
          </p:cNvSpPr>
          <p:nvPr>
            <p:ph type="sldNum" sz="quarter" idx="5"/>
          </p:nvPr>
        </p:nvSpPr>
        <p:spPr/>
        <p:txBody>
          <a:bodyPr/>
          <a:lstStyle/>
          <a:p>
            <a:fld id="{5D611C39-5275-4525-A24E-8AB6781B5901}" type="slidenum">
              <a:rPr kumimoji="1" lang="ja-JP" altLang="en-US" smtClean="0"/>
              <a:t>39</a:t>
            </a:fld>
            <a:endParaRPr kumimoji="1" lang="ja-JP" altLang="en-US"/>
          </a:p>
        </p:txBody>
      </p:sp>
    </p:spTree>
    <p:extLst>
      <p:ext uri="{BB962C8B-B14F-4D97-AF65-F5344CB8AC3E}">
        <p14:creationId xmlns:p14="http://schemas.microsoft.com/office/powerpoint/2010/main" val="25308027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33F9-5648-FF56-21E7-601A4DA5E6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918470-781C-8DF1-49F0-AB1C2BF185B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2212BB3-C7AB-902B-3E4C-D36B4AD8139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0EB5D0D-8AC1-138F-4AB0-D7580F8C2808}"/>
              </a:ext>
            </a:extLst>
          </p:cNvPr>
          <p:cNvSpPr>
            <a:spLocks noGrp="1"/>
          </p:cNvSpPr>
          <p:nvPr>
            <p:ph type="sldNum" sz="quarter" idx="5"/>
          </p:nvPr>
        </p:nvSpPr>
        <p:spPr/>
        <p:txBody>
          <a:bodyPr/>
          <a:lstStyle/>
          <a:p>
            <a:fld id="{5D611C39-5275-4525-A24E-8AB6781B5901}" type="slidenum">
              <a:rPr kumimoji="1" lang="ja-JP" altLang="en-US" smtClean="0"/>
              <a:t>40</a:t>
            </a:fld>
            <a:endParaRPr kumimoji="1" lang="ja-JP" altLang="en-US"/>
          </a:p>
        </p:txBody>
      </p:sp>
    </p:spTree>
    <p:extLst>
      <p:ext uri="{BB962C8B-B14F-4D97-AF65-F5344CB8AC3E}">
        <p14:creationId xmlns:p14="http://schemas.microsoft.com/office/powerpoint/2010/main" val="7278267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B5626-38E0-6B34-B701-FB195AB0B8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6677A0-F546-2ADE-901A-B8234BC71C9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FD24DD9-784A-8379-168E-7322778E6734}"/>
              </a:ext>
            </a:extLst>
          </p:cNvPr>
          <p:cNvSpPr>
            <a:spLocks noGrp="1"/>
          </p:cNvSpPr>
          <p:nvPr>
            <p:ph type="body" idx="1"/>
          </p:nvPr>
        </p:nvSpPr>
        <p:spPr/>
        <p:txBody>
          <a:bodyPr/>
          <a:lstStyle/>
          <a:p>
            <a:r>
              <a:rPr kumimoji="1" lang="ja-JP" altLang="en-US" dirty="0"/>
              <a:t>検索結果の四角のどこでもいいのでクリックすると</a:t>
            </a:r>
          </a:p>
        </p:txBody>
      </p:sp>
      <p:sp>
        <p:nvSpPr>
          <p:cNvPr id="4" name="スライド番号プレースホルダー 3">
            <a:extLst>
              <a:ext uri="{FF2B5EF4-FFF2-40B4-BE49-F238E27FC236}">
                <a16:creationId xmlns:a16="http://schemas.microsoft.com/office/drawing/2014/main" id="{1E5655BF-9A55-CB61-DE4D-2542426A57A5}"/>
              </a:ext>
            </a:extLst>
          </p:cNvPr>
          <p:cNvSpPr>
            <a:spLocks noGrp="1"/>
          </p:cNvSpPr>
          <p:nvPr>
            <p:ph type="sldNum" sz="quarter" idx="5"/>
          </p:nvPr>
        </p:nvSpPr>
        <p:spPr/>
        <p:txBody>
          <a:bodyPr/>
          <a:lstStyle/>
          <a:p>
            <a:fld id="{5D611C39-5275-4525-A24E-8AB6781B5901}" type="slidenum">
              <a:rPr kumimoji="1" lang="ja-JP" altLang="en-US" smtClean="0"/>
              <a:t>41</a:t>
            </a:fld>
            <a:endParaRPr kumimoji="1" lang="ja-JP" altLang="en-US"/>
          </a:p>
        </p:txBody>
      </p:sp>
    </p:spTree>
    <p:extLst>
      <p:ext uri="{BB962C8B-B14F-4D97-AF65-F5344CB8AC3E}">
        <p14:creationId xmlns:p14="http://schemas.microsoft.com/office/powerpoint/2010/main" val="21909777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2E34-9DB7-1613-94ED-067C522530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AFBFCE5-5B3D-A560-E370-E534E942C8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A5E415-2EAA-63C1-DEAD-77652087C7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8A83D21-0A8C-DE74-4898-C69B16FF3C32}"/>
              </a:ext>
            </a:extLst>
          </p:cNvPr>
          <p:cNvSpPr>
            <a:spLocks noGrp="1"/>
          </p:cNvSpPr>
          <p:nvPr>
            <p:ph type="sldNum" sz="quarter" idx="5"/>
          </p:nvPr>
        </p:nvSpPr>
        <p:spPr/>
        <p:txBody>
          <a:bodyPr/>
          <a:lstStyle/>
          <a:p>
            <a:fld id="{5D611C39-5275-4525-A24E-8AB6781B5901}" type="slidenum">
              <a:rPr kumimoji="1" lang="ja-JP" altLang="en-US" smtClean="0"/>
              <a:t>42</a:t>
            </a:fld>
            <a:endParaRPr kumimoji="1" lang="ja-JP" altLang="en-US"/>
          </a:p>
        </p:txBody>
      </p:sp>
    </p:spTree>
    <p:extLst>
      <p:ext uri="{BB962C8B-B14F-4D97-AF65-F5344CB8AC3E}">
        <p14:creationId xmlns:p14="http://schemas.microsoft.com/office/powerpoint/2010/main" val="7417875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EB845-85A0-2393-AA6C-7AFD25D4D8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9EB132-0446-3ECA-9C72-C358943D7F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704CB4-5CD7-C20C-3DC7-7B2601512707}"/>
              </a:ext>
            </a:extLst>
          </p:cNvPr>
          <p:cNvSpPr>
            <a:spLocks noGrp="1"/>
          </p:cNvSpPr>
          <p:nvPr>
            <p:ph type="body" idx="1"/>
          </p:nvPr>
        </p:nvSpPr>
        <p:spPr/>
        <p:txBody>
          <a:bodyPr/>
          <a:lstStyle/>
          <a:p>
            <a:r>
              <a:rPr kumimoji="1" lang="ja-JP" altLang="en-US" dirty="0"/>
              <a:t>ポスターを表示できます。</a:t>
            </a:r>
          </a:p>
        </p:txBody>
      </p:sp>
      <p:sp>
        <p:nvSpPr>
          <p:cNvPr id="4" name="スライド番号プレースホルダー 3">
            <a:extLst>
              <a:ext uri="{FF2B5EF4-FFF2-40B4-BE49-F238E27FC236}">
                <a16:creationId xmlns:a16="http://schemas.microsoft.com/office/drawing/2014/main" id="{06986326-2859-E59F-7C4D-E3E846CEE099}"/>
              </a:ext>
            </a:extLst>
          </p:cNvPr>
          <p:cNvSpPr>
            <a:spLocks noGrp="1"/>
          </p:cNvSpPr>
          <p:nvPr>
            <p:ph type="sldNum" sz="quarter" idx="5"/>
          </p:nvPr>
        </p:nvSpPr>
        <p:spPr/>
        <p:txBody>
          <a:bodyPr/>
          <a:lstStyle/>
          <a:p>
            <a:fld id="{5D611C39-5275-4525-A24E-8AB6781B5901}" type="slidenum">
              <a:rPr kumimoji="1" lang="ja-JP" altLang="en-US" smtClean="0"/>
              <a:t>43</a:t>
            </a:fld>
            <a:endParaRPr kumimoji="1" lang="ja-JP" altLang="en-US"/>
          </a:p>
        </p:txBody>
      </p:sp>
    </p:spTree>
    <p:extLst>
      <p:ext uri="{BB962C8B-B14F-4D97-AF65-F5344CB8AC3E}">
        <p14:creationId xmlns:p14="http://schemas.microsoft.com/office/powerpoint/2010/main" val="9610206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0610-E964-A120-1AE9-1281385FB2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B32062-3474-8ADA-9880-9202AB9396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402D16-67A4-A991-AFE2-AE49C889B3BA}"/>
              </a:ext>
            </a:extLst>
          </p:cNvPr>
          <p:cNvSpPr>
            <a:spLocks noGrp="1"/>
          </p:cNvSpPr>
          <p:nvPr>
            <p:ph type="body" idx="1"/>
          </p:nvPr>
        </p:nvSpPr>
        <p:spPr/>
        <p:txBody>
          <a:bodyPr/>
          <a:lstStyle/>
          <a:p>
            <a:r>
              <a:rPr kumimoji="1" lang="ja-JP" altLang="en-US" dirty="0"/>
              <a:t>レスポンシブデザインに対応しているので、どのようなウィンドウズでもデバイスでも、レイアウトが崩れることなく表示できます。</a:t>
            </a:r>
          </a:p>
        </p:txBody>
      </p:sp>
      <p:sp>
        <p:nvSpPr>
          <p:cNvPr id="4" name="スライド番号プレースホルダー 3">
            <a:extLst>
              <a:ext uri="{FF2B5EF4-FFF2-40B4-BE49-F238E27FC236}">
                <a16:creationId xmlns:a16="http://schemas.microsoft.com/office/drawing/2014/main" id="{E94646CB-E8CD-361F-420E-B429DCE5E0E1}"/>
              </a:ext>
            </a:extLst>
          </p:cNvPr>
          <p:cNvSpPr>
            <a:spLocks noGrp="1"/>
          </p:cNvSpPr>
          <p:nvPr>
            <p:ph type="sldNum" sz="quarter" idx="5"/>
          </p:nvPr>
        </p:nvSpPr>
        <p:spPr/>
        <p:txBody>
          <a:bodyPr/>
          <a:lstStyle/>
          <a:p>
            <a:fld id="{5D611C39-5275-4525-A24E-8AB6781B5901}" type="slidenum">
              <a:rPr kumimoji="1" lang="ja-JP" altLang="en-US" smtClean="0"/>
              <a:t>44</a:t>
            </a:fld>
            <a:endParaRPr kumimoji="1" lang="ja-JP" altLang="en-US"/>
          </a:p>
        </p:txBody>
      </p:sp>
    </p:spTree>
    <p:extLst>
      <p:ext uri="{BB962C8B-B14F-4D97-AF65-F5344CB8AC3E}">
        <p14:creationId xmlns:p14="http://schemas.microsoft.com/office/powerpoint/2010/main" val="16889673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F39D3-5B2A-4764-3C33-A937FD4A6D4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3B82BB-6B0C-FA9E-49B9-1A286AD7BFB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30123CE-668C-F375-B576-2F8F7F0AAF6E}"/>
              </a:ext>
            </a:extLst>
          </p:cNvPr>
          <p:cNvSpPr>
            <a:spLocks noGrp="1"/>
          </p:cNvSpPr>
          <p:nvPr>
            <p:ph type="body" idx="1"/>
          </p:nvPr>
        </p:nvSpPr>
        <p:spPr/>
        <p:txBody>
          <a:bodyPr/>
          <a:lstStyle/>
          <a:p>
            <a:r>
              <a:rPr kumimoji="1" lang="ja-JP" altLang="en-US" dirty="0"/>
              <a:t>システムの概要を説明します。</a:t>
            </a:r>
          </a:p>
        </p:txBody>
      </p:sp>
      <p:sp>
        <p:nvSpPr>
          <p:cNvPr id="4" name="スライド番号プレースホルダー 3">
            <a:extLst>
              <a:ext uri="{FF2B5EF4-FFF2-40B4-BE49-F238E27FC236}">
                <a16:creationId xmlns:a16="http://schemas.microsoft.com/office/drawing/2014/main" id="{06793F5B-D242-EF4D-84AF-2ACDB0AEABE2}"/>
              </a:ext>
            </a:extLst>
          </p:cNvPr>
          <p:cNvSpPr>
            <a:spLocks noGrp="1"/>
          </p:cNvSpPr>
          <p:nvPr>
            <p:ph type="sldNum" sz="quarter" idx="5"/>
          </p:nvPr>
        </p:nvSpPr>
        <p:spPr/>
        <p:txBody>
          <a:bodyPr/>
          <a:lstStyle/>
          <a:p>
            <a:fld id="{5D611C39-5275-4525-A24E-8AB6781B5901}" type="slidenum">
              <a:rPr kumimoji="1" lang="ja-JP" altLang="en-US" smtClean="0"/>
              <a:t>45</a:t>
            </a:fld>
            <a:endParaRPr kumimoji="1" lang="ja-JP" altLang="en-US"/>
          </a:p>
        </p:txBody>
      </p:sp>
    </p:spTree>
    <p:extLst>
      <p:ext uri="{BB962C8B-B14F-4D97-AF65-F5344CB8AC3E}">
        <p14:creationId xmlns:p14="http://schemas.microsoft.com/office/powerpoint/2010/main" val="21139825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7D34-2F6C-30B1-341C-8285EB8B79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7CAC2D-AECF-7435-A370-702E5D2E5B3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4FB4A3-3DA3-903B-9FBA-1AA9359033CD}"/>
              </a:ext>
            </a:extLst>
          </p:cNvPr>
          <p:cNvSpPr>
            <a:spLocks noGrp="1"/>
          </p:cNvSpPr>
          <p:nvPr>
            <p:ph type="body" idx="1"/>
          </p:nvPr>
        </p:nvSpPr>
        <p:spPr/>
        <p:txBody>
          <a:bodyPr/>
          <a:lstStyle/>
          <a:p>
            <a:r>
              <a:rPr kumimoji="1" lang="ja-JP" altLang="en-US" dirty="0"/>
              <a:t>次に、</a:t>
            </a:r>
          </a:p>
        </p:txBody>
      </p:sp>
      <p:sp>
        <p:nvSpPr>
          <p:cNvPr id="4" name="スライド番号プレースホルダー 3">
            <a:extLst>
              <a:ext uri="{FF2B5EF4-FFF2-40B4-BE49-F238E27FC236}">
                <a16:creationId xmlns:a16="http://schemas.microsoft.com/office/drawing/2014/main" id="{58C62A93-2214-19E0-1208-93D919F5AB24}"/>
              </a:ext>
            </a:extLst>
          </p:cNvPr>
          <p:cNvSpPr>
            <a:spLocks noGrp="1"/>
          </p:cNvSpPr>
          <p:nvPr>
            <p:ph type="sldNum" sz="quarter" idx="5"/>
          </p:nvPr>
        </p:nvSpPr>
        <p:spPr/>
        <p:txBody>
          <a:bodyPr/>
          <a:lstStyle/>
          <a:p>
            <a:fld id="{5D611C39-5275-4525-A24E-8AB6781B5901}" type="slidenum">
              <a:rPr kumimoji="1" lang="ja-JP" altLang="en-US" smtClean="0"/>
              <a:t>46</a:t>
            </a:fld>
            <a:endParaRPr kumimoji="1" lang="ja-JP" altLang="en-US"/>
          </a:p>
        </p:txBody>
      </p:sp>
    </p:spTree>
    <p:extLst>
      <p:ext uri="{BB962C8B-B14F-4D97-AF65-F5344CB8AC3E}">
        <p14:creationId xmlns:p14="http://schemas.microsoft.com/office/powerpoint/2010/main" val="12838271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D2713-D70A-B3B9-F2FB-ED45E2D935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2C24BE-2537-923F-4BA5-3F6902145B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AF7165-F33E-D5F8-5547-3E39A19AB987}"/>
              </a:ext>
            </a:extLst>
          </p:cNvPr>
          <p:cNvSpPr>
            <a:spLocks noGrp="1"/>
          </p:cNvSpPr>
          <p:nvPr>
            <p:ph type="body" idx="1"/>
          </p:nvPr>
        </p:nvSpPr>
        <p:spPr/>
        <p:txBody>
          <a:bodyPr/>
          <a:lstStyle/>
          <a:p>
            <a:r>
              <a:rPr kumimoji="1" lang="ja-JP" altLang="en-US" dirty="0"/>
              <a:t>検索システムが完成したので、学校のローカル</a:t>
            </a:r>
            <a:r>
              <a:rPr kumimoji="1" lang="en-US" altLang="ja-JP" dirty="0"/>
              <a:t>NAS</a:t>
            </a:r>
            <a:r>
              <a:rPr kumimoji="1" lang="ja-JP" altLang="en-US" dirty="0"/>
              <a:t>にファイルを移動し、校内</a:t>
            </a:r>
            <a:r>
              <a:rPr kumimoji="1" lang="en-US" altLang="ja-JP" dirty="0"/>
              <a:t>Wi-Fi</a:t>
            </a:r>
            <a:r>
              <a:rPr kumimoji="1" lang="ja-JP" altLang="en-US" dirty="0"/>
              <a:t>下であればどこでも誰でも開けるようにしました。生徒は表示のみ可能なので、勝手に編集されたりする心配もありません。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その後</a:t>
            </a:r>
            <a:r>
              <a:rPr kumimoji="1" lang="en-US" altLang="ja-JP" dirty="0"/>
              <a:t>22</a:t>
            </a:r>
            <a:r>
              <a:rPr kumimoji="1" lang="ja-JP" altLang="en-US" dirty="0"/>
              <a:t>回生のみんなに、使ってアンケートに回答するようにお願いました。朝礼・終礼時や、探究の授業中に教室を周らせていただき、口頭で伝えました。また、各講座の担当教師からも知らせていただきました。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検索システム内に</a:t>
            </a:r>
            <a:r>
              <a:rPr kumimoji="1" lang="en-US" altLang="ja-JP" dirty="0"/>
              <a:t>google form</a:t>
            </a:r>
            <a:r>
              <a:rPr kumimoji="1" lang="ja-JP" altLang="en-US" dirty="0"/>
              <a:t>を埋め込み、利用者の回答を待ちます。</a:t>
            </a:r>
            <a:endParaRPr kumimoji="1" lang="en-US" altLang="ja-JP" dirty="0"/>
          </a:p>
        </p:txBody>
      </p:sp>
      <p:sp>
        <p:nvSpPr>
          <p:cNvPr id="4" name="スライド番号プレースホルダー 3">
            <a:extLst>
              <a:ext uri="{FF2B5EF4-FFF2-40B4-BE49-F238E27FC236}">
                <a16:creationId xmlns:a16="http://schemas.microsoft.com/office/drawing/2014/main" id="{642197E3-52A4-7A7C-E9FF-D2CB473D66DA}"/>
              </a:ext>
            </a:extLst>
          </p:cNvPr>
          <p:cNvSpPr>
            <a:spLocks noGrp="1"/>
          </p:cNvSpPr>
          <p:nvPr>
            <p:ph type="sldNum" sz="quarter" idx="5"/>
          </p:nvPr>
        </p:nvSpPr>
        <p:spPr/>
        <p:txBody>
          <a:bodyPr/>
          <a:lstStyle/>
          <a:p>
            <a:fld id="{5D611C39-5275-4525-A24E-8AB6781B5901}" type="slidenum">
              <a:rPr kumimoji="1" lang="ja-JP" altLang="en-US" smtClean="0"/>
              <a:t>47</a:t>
            </a:fld>
            <a:endParaRPr kumimoji="1" lang="ja-JP" altLang="en-US"/>
          </a:p>
        </p:txBody>
      </p:sp>
    </p:spTree>
    <p:extLst>
      <p:ext uri="{BB962C8B-B14F-4D97-AF65-F5344CB8AC3E}">
        <p14:creationId xmlns:p14="http://schemas.microsoft.com/office/powerpoint/2010/main" val="2777492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41B4-1F62-2568-07B1-C45D20B877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27F9D41-89D3-1326-8BBC-C426E9D92C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F04D32-C7B7-0BAB-9A71-959AA2918277}"/>
              </a:ext>
            </a:extLst>
          </p:cNvPr>
          <p:cNvSpPr>
            <a:spLocks noGrp="1"/>
          </p:cNvSpPr>
          <p:nvPr>
            <p:ph type="body" idx="1"/>
          </p:nvPr>
        </p:nvSpPr>
        <p:spPr/>
        <p:txBody>
          <a:bodyPr/>
          <a:lstStyle/>
          <a:p>
            <a:r>
              <a:rPr kumimoji="1" lang="ja-JP" altLang="en-US" dirty="0"/>
              <a:t>検索システムが完成したので、学校のローカル</a:t>
            </a:r>
            <a:r>
              <a:rPr kumimoji="1" lang="en-US" altLang="ja-JP" dirty="0"/>
              <a:t>NAS</a:t>
            </a:r>
            <a:r>
              <a:rPr kumimoji="1" lang="ja-JP" altLang="en-US" dirty="0"/>
              <a:t>にファイルを移動し、校内</a:t>
            </a:r>
            <a:r>
              <a:rPr kumimoji="1" lang="en-US" altLang="ja-JP" dirty="0"/>
              <a:t>Wi-Fi</a:t>
            </a:r>
            <a:r>
              <a:rPr kumimoji="1" lang="ja-JP" altLang="en-US" dirty="0"/>
              <a:t>下であればどこでも誰でも開けるようにしました。生徒は表示のみ可能なので、勝手に編集されたりする心配もありません。</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その後</a:t>
            </a:r>
            <a:r>
              <a:rPr kumimoji="1" lang="en-US" altLang="ja-JP" dirty="0"/>
              <a:t>22</a:t>
            </a:r>
            <a:r>
              <a:rPr kumimoji="1" lang="ja-JP" altLang="en-US" dirty="0"/>
              <a:t>回生のみんなに、使ってアンケートに回答するようにお願いました。朝礼・終礼時や、探究の授業中に教室を周らせていただき、口頭で伝えました。また、各講座の担当教師からも知らせていただきました。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検索システム内に</a:t>
            </a:r>
            <a:r>
              <a:rPr kumimoji="1" lang="en-US" altLang="ja-JP" dirty="0"/>
              <a:t>google form</a:t>
            </a:r>
            <a:r>
              <a:rPr kumimoji="1" lang="ja-JP" altLang="en-US" dirty="0"/>
              <a:t>を埋め込み、利用者の回答を待ちます。</a:t>
            </a:r>
            <a:endParaRPr kumimoji="1" lang="en-US" altLang="ja-JP" dirty="0"/>
          </a:p>
        </p:txBody>
      </p:sp>
      <p:sp>
        <p:nvSpPr>
          <p:cNvPr id="4" name="スライド番号プレースホルダー 3">
            <a:extLst>
              <a:ext uri="{FF2B5EF4-FFF2-40B4-BE49-F238E27FC236}">
                <a16:creationId xmlns:a16="http://schemas.microsoft.com/office/drawing/2014/main" id="{951D64A3-E6E4-5350-43DF-BAA7734CF6EB}"/>
              </a:ext>
            </a:extLst>
          </p:cNvPr>
          <p:cNvSpPr>
            <a:spLocks noGrp="1"/>
          </p:cNvSpPr>
          <p:nvPr>
            <p:ph type="sldNum" sz="quarter" idx="5"/>
          </p:nvPr>
        </p:nvSpPr>
        <p:spPr/>
        <p:txBody>
          <a:bodyPr/>
          <a:lstStyle/>
          <a:p>
            <a:fld id="{5D611C39-5275-4525-A24E-8AB6781B5901}" type="slidenum">
              <a:rPr kumimoji="1" lang="ja-JP" altLang="en-US" smtClean="0"/>
              <a:t>48</a:t>
            </a:fld>
            <a:endParaRPr kumimoji="1" lang="ja-JP" altLang="en-US"/>
          </a:p>
        </p:txBody>
      </p:sp>
    </p:spTree>
    <p:extLst>
      <p:ext uri="{BB962C8B-B14F-4D97-AF65-F5344CB8AC3E}">
        <p14:creationId xmlns:p14="http://schemas.microsoft.com/office/powerpoint/2010/main" val="2314820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24FD5-E3A5-CB1A-5DCB-D9445B631D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F6B9D2-B802-A416-C112-2EB77F6EF0C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958806-75F2-7B3E-F069-08EBE54C670A}"/>
              </a:ext>
            </a:extLst>
          </p:cNvPr>
          <p:cNvSpPr>
            <a:spLocks noGrp="1"/>
          </p:cNvSpPr>
          <p:nvPr>
            <p:ph type="body" idx="1"/>
          </p:nvPr>
        </p:nvSpPr>
        <p:spPr/>
        <p:txBody>
          <a:bodyPr/>
          <a:lstStyle/>
          <a:p>
            <a:r>
              <a:rPr kumimoji="1" lang="ja-JP" altLang="en-US" dirty="0"/>
              <a:t>アンケートとは別の、フィードバックが一定数返ってきたので、それを元に検索システムの修正を始めました。</a:t>
            </a:r>
          </a:p>
        </p:txBody>
      </p:sp>
      <p:sp>
        <p:nvSpPr>
          <p:cNvPr id="4" name="スライド番号プレースホルダー 3">
            <a:extLst>
              <a:ext uri="{FF2B5EF4-FFF2-40B4-BE49-F238E27FC236}">
                <a16:creationId xmlns:a16="http://schemas.microsoft.com/office/drawing/2014/main" id="{7E6CD11E-0C26-0805-5FBA-B86C405A9E6A}"/>
              </a:ext>
            </a:extLst>
          </p:cNvPr>
          <p:cNvSpPr>
            <a:spLocks noGrp="1"/>
          </p:cNvSpPr>
          <p:nvPr>
            <p:ph type="sldNum" sz="quarter" idx="5"/>
          </p:nvPr>
        </p:nvSpPr>
        <p:spPr/>
        <p:txBody>
          <a:bodyPr/>
          <a:lstStyle/>
          <a:p>
            <a:fld id="{5D611C39-5275-4525-A24E-8AB6781B5901}" type="slidenum">
              <a:rPr kumimoji="1" lang="ja-JP" altLang="en-US" smtClean="0"/>
              <a:t>49</a:t>
            </a:fld>
            <a:endParaRPr kumimoji="1" lang="ja-JP" altLang="en-US"/>
          </a:p>
        </p:txBody>
      </p:sp>
    </p:spTree>
    <p:extLst>
      <p:ext uri="{BB962C8B-B14F-4D97-AF65-F5344CB8AC3E}">
        <p14:creationId xmlns:p14="http://schemas.microsoft.com/office/powerpoint/2010/main" val="39560728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278B9-031D-F392-C778-F8098CDF0A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5851152-3D24-C22A-1C22-563B18B46C5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498372-7DD0-12EA-CCFE-978A2951FC26}"/>
              </a:ext>
            </a:extLst>
          </p:cNvPr>
          <p:cNvSpPr>
            <a:spLocks noGrp="1"/>
          </p:cNvSpPr>
          <p:nvPr>
            <p:ph type="body" idx="1"/>
          </p:nvPr>
        </p:nvSpPr>
        <p:spPr/>
        <p:txBody>
          <a:bodyPr/>
          <a:lstStyle/>
          <a:p>
            <a:r>
              <a:rPr kumimoji="1" lang="ja-JP" altLang="en-US" dirty="0"/>
              <a:t>具体的には、「ゼロ件の時に表示を追加してほしい」や「並び替え機能がほしい」、「お気に入り機能が欲しい」などです。</a:t>
            </a:r>
            <a:endParaRPr kumimoji="1" lang="en-US" altLang="ja-JP" dirty="0"/>
          </a:p>
          <a:p>
            <a:r>
              <a:rPr kumimoji="1" lang="ja-JP" altLang="en-US" dirty="0"/>
              <a:t>誰からも要望は無かったのですが、やりたかったのでダークモードと曖昧語検索に対応させました。</a:t>
            </a:r>
          </a:p>
        </p:txBody>
      </p:sp>
      <p:sp>
        <p:nvSpPr>
          <p:cNvPr id="4" name="スライド番号プレースホルダー 3">
            <a:extLst>
              <a:ext uri="{FF2B5EF4-FFF2-40B4-BE49-F238E27FC236}">
                <a16:creationId xmlns:a16="http://schemas.microsoft.com/office/drawing/2014/main" id="{0B113608-619E-C22E-6ABE-3C428D3502DB}"/>
              </a:ext>
            </a:extLst>
          </p:cNvPr>
          <p:cNvSpPr>
            <a:spLocks noGrp="1"/>
          </p:cNvSpPr>
          <p:nvPr>
            <p:ph type="sldNum" sz="quarter" idx="5"/>
          </p:nvPr>
        </p:nvSpPr>
        <p:spPr/>
        <p:txBody>
          <a:bodyPr/>
          <a:lstStyle/>
          <a:p>
            <a:fld id="{5D611C39-5275-4525-A24E-8AB6781B5901}" type="slidenum">
              <a:rPr kumimoji="1" lang="ja-JP" altLang="en-US" smtClean="0"/>
              <a:t>50</a:t>
            </a:fld>
            <a:endParaRPr kumimoji="1" lang="ja-JP" altLang="en-US"/>
          </a:p>
        </p:txBody>
      </p:sp>
    </p:spTree>
    <p:extLst>
      <p:ext uri="{BB962C8B-B14F-4D97-AF65-F5344CB8AC3E}">
        <p14:creationId xmlns:p14="http://schemas.microsoft.com/office/powerpoint/2010/main" val="19748889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2D6E-C933-0F9A-54B8-142A3E75AD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1A1288-DDD9-DDBD-2651-6A108D9F1B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B829AE-B888-4887-5D6C-CC351CFFCE2D}"/>
              </a:ext>
            </a:extLst>
          </p:cNvPr>
          <p:cNvSpPr>
            <a:spLocks noGrp="1"/>
          </p:cNvSpPr>
          <p:nvPr>
            <p:ph type="body" idx="1"/>
          </p:nvPr>
        </p:nvSpPr>
        <p:spPr/>
        <p:txBody>
          <a:bodyPr/>
          <a:lstStyle/>
          <a:p>
            <a:r>
              <a:rPr kumimoji="1" lang="ja-JP" altLang="en-US" dirty="0"/>
              <a:t>次に、</a:t>
            </a:r>
          </a:p>
        </p:txBody>
      </p:sp>
      <p:sp>
        <p:nvSpPr>
          <p:cNvPr id="4" name="スライド番号プレースホルダー 3">
            <a:extLst>
              <a:ext uri="{FF2B5EF4-FFF2-40B4-BE49-F238E27FC236}">
                <a16:creationId xmlns:a16="http://schemas.microsoft.com/office/drawing/2014/main" id="{B4C25FE4-00BD-374E-090B-6C10E4E9D719}"/>
              </a:ext>
            </a:extLst>
          </p:cNvPr>
          <p:cNvSpPr>
            <a:spLocks noGrp="1"/>
          </p:cNvSpPr>
          <p:nvPr>
            <p:ph type="sldNum" sz="quarter" idx="5"/>
          </p:nvPr>
        </p:nvSpPr>
        <p:spPr/>
        <p:txBody>
          <a:bodyPr/>
          <a:lstStyle/>
          <a:p>
            <a:fld id="{5D611C39-5275-4525-A24E-8AB6781B5901}" type="slidenum">
              <a:rPr kumimoji="1" lang="ja-JP" altLang="en-US" smtClean="0"/>
              <a:t>51</a:t>
            </a:fld>
            <a:endParaRPr kumimoji="1" lang="ja-JP" altLang="en-US"/>
          </a:p>
        </p:txBody>
      </p:sp>
    </p:spTree>
    <p:extLst>
      <p:ext uri="{BB962C8B-B14F-4D97-AF65-F5344CB8AC3E}">
        <p14:creationId xmlns:p14="http://schemas.microsoft.com/office/powerpoint/2010/main" val="21599040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0313-6667-9506-AFC8-94BB3E367A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E71E72-E0B1-9E5F-0587-7EF7A647E9B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1D3FFE6-2CD8-4CA8-3E00-C531CB0A794E}"/>
              </a:ext>
            </a:extLst>
          </p:cNvPr>
          <p:cNvSpPr>
            <a:spLocks noGrp="1"/>
          </p:cNvSpPr>
          <p:nvPr>
            <p:ph type="body" idx="1"/>
          </p:nvPr>
        </p:nvSpPr>
        <p:spPr/>
        <p:txBody>
          <a:bodyPr/>
          <a:lstStyle/>
          <a:p>
            <a:r>
              <a:rPr kumimoji="1" lang="ja-JP" altLang="en-US" dirty="0"/>
              <a:t>研究成果に移ります。</a:t>
            </a:r>
          </a:p>
        </p:txBody>
      </p:sp>
      <p:sp>
        <p:nvSpPr>
          <p:cNvPr id="4" name="スライド番号プレースホルダー 3">
            <a:extLst>
              <a:ext uri="{FF2B5EF4-FFF2-40B4-BE49-F238E27FC236}">
                <a16:creationId xmlns:a16="http://schemas.microsoft.com/office/drawing/2014/main" id="{B4A88D34-6AD0-4FDF-B132-F0117D2F9BFF}"/>
              </a:ext>
            </a:extLst>
          </p:cNvPr>
          <p:cNvSpPr>
            <a:spLocks noGrp="1"/>
          </p:cNvSpPr>
          <p:nvPr>
            <p:ph type="sldNum" sz="quarter" idx="5"/>
          </p:nvPr>
        </p:nvSpPr>
        <p:spPr/>
        <p:txBody>
          <a:bodyPr/>
          <a:lstStyle/>
          <a:p>
            <a:fld id="{5D611C39-5275-4525-A24E-8AB6781B5901}" type="slidenum">
              <a:rPr kumimoji="1" lang="ja-JP" altLang="en-US" smtClean="0"/>
              <a:t>52</a:t>
            </a:fld>
            <a:endParaRPr kumimoji="1" lang="ja-JP" altLang="en-US"/>
          </a:p>
        </p:txBody>
      </p:sp>
    </p:spTree>
    <p:extLst>
      <p:ext uri="{BB962C8B-B14F-4D97-AF65-F5344CB8AC3E}">
        <p14:creationId xmlns:p14="http://schemas.microsoft.com/office/powerpoint/2010/main" val="14825608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3DBF5-D11D-49FC-FD57-E346E61080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82D44A-CDFA-50EB-EB0F-28D71493CF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1152BF-8E90-CD64-C294-5686ADDE4494}"/>
              </a:ext>
            </a:extLst>
          </p:cNvPr>
          <p:cNvSpPr>
            <a:spLocks noGrp="1"/>
          </p:cNvSpPr>
          <p:nvPr>
            <p:ph type="body" idx="1"/>
          </p:nvPr>
        </p:nvSpPr>
        <p:spPr/>
        <p:txBody>
          <a:bodyPr/>
          <a:lstStyle/>
          <a:p>
            <a:r>
              <a:rPr kumimoji="1" lang="en-US" altLang="ja-JP" dirty="0"/>
              <a:t>22</a:t>
            </a:r>
            <a:r>
              <a:rPr kumimoji="1" lang="ja-JP" altLang="en-US" dirty="0"/>
              <a:t>回生に取った</a:t>
            </a:r>
          </a:p>
        </p:txBody>
      </p:sp>
      <p:sp>
        <p:nvSpPr>
          <p:cNvPr id="4" name="スライド番号プレースホルダー 3">
            <a:extLst>
              <a:ext uri="{FF2B5EF4-FFF2-40B4-BE49-F238E27FC236}">
                <a16:creationId xmlns:a16="http://schemas.microsoft.com/office/drawing/2014/main" id="{22705940-7D05-5BE9-E789-03EF9A8A30F2}"/>
              </a:ext>
            </a:extLst>
          </p:cNvPr>
          <p:cNvSpPr>
            <a:spLocks noGrp="1"/>
          </p:cNvSpPr>
          <p:nvPr>
            <p:ph type="sldNum" sz="quarter" idx="5"/>
          </p:nvPr>
        </p:nvSpPr>
        <p:spPr/>
        <p:txBody>
          <a:bodyPr/>
          <a:lstStyle/>
          <a:p>
            <a:fld id="{5D611C39-5275-4525-A24E-8AB6781B5901}" type="slidenum">
              <a:rPr kumimoji="1" lang="ja-JP" altLang="en-US" smtClean="0"/>
              <a:t>53</a:t>
            </a:fld>
            <a:endParaRPr kumimoji="1" lang="ja-JP" altLang="en-US"/>
          </a:p>
        </p:txBody>
      </p:sp>
    </p:spTree>
    <p:extLst>
      <p:ext uri="{BB962C8B-B14F-4D97-AF65-F5344CB8AC3E}">
        <p14:creationId xmlns:p14="http://schemas.microsoft.com/office/powerpoint/2010/main" val="49324533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3E194-BC06-B2B6-BD5A-6147ACE13A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B145B9-27E7-39EF-1A70-BEF5306E4F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E54170A-5C7D-508C-ECE3-3034DD9B245C}"/>
              </a:ext>
            </a:extLst>
          </p:cNvPr>
          <p:cNvSpPr>
            <a:spLocks noGrp="1"/>
          </p:cNvSpPr>
          <p:nvPr>
            <p:ph type="body" idx="1"/>
          </p:nvPr>
        </p:nvSpPr>
        <p:spPr/>
        <p:txBody>
          <a:bodyPr/>
          <a:lstStyle/>
          <a:p>
            <a:r>
              <a:rPr kumimoji="1" lang="ja-JP" altLang="en-US" dirty="0"/>
              <a:t>アンケートの結果です。</a:t>
            </a:r>
          </a:p>
        </p:txBody>
      </p:sp>
      <p:sp>
        <p:nvSpPr>
          <p:cNvPr id="4" name="スライド番号プレースホルダー 3">
            <a:extLst>
              <a:ext uri="{FF2B5EF4-FFF2-40B4-BE49-F238E27FC236}">
                <a16:creationId xmlns:a16="http://schemas.microsoft.com/office/drawing/2014/main" id="{DD85E210-2A24-E859-C600-9F1EB25EF96F}"/>
              </a:ext>
            </a:extLst>
          </p:cNvPr>
          <p:cNvSpPr>
            <a:spLocks noGrp="1"/>
          </p:cNvSpPr>
          <p:nvPr>
            <p:ph type="sldNum" sz="quarter" idx="5"/>
          </p:nvPr>
        </p:nvSpPr>
        <p:spPr/>
        <p:txBody>
          <a:bodyPr/>
          <a:lstStyle/>
          <a:p>
            <a:fld id="{5D611C39-5275-4525-A24E-8AB6781B5901}" type="slidenum">
              <a:rPr kumimoji="1" lang="ja-JP" altLang="en-US" smtClean="0"/>
              <a:t>54</a:t>
            </a:fld>
            <a:endParaRPr kumimoji="1" lang="ja-JP" altLang="en-US"/>
          </a:p>
        </p:txBody>
      </p:sp>
    </p:spTree>
    <p:extLst>
      <p:ext uri="{BB962C8B-B14F-4D97-AF65-F5344CB8AC3E}">
        <p14:creationId xmlns:p14="http://schemas.microsoft.com/office/powerpoint/2010/main" val="29944492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85AE-5EB4-0C1E-146F-A3AE5B07DE1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313AB5-4B77-67EC-C8DE-C754163ED2D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5E8001-7E1C-EE55-7DE1-1CEDB39374D2}"/>
              </a:ext>
            </a:extLst>
          </p:cNvPr>
          <p:cNvSpPr>
            <a:spLocks noGrp="1"/>
          </p:cNvSpPr>
          <p:nvPr>
            <p:ph type="body" idx="1"/>
          </p:nvPr>
        </p:nvSpPr>
        <p:spPr/>
        <p:txBody>
          <a:bodyPr/>
          <a:lstStyle/>
          <a:p>
            <a:r>
              <a:rPr kumimoji="1" lang="ja-JP" altLang="en-US" dirty="0"/>
              <a:t>とても重要な注意点ですが、回答数が</a:t>
            </a:r>
            <a:r>
              <a:rPr kumimoji="1" lang="en-US" altLang="ja-JP" dirty="0"/>
              <a:t>17</a:t>
            </a:r>
            <a:r>
              <a:rPr kumimoji="1" lang="ja-JP" altLang="en-US" dirty="0"/>
              <a:t>ととても少ないです。</a:t>
            </a:r>
            <a:endParaRPr kumimoji="1" lang="en-US" altLang="ja-JP" dirty="0"/>
          </a:p>
          <a:p>
            <a:r>
              <a:rPr kumimoji="1" lang="ja-JP" altLang="en-US" dirty="0"/>
              <a:t>そのため、正確な調査ができているとは言えません。</a:t>
            </a:r>
          </a:p>
        </p:txBody>
      </p:sp>
      <p:sp>
        <p:nvSpPr>
          <p:cNvPr id="4" name="スライド番号プレースホルダー 3">
            <a:extLst>
              <a:ext uri="{FF2B5EF4-FFF2-40B4-BE49-F238E27FC236}">
                <a16:creationId xmlns:a16="http://schemas.microsoft.com/office/drawing/2014/main" id="{B1C6F417-7561-30C5-94E0-AA8123113E09}"/>
              </a:ext>
            </a:extLst>
          </p:cNvPr>
          <p:cNvSpPr>
            <a:spLocks noGrp="1"/>
          </p:cNvSpPr>
          <p:nvPr>
            <p:ph type="sldNum" sz="quarter" idx="5"/>
          </p:nvPr>
        </p:nvSpPr>
        <p:spPr/>
        <p:txBody>
          <a:bodyPr/>
          <a:lstStyle/>
          <a:p>
            <a:fld id="{5D611C39-5275-4525-A24E-8AB6781B5901}" type="slidenum">
              <a:rPr kumimoji="1" lang="ja-JP" altLang="en-US" smtClean="0"/>
              <a:t>55</a:t>
            </a:fld>
            <a:endParaRPr kumimoji="1" lang="ja-JP" altLang="en-US"/>
          </a:p>
        </p:txBody>
      </p:sp>
    </p:spTree>
    <p:extLst>
      <p:ext uri="{BB962C8B-B14F-4D97-AF65-F5344CB8AC3E}">
        <p14:creationId xmlns:p14="http://schemas.microsoft.com/office/powerpoint/2010/main" val="41802843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D7D93-0C04-9A4E-63BC-713ED3600E0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7F89E7-2BFC-FDBA-8E6F-45069E9215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A8073D-E4E4-01BF-4EE4-ABFC432EADB8}"/>
              </a:ext>
            </a:extLst>
          </p:cNvPr>
          <p:cNvSpPr>
            <a:spLocks noGrp="1"/>
          </p:cNvSpPr>
          <p:nvPr>
            <p:ph type="body" idx="1"/>
          </p:nvPr>
        </p:nvSpPr>
        <p:spPr/>
        <p:txBody>
          <a:bodyPr/>
          <a:lstStyle/>
          <a:p>
            <a:r>
              <a:rPr kumimoji="1" lang="ja-JP" altLang="en-US" dirty="0"/>
              <a:t>「検索システムがあれば授業が円滑に行えた」の質問に対しての回答が、肯定的な回答が</a:t>
            </a:r>
            <a:r>
              <a:rPr kumimoji="1" lang="en-US" altLang="ja-JP" dirty="0"/>
              <a:t>80%</a:t>
            </a:r>
            <a:r>
              <a:rPr kumimoji="1" lang="ja-JP" altLang="en-US" dirty="0"/>
              <a:t>なので、探究の目的は達成できたと言えると思います。</a:t>
            </a:r>
          </a:p>
        </p:txBody>
      </p:sp>
      <p:sp>
        <p:nvSpPr>
          <p:cNvPr id="4" name="スライド番号プレースホルダー 3">
            <a:extLst>
              <a:ext uri="{FF2B5EF4-FFF2-40B4-BE49-F238E27FC236}">
                <a16:creationId xmlns:a16="http://schemas.microsoft.com/office/drawing/2014/main" id="{CA671952-26D1-0329-C85D-1CFABEBD7246}"/>
              </a:ext>
            </a:extLst>
          </p:cNvPr>
          <p:cNvSpPr>
            <a:spLocks noGrp="1"/>
          </p:cNvSpPr>
          <p:nvPr>
            <p:ph type="sldNum" sz="quarter" idx="5"/>
          </p:nvPr>
        </p:nvSpPr>
        <p:spPr/>
        <p:txBody>
          <a:bodyPr/>
          <a:lstStyle/>
          <a:p>
            <a:fld id="{5D611C39-5275-4525-A24E-8AB6781B5901}" type="slidenum">
              <a:rPr kumimoji="1" lang="ja-JP" altLang="en-US" smtClean="0"/>
              <a:t>56</a:t>
            </a:fld>
            <a:endParaRPr kumimoji="1" lang="ja-JP" altLang="en-US"/>
          </a:p>
        </p:txBody>
      </p:sp>
    </p:spTree>
    <p:extLst>
      <p:ext uri="{BB962C8B-B14F-4D97-AF65-F5344CB8AC3E}">
        <p14:creationId xmlns:p14="http://schemas.microsoft.com/office/powerpoint/2010/main" val="11836041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2F993-2680-A8E7-C90B-48A023843D5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D93B88-176B-81F3-3E83-1317395F92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9F38B1-3359-3F04-76FA-10930050A37D}"/>
              </a:ext>
            </a:extLst>
          </p:cNvPr>
          <p:cNvSpPr>
            <a:spLocks noGrp="1"/>
          </p:cNvSpPr>
          <p:nvPr>
            <p:ph type="body" idx="1"/>
          </p:nvPr>
        </p:nvSpPr>
        <p:spPr/>
        <p:txBody>
          <a:bodyPr/>
          <a:lstStyle/>
          <a:p>
            <a:r>
              <a:rPr kumimoji="1" lang="ja-JP" altLang="en-US" dirty="0"/>
              <a:t>「検索システムがあれば授業が円滑に行えた」の質問に対しての回答が、肯定的な回答が</a:t>
            </a:r>
            <a:r>
              <a:rPr kumimoji="1" lang="en-US" altLang="ja-JP" dirty="0"/>
              <a:t>80%</a:t>
            </a:r>
            <a:r>
              <a:rPr kumimoji="1" lang="ja-JP" altLang="en-US" dirty="0"/>
              <a:t>なので、探究の目的は達成できたと言えると思います。</a:t>
            </a:r>
          </a:p>
        </p:txBody>
      </p:sp>
      <p:sp>
        <p:nvSpPr>
          <p:cNvPr id="4" name="スライド番号プレースホルダー 3">
            <a:extLst>
              <a:ext uri="{FF2B5EF4-FFF2-40B4-BE49-F238E27FC236}">
                <a16:creationId xmlns:a16="http://schemas.microsoft.com/office/drawing/2014/main" id="{22DFD893-C1E4-327D-FC8E-F0ABF61988B7}"/>
              </a:ext>
            </a:extLst>
          </p:cNvPr>
          <p:cNvSpPr>
            <a:spLocks noGrp="1"/>
          </p:cNvSpPr>
          <p:nvPr>
            <p:ph type="sldNum" sz="quarter" idx="5"/>
          </p:nvPr>
        </p:nvSpPr>
        <p:spPr/>
        <p:txBody>
          <a:bodyPr/>
          <a:lstStyle/>
          <a:p>
            <a:fld id="{5D611C39-5275-4525-A24E-8AB6781B5901}" type="slidenum">
              <a:rPr kumimoji="1" lang="ja-JP" altLang="en-US" smtClean="0"/>
              <a:t>57</a:t>
            </a:fld>
            <a:endParaRPr kumimoji="1" lang="ja-JP" altLang="en-US"/>
          </a:p>
        </p:txBody>
      </p:sp>
    </p:spTree>
    <p:extLst>
      <p:ext uri="{BB962C8B-B14F-4D97-AF65-F5344CB8AC3E}">
        <p14:creationId xmlns:p14="http://schemas.microsoft.com/office/powerpoint/2010/main" val="33911967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4E4F-C262-4158-A1EA-D10FD310C8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4C208D-0233-D4D2-DFBB-FE0A33709B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07008-93C2-2E91-4946-4D867F7B78F0}"/>
              </a:ext>
            </a:extLst>
          </p:cNvPr>
          <p:cNvSpPr>
            <a:spLocks noGrp="1"/>
          </p:cNvSpPr>
          <p:nvPr>
            <p:ph type="body" idx="1"/>
          </p:nvPr>
        </p:nvSpPr>
        <p:spPr/>
        <p:txBody>
          <a:bodyPr/>
          <a:lstStyle/>
          <a:p>
            <a:r>
              <a:rPr kumimoji="1" lang="ja-JP" altLang="en-US" dirty="0"/>
              <a:t>「検索システムがあれば授業が円滑に行えた」の質問に対しての回答が、肯定的な回答が</a:t>
            </a:r>
            <a:r>
              <a:rPr kumimoji="1" lang="en-US" altLang="ja-JP" dirty="0"/>
              <a:t>80%</a:t>
            </a:r>
            <a:r>
              <a:rPr kumimoji="1" lang="ja-JP" altLang="en-US" dirty="0"/>
              <a:t>なので、探究の目的は達成できたと言えると思います。</a:t>
            </a:r>
          </a:p>
        </p:txBody>
      </p:sp>
      <p:sp>
        <p:nvSpPr>
          <p:cNvPr id="4" name="スライド番号プレースホルダー 3">
            <a:extLst>
              <a:ext uri="{FF2B5EF4-FFF2-40B4-BE49-F238E27FC236}">
                <a16:creationId xmlns:a16="http://schemas.microsoft.com/office/drawing/2014/main" id="{5C6949A0-DD0C-0DA0-80F3-EEF9328EA6C5}"/>
              </a:ext>
            </a:extLst>
          </p:cNvPr>
          <p:cNvSpPr>
            <a:spLocks noGrp="1"/>
          </p:cNvSpPr>
          <p:nvPr>
            <p:ph type="sldNum" sz="quarter" idx="5"/>
          </p:nvPr>
        </p:nvSpPr>
        <p:spPr/>
        <p:txBody>
          <a:bodyPr/>
          <a:lstStyle/>
          <a:p>
            <a:fld id="{5D611C39-5275-4525-A24E-8AB6781B5901}" type="slidenum">
              <a:rPr kumimoji="1" lang="ja-JP" altLang="en-US" smtClean="0"/>
              <a:t>58</a:t>
            </a:fld>
            <a:endParaRPr kumimoji="1" lang="ja-JP" altLang="en-US"/>
          </a:p>
        </p:txBody>
      </p:sp>
    </p:spTree>
    <p:extLst>
      <p:ext uri="{BB962C8B-B14F-4D97-AF65-F5344CB8AC3E}">
        <p14:creationId xmlns:p14="http://schemas.microsoft.com/office/powerpoint/2010/main" val="42729202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F66D2-129C-1178-6D87-4FE42D89BA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308819-0B76-8ACB-BFFA-E12B7D4E7AE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217EEB-E86E-37BC-179A-CFAC66C263C8}"/>
              </a:ext>
            </a:extLst>
          </p:cNvPr>
          <p:cNvSpPr>
            <a:spLocks noGrp="1"/>
          </p:cNvSpPr>
          <p:nvPr>
            <p:ph type="body" idx="1"/>
          </p:nvPr>
        </p:nvSpPr>
        <p:spPr/>
        <p:txBody>
          <a:bodyPr/>
          <a:lstStyle/>
          <a:p>
            <a:r>
              <a:rPr kumimoji="1" lang="ja-JP" altLang="en-US" dirty="0"/>
              <a:t>また、「後輩に勧めたい」と「今後も使用したい」の項目</a:t>
            </a:r>
            <a:r>
              <a:rPr kumimoji="1" lang="ja-JP" altLang="en-US"/>
              <a:t>に対する肯定的な回答</a:t>
            </a:r>
            <a:r>
              <a:rPr kumimoji="1" lang="ja-JP" altLang="en-US" dirty="0"/>
              <a:t>が</a:t>
            </a:r>
            <a:r>
              <a:rPr kumimoji="1" lang="en-US" altLang="ja-JP" dirty="0"/>
              <a:t>93%</a:t>
            </a:r>
            <a:r>
              <a:rPr kumimoji="1" lang="ja-JP" altLang="en-US" dirty="0"/>
              <a:t>と</a:t>
            </a:r>
            <a:r>
              <a:rPr kumimoji="1" lang="en-US" altLang="ja-JP" dirty="0"/>
              <a:t>100%</a:t>
            </a:r>
            <a:r>
              <a:rPr kumimoji="1" lang="ja-JP" altLang="en-US" dirty="0"/>
              <a:t>なので、今後も開発を続ける意味があると言えます。</a:t>
            </a:r>
          </a:p>
        </p:txBody>
      </p:sp>
      <p:sp>
        <p:nvSpPr>
          <p:cNvPr id="4" name="スライド番号プレースホルダー 3">
            <a:extLst>
              <a:ext uri="{FF2B5EF4-FFF2-40B4-BE49-F238E27FC236}">
                <a16:creationId xmlns:a16="http://schemas.microsoft.com/office/drawing/2014/main" id="{CF8D4ED6-98B9-3E02-71B9-8CFD90BEB054}"/>
              </a:ext>
            </a:extLst>
          </p:cNvPr>
          <p:cNvSpPr>
            <a:spLocks noGrp="1"/>
          </p:cNvSpPr>
          <p:nvPr>
            <p:ph type="sldNum" sz="quarter" idx="5"/>
          </p:nvPr>
        </p:nvSpPr>
        <p:spPr/>
        <p:txBody>
          <a:bodyPr/>
          <a:lstStyle/>
          <a:p>
            <a:fld id="{5D611C39-5275-4525-A24E-8AB6781B5901}" type="slidenum">
              <a:rPr kumimoji="1" lang="ja-JP" altLang="en-US" smtClean="0"/>
              <a:t>59</a:t>
            </a:fld>
            <a:endParaRPr kumimoji="1" lang="ja-JP" altLang="en-US"/>
          </a:p>
        </p:txBody>
      </p:sp>
    </p:spTree>
    <p:extLst>
      <p:ext uri="{BB962C8B-B14F-4D97-AF65-F5344CB8AC3E}">
        <p14:creationId xmlns:p14="http://schemas.microsoft.com/office/powerpoint/2010/main" val="2298487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43478-B147-8014-03F9-E1CC025DE8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63C151-7567-3BF4-9A98-249EF8C5DB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F6133D-ECD0-FE7B-25D7-6229F8EE3810}"/>
              </a:ext>
            </a:extLst>
          </p:cNvPr>
          <p:cNvSpPr>
            <a:spLocks noGrp="1"/>
          </p:cNvSpPr>
          <p:nvPr>
            <p:ph type="body" idx="1"/>
          </p:nvPr>
        </p:nvSpPr>
        <p:spPr/>
        <p:txBody>
          <a:bodyPr/>
          <a:lstStyle/>
          <a:p>
            <a:r>
              <a:rPr kumimoji="1" lang="ja-JP" altLang="en-US" dirty="0"/>
              <a:t>最後に、</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A10A9D23-4029-25D8-F3EA-CE0440F708F5}"/>
              </a:ext>
            </a:extLst>
          </p:cNvPr>
          <p:cNvSpPr>
            <a:spLocks noGrp="1"/>
          </p:cNvSpPr>
          <p:nvPr>
            <p:ph type="sldNum" sz="quarter" idx="5"/>
          </p:nvPr>
        </p:nvSpPr>
        <p:spPr/>
        <p:txBody>
          <a:bodyPr/>
          <a:lstStyle/>
          <a:p>
            <a:fld id="{5D611C39-5275-4525-A24E-8AB6781B5901}" type="slidenum">
              <a:rPr kumimoji="1" lang="ja-JP" altLang="en-US" smtClean="0"/>
              <a:t>60</a:t>
            </a:fld>
            <a:endParaRPr kumimoji="1" lang="ja-JP" altLang="en-US"/>
          </a:p>
        </p:txBody>
      </p:sp>
    </p:spTree>
    <p:extLst>
      <p:ext uri="{BB962C8B-B14F-4D97-AF65-F5344CB8AC3E}">
        <p14:creationId xmlns:p14="http://schemas.microsoft.com/office/powerpoint/2010/main" val="6328557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6B996-2057-7D48-266C-3A2DBAEFD7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4514AF-367C-9C41-7DA5-8F7C265F42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1EFF427-19E6-7A5C-C13A-D0056CCE18B8}"/>
              </a:ext>
            </a:extLst>
          </p:cNvPr>
          <p:cNvSpPr>
            <a:spLocks noGrp="1"/>
          </p:cNvSpPr>
          <p:nvPr>
            <p:ph type="body" idx="1"/>
          </p:nvPr>
        </p:nvSpPr>
        <p:spPr/>
        <p:txBody>
          <a:bodyPr/>
          <a:lstStyle/>
          <a:p>
            <a:r>
              <a:rPr kumimoji="1" lang="ja-JP" altLang="en-US" dirty="0"/>
              <a:t>結果と展望です。</a:t>
            </a:r>
          </a:p>
        </p:txBody>
      </p:sp>
      <p:sp>
        <p:nvSpPr>
          <p:cNvPr id="4" name="スライド番号プレースホルダー 3">
            <a:extLst>
              <a:ext uri="{FF2B5EF4-FFF2-40B4-BE49-F238E27FC236}">
                <a16:creationId xmlns:a16="http://schemas.microsoft.com/office/drawing/2014/main" id="{B6EA15F5-AD23-659A-7CA5-4972393AA3DD}"/>
              </a:ext>
            </a:extLst>
          </p:cNvPr>
          <p:cNvSpPr>
            <a:spLocks noGrp="1"/>
          </p:cNvSpPr>
          <p:nvPr>
            <p:ph type="sldNum" sz="quarter" idx="5"/>
          </p:nvPr>
        </p:nvSpPr>
        <p:spPr/>
        <p:txBody>
          <a:bodyPr/>
          <a:lstStyle/>
          <a:p>
            <a:fld id="{5D611C39-5275-4525-A24E-8AB6781B5901}" type="slidenum">
              <a:rPr kumimoji="1" lang="ja-JP" altLang="en-US" smtClean="0"/>
              <a:t>61</a:t>
            </a:fld>
            <a:endParaRPr kumimoji="1" lang="ja-JP" altLang="en-US"/>
          </a:p>
        </p:txBody>
      </p:sp>
    </p:spTree>
    <p:extLst>
      <p:ext uri="{BB962C8B-B14F-4D97-AF65-F5344CB8AC3E}">
        <p14:creationId xmlns:p14="http://schemas.microsoft.com/office/powerpoint/2010/main" val="27621335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1E504-4FF6-6FFB-55A8-34B2B05A8B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A62649-E0B8-404B-1103-19F0B199E0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C5B8FC-F7BF-3FE0-0734-DDC06E06349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CD26EFC-EB1A-4DC4-C050-C8ABF150EB7D}"/>
              </a:ext>
            </a:extLst>
          </p:cNvPr>
          <p:cNvSpPr>
            <a:spLocks noGrp="1"/>
          </p:cNvSpPr>
          <p:nvPr>
            <p:ph type="sldNum" sz="quarter" idx="5"/>
          </p:nvPr>
        </p:nvSpPr>
        <p:spPr/>
        <p:txBody>
          <a:bodyPr/>
          <a:lstStyle/>
          <a:p>
            <a:fld id="{5D611C39-5275-4525-A24E-8AB6781B5901}" type="slidenum">
              <a:rPr kumimoji="1" lang="ja-JP" altLang="en-US" smtClean="0"/>
              <a:t>62</a:t>
            </a:fld>
            <a:endParaRPr kumimoji="1" lang="ja-JP" altLang="en-US"/>
          </a:p>
        </p:txBody>
      </p:sp>
    </p:spTree>
    <p:extLst>
      <p:ext uri="{BB962C8B-B14F-4D97-AF65-F5344CB8AC3E}">
        <p14:creationId xmlns:p14="http://schemas.microsoft.com/office/powerpoint/2010/main" val="36373095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1C70A-1D10-9A44-859F-85E221B731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88C88C-3D2A-DA70-9B9B-8D719E7C8D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A40517-C289-271B-2B34-947E33123AD2}"/>
              </a:ext>
            </a:extLst>
          </p:cNvPr>
          <p:cNvSpPr>
            <a:spLocks noGrp="1"/>
          </p:cNvSpPr>
          <p:nvPr>
            <p:ph type="body" idx="1"/>
          </p:nvPr>
        </p:nvSpPr>
        <p:spPr/>
        <p:txBody>
          <a:bodyPr/>
          <a:lstStyle/>
          <a:p>
            <a:r>
              <a:rPr kumimoji="1" lang="ja-JP" altLang="en-US" dirty="0"/>
              <a:t>結論。</a:t>
            </a:r>
          </a:p>
        </p:txBody>
      </p:sp>
      <p:sp>
        <p:nvSpPr>
          <p:cNvPr id="4" name="スライド番号プレースホルダー 3">
            <a:extLst>
              <a:ext uri="{FF2B5EF4-FFF2-40B4-BE49-F238E27FC236}">
                <a16:creationId xmlns:a16="http://schemas.microsoft.com/office/drawing/2014/main" id="{63E78C36-B017-D61F-538C-F3BE4449C7AA}"/>
              </a:ext>
            </a:extLst>
          </p:cNvPr>
          <p:cNvSpPr>
            <a:spLocks noGrp="1"/>
          </p:cNvSpPr>
          <p:nvPr>
            <p:ph type="sldNum" sz="quarter" idx="5"/>
          </p:nvPr>
        </p:nvSpPr>
        <p:spPr/>
        <p:txBody>
          <a:bodyPr/>
          <a:lstStyle/>
          <a:p>
            <a:fld id="{5D611C39-5275-4525-A24E-8AB6781B5901}" type="slidenum">
              <a:rPr kumimoji="1" lang="ja-JP" altLang="en-US" smtClean="0"/>
              <a:t>63</a:t>
            </a:fld>
            <a:endParaRPr kumimoji="1" lang="ja-JP" altLang="en-US"/>
          </a:p>
        </p:txBody>
      </p:sp>
    </p:spTree>
    <p:extLst>
      <p:ext uri="{BB962C8B-B14F-4D97-AF65-F5344CB8AC3E}">
        <p14:creationId xmlns:p14="http://schemas.microsoft.com/office/powerpoint/2010/main" val="24493970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9A218-9C4E-B67C-5677-A86DB2552D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E6E117C-68A0-C9D4-C7F0-5D65B8F2DC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D8726A-3697-0056-5953-7CACE63CDE5E}"/>
              </a:ext>
            </a:extLst>
          </p:cNvPr>
          <p:cNvSpPr>
            <a:spLocks noGrp="1"/>
          </p:cNvSpPr>
          <p:nvPr>
            <p:ph type="body" idx="1"/>
          </p:nvPr>
        </p:nvSpPr>
        <p:spPr/>
        <p:txBody>
          <a:bodyPr/>
          <a:lstStyle/>
          <a:p>
            <a:r>
              <a:rPr kumimoji="1" lang="ja-JP" altLang="en-US" dirty="0"/>
              <a:t>「ポスター検索システムがあれば探究の授業が円滑に行えたか」の質問において、肯定的な回答が</a:t>
            </a:r>
            <a:r>
              <a:rPr kumimoji="1" lang="en-US" altLang="ja-JP" dirty="0"/>
              <a:t>80</a:t>
            </a:r>
            <a:r>
              <a:rPr kumimoji="1" lang="ja-JP" altLang="en-US" dirty="0"/>
              <a:t>パーセントを超えるえているので、</a:t>
            </a:r>
          </a:p>
        </p:txBody>
      </p:sp>
      <p:sp>
        <p:nvSpPr>
          <p:cNvPr id="4" name="スライド番号プレースホルダー 3">
            <a:extLst>
              <a:ext uri="{FF2B5EF4-FFF2-40B4-BE49-F238E27FC236}">
                <a16:creationId xmlns:a16="http://schemas.microsoft.com/office/drawing/2014/main" id="{A31D7F4D-76C7-164A-E044-422930C41AB3}"/>
              </a:ext>
            </a:extLst>
          </p:cNvPr>
          <p:cNvSpPr>
            <a:spLocks noGrp="1"/>
          </p:cNvSpPr>
          <p:nvPr>
            <p:ph type="sldNum" sz="quarter" idx="5"/>
          </p:nvPr>
        </p:nvSpPr>
        <p:spPr/>
        <p:txBody>
          <a:bodyPr/>
          <a:lstStyle/>
          <a:p>
            <a:fld id="{5D611C39-5275-4525-A24E-8AB6781B5901}" type="slidenum">
              <a:rPr kumimoji="1" lang="ja-JP" altLang="en-US" smtClean="0"/>
              <a:t>64</a:t>
            </a:fld>
            <a:endParaRPr kumimoji="1" lang="ja-JP" altLang="en-US"/>
          </a:p>
        </p:txBody>
      </p:sp>
    </p:spTree>
    <p:extLst>
      <p:ext uri="{BB962C8B-B14F-4D97-AF65-F5344CB8AC3E}">
        <p14:creationId xmlns:p14="http://schemas.microsoft.com/office/powerpoint/2010/main" val="36576225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53C8-D0C1-2B89-876A-00B9843018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F3D7F3-9E7F-96E6-DBAB-686357A577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604D97-76D4-E923-63E9-257473899CD2}"/>
              </a:ext>
            </a:extLst>
          </p:cNvPr>
          <p:cNvSpPr>
            <a:spLocks noGrp="1"/>
          </p:cNvSpPr>
          <p:nvPr>
            <p:ph type="body" idx="1"/>
          </p:nvPr>
        </p:nvSpPr>
        <p:spPr/>
        <p:txBody>
          <a:bodyPr/>
          <a:lstStyle/>
          <a:p>
            <a:r>
              <a:rPr kumimoji="1" lang="ja-JP" altLang="en-US" dirty="0"/>
              <a:t>「探究の授業が円滑になった」 と言える。</a:t>
            </a:r>
            <a:endParaRPr kumimoji="1" lang="en-US" altLang="ja-JP" dirty="0"/>
          </a:p>
          <a:p>
            <a:r>
              <a:rPr kumimoji="1" lang="ja-JP" altLang="en-US" dirty="0"/>
              <a:t>ただ、</a:t>
            </a:r>
            <a:r>
              <a:rPr kumimoji="1" lang="en-US" altLang="ja-JP" dirty="0"/>
              <a:t>80%</a:t>
            </a:r>
            <a:r>
              <a:rPr kumimoji="1" lang="ja-JP" altLang="en-US" dirty="0"/>
              <a:t>で本当に言いきれるのかは未検証。</a:t>
            </a:r>
          </a:p>
        </p:txBody>
      </p:sp>
      <p:sp>
        <p:nvSpPr>
          <p:cNvPr id="4" name="スライド番号プレースホルダー 3">
            <a:extLst>
              <a:ext uri="{FF2B5EF4-FFF2-40B4-BE49-F238E27FC236}">
                <a16:creationId xmlns:a16="http://schemas.microsoft.com/office/drawing/2014/main" id="{1F641C8D-7ECB-CB26-3167-B11B0217DCA9}"/>
              </a:ext>
            </a:extLst>
          </p:cNvPr>
          <p:cNvSpPr>
            <a:spLocks noGrp="1"/>
          </p:cNvSpPr>
          <p:nvPr>
            <p:ph type="sldNum" sz="quarter" idx="5"/>
          </p:nvPr>
        </p:nvSpPr>
        <p:spPr/>
        <p:txBody>
          <a:bodyPr/>
          <a:lstStyle/>
          <a:p>
            <a:fld id="{5D611C39-5275-4525-A24E-8AB6781B5901}" type="slidenum">
              <a:rPr kumimoji="1" lang="ja-JP" altLang="en-US" smtClean="0"/>
              <a:t>65</a:t>
            </a:fld>
            <a:endParaRPr kumimoji="1" lang="ja-JP" altLang="en-US"/>
          </a:p>
        </p:txBody>
      </p:sp>
    </p:spTree>
    <p:extLst>
      <p:ext uri="{BB962C8B-B14F-4D97-AF65-F5344CB8AC3E}">
        <p14:creationId xmlns:p14="http://schemas.microsoft.com/office/powerpoint/2010/main" val="35574213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E0583-322F-D5B3-6104-5511819B1A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C6ED1-CF2D-CE67-77F3-CF79E7FB80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9981EA-1E71-2521-5C77-613A09C80F27}"/>
              </a:ext>
            </a:extLst>
          </p:cNvPr>
          <p:cNvSpPr>
            <a:spLocks noGrp="1"/>
          </p:cNvSpPr>
          <p:nvPr>
            <p:ph type="body" idx="1"/>
          </p:nvPr>
        </p:nvSpPr>
        <p:spPr/>
        <p:txBody>
          <a:bodyPr/>
          <a:lstStyle/>
          <a:p>
            <a:r>
              <a:rPr kumimoji="1" lang="ja-JP" altLang="en-US" dirty="0"/>
              <a:t>改善点としては、</a:t>
            </a:r>
            <a:br>
              <a:rPr kumimoji="1" lang="en-US" altLang="ja-JP" dirty="0"/>
            </a:br>
            <a:r>
              <a:rPr kumimoji="1" lang="ja-JP" altLang="en-US" dirty="0"/>
              <a:t>アンケートの回答数が少なすぎるので、 アンケートの集め方を改善し、</a:t>
            </a:r>
            <a:r>
              <a:rPr kumimoji="1" lang="en-US" altLang="ja-JP" dirty="0"/>
              <a:t>100</a:t>
            </a:r>
            <a:r>
              <a:rPr kumimoji="1" lang="ja-JP" altLang="en-US" dirty="0"/>
              <a:t>件くらい集めたいです。</a:t>
            </a:r>
          </a:p>
        </p:txBody>
      </p:sp>
      <p:sp>
        <p:nvSpPr>
          <p:cNvPr id="4" name="スライド番号プレースホルダー 3">
            <a:extLst>
              <a:ext uri="{FF2B5EF4-FFF2-40B4-BE49-F238E27FC236}">
                <a16:creationId xmlns:a16="http://schemas.microsoft.com/office/drawing/2014/main" id="{B76D888D-C53C-4FBE-80D4-CB645BB91001}"/>
              </a:ext>
            </a:extLst>
          </p:cNvPr>
          <p:cNvSpPr>
            <a:spLocks noGrp="1"/>
          </p:cNvSpPr>
          <p:nvPr>
            <p:ph type="sldNum" sz="quarter" idx="5"/>
          </p:nvPr>
        </p:nvSpPr>
        <p:spPr/>
        <p:txBody>
          <a:bodyPr/>
          <a:lstStyle/>
          <a:p>
            <a:fld id="{5D611C39-5275-4525-A24E-8AB6781B5901}" type="slidenum">
              <a:rPr kumimoji="1" lang="ja-JP" altLang="en-US" smtClean="0"/>
              <a:t>66</a:t>
            </a:fld>
            <a:endParaRPr kumimoji="1" lang="ja-JP" altLang="en-US"/>
          </a:p>
        </p:txBody>
      </p:sp>
    </p:spTree>
    <p:extLst>
      <p:ext uri="{BB962C8B-B14F-4D97-AF65-F5344CB8AC3E}">
        <p14:creationId xmlns:p14="http://schemas.microsoft.com/office/powerpoint/2010/main" val="124713681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0FB04-A481-4CF7-AD28-13EBE3CDF6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C5F664-0189-FCBC-AFD3-334496F8D9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E6A6C6-40BE-1C8D-B603-DF0ECEEC299A}"/>
              </a:ext>
            </a:extLst>
          </p:cNvPr>
          <p:cNvSpPr>
            <a:spLocks noGrp="1"/>
          </p:cNvSpPr>
          <p:nvPr>
            <p:ph type="body" idx="1"/>
          </p:nvPr>
        </p:nvSpPr>
        <p:spPr/>
        <p:txBody>
          <a:bodyPr/>
          <a:lstStyle/>
          <a:p>
            <a:r>
              <a:rPr kumimoji="1" lang="ja-JP" altLang="en-US" dirty="0"/>
              <a:t>もう一つ改善点です。</a:t>
            </a:r>
            <a:endParaRPr kumimoji="1" lang="en-US" altLang="ja-JP" dirty="0"/>
          </a:p>
          <a:p>
            <a:r>
              <a:rPr kumimoji="1" lang="ja-JP" altLang="en-US" dirty="0"/>
              <a:t>今回はアンケートを取っただけで結論付けていますが、実際に授業を円滑に行えるのかなど、検証はしていません。</a:t>
            </a:r>
            <a:endParaRPr kumimoji="1" lang="en-US" altLang="ja-JP" dirty="0"/>
          </a:p>
          <a:p>
            <a:r>
              <a:rPr kumimoji="1" lang="ja-JP" altLang="en-US" dirty="0"/>
              <a:t>なので、ポスター検索システムを使った授業と使ってない授業を比較するなどして、円滑になったかどうかを数値のデータとして表したいです。</a:t>
            </a:r>
            <a:endParaRPr kumimoji="1" lang="en-US" altLang="ja-JP" dirty="0"/>
          </a:p>
          <a:p>
            <a:r>
              <a:rPr kumimoji="1" lang="ja-JP" altLang="en-US" dirty="0"/>
              <a:t>また、仮設の「</a:t>
            </a:r>
            <a:r>
              <a:rPr kumimoji="1" lang="en-US" altLang="ja-JP" dirty="0"/>
              <a:t>UX</a:t>
            </a:r>
            <a:r>
              <a:rPr kumimoji="1" lang="ja-JP" altLang="en-US" dirty="0"/>
              <a:t>が良い物を作れば授業が円滑になる」において、</a:t>
            </a:r>
            <a:r>
              <a:rPr kumimoji="1" lang="en-US" altLang="ja-JP" dirty="0"/>
              <a:t>UX</a:t>
            </a:r>
            <a:r>
              <a:rPr kumimoji="1" lang="ja-JP" altLang="en-US" dirty="0"/>
              <a:t>が良くなったから授業が円滑になったとの因果関係を示せていないので、これを示すための実験が必要だと思います。</a:t>
            </a:r>
          </a:p>
        </p:txBody>
      </p:sp>
      <p:sp>
        <p:nvSpPr>
          <p:cNvPr id="4" name="スライド番号プレースホルダー 3">
            <a:extLst>
              <a:ext uri="{FF2B5EF4-FFF2-40B4-BE49-F238E27FC236}">
                <a16:creationId xmlns:a16="http://schemas.microsoft.com/office/drawing/2014/main" id="{7C6D799A-55F5-B878-C408-B20E208AEDAD}"/>
              </a:ext>
            </a:extLst>
          </p:cNvPr>
          <p:cNvSpPr>
            <a:spLocks noGrp="1"/>
          </p:cNvSpPr>
          <p:nvPr>
            <p:ph type="sldNum" sz="quarter" idx="5"/>
          </p:nvPr>
        </p:nvSpPr>
        <p:spPr/>
        <p:txBody>
          <a:bodyPr/>
          <a:lstStyle/>
          <a:p>
            <a:fld id="{5D611C39-5275-4525-A24E-8AB6781B5901}" type="slidenum">
              <a:rPr kumimoji="1" lang="ja-JP" altLang="en-US" smtClean="0"/>
              <a:t>67</a:t>
            </a:fld>
            <a:endParaRPr kumimoji="1" lang="ja-JP" altLang="en-US"/>
          </a:p>
        </p:txBody>
      </p:sp>
    </p:spTree>
    <p:extLst>
      <p:ext uri="{BB962C8B-B14F-4D97-AF65-F5344CB8AC3E}">
        <p14:creationId xmlns:p14="http://schemas.microsoft.com/office/powerpoint/2010/main" val="32529284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3EB7-A833-FC06-D0AF-2880B59A49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8E3966-0671-AD0B-9CBF-3A1979C5F9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5CFF47E-D9A6-2C9C-783B-5EE3C900B004}"/>
              </a:ext>
            </a:extLst>
          </p:cNvPr>
          <p:cNvSpPr>
            <a:spLocks noGrp="1"/>
          </p:cNvSpPr>
          <p:nvPr>
            <p:ph type="body" idx="1"/>
          </p:nvPr>
        </p:nvSpPr>
        <p:spPr/>
        <p:txBody>
          <a:bodyPr/>
          <a:lstStyle/>
          <a:p>
            <a:r>
              <a:rPr kumimoji="1" lang="ja-JP" altLang="en-US" dirty="0"/>
              <a:t>最後は展望です。</a:t>
            </a:r>
            <a:endParaRPr kumimoji="1" lang="en-US" altLang="ja-JP" dirty="0"/>
          </a:p>
          <a:p>
            <a:r>
              <a:rPr kumimoji="1" lang="ja-JP" altLang="en-US" dirty="0"/>
              <a:t>今ある機能でも十分にポスターを検索して閲覧することはできます。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ですが、ポスターをドラッグアンドドロップで追加できるようにしたり、コメント機能を追加して感想をつぶやいたり生徒同士でディスカッションなどをできるようにしたり なども考えています。</a:t>
            </a:r>
            <a:endParaRPr kumimoji="1" lang="en-US" altLang="ja-JP" dirty="0"/>
          </a:p>
        </p:txBody>
      </p:sp>
      <p:sp>
        <p:nvSpPr>
          <p:cNvPr id="4" name="スライド番号プレースホルダー 3">
            <a:extLst>
              <a:ext uri="{FF2B5EF4-FFF2-40B4-BE49-F238E27FC236}">
                <a16:creationId xmlns:a16="http://schemas.microsoft.com/office/drawing/2014/main" id="{388D8971-429A-DBCE-A7B0-E4BC3E77628E}"/>
              </a:ext>
            </a:extLst>
          </p:cNvPr>
          <p:cNvSpPr>
            <a:spLocks noGrp="1"/>
          </p:cNvSpPr>
          <p:nvPr>
            <p:ph type="sldNum" sz="quarter" idx="5"/>
          </p:nvPr>
        </p:nvSpPr>
        <p:spPr/>
        <p:txBody>
          <a:bodyPr/>
          <a:lstStyle/>
          <a:p>
            <a:fld id="{5D611C39-5275-4525-A24E-8AB6781B5901}" type="slidenum">
              <a:rPr kumimoji="1" lang="ja-JP" altLang="en-US" smtClean="0"/>
              <a:t>68</a:t>
            </a:fld>
            <a:endParaRPr kumimoji="1" lang="ja-JP" altLang="en-US"/>
          </a:p>
        </p:txBody>
      </p:sp>
    </p:spTree>
    <p:extLst>
      <p:ext uri="{BB962C8B-B14F-4D97-AF65-F5344CB8AC3E}">
        <p14:creationId xmlns:p14="http://schemas.microsoft.com/office/powerpoint/2010/main" val="19622193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A1D1-5673-176E-A0BB-D134C8BF14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0838B-BDC2-D35A-9BB0-2F2CC5E822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B0F6D1-2695-FD5D-73ED-08AEA1A8EB3C}"/>
              </a:ext>
            </a:extLst>
          </p:cNvPr>
          <p:cNvSpPr>
            <a:spLocks noGrp="1"/>
          </p:cNvSpPr>
          <p:nvPr>
            <p:ph type="body" idx="1"/>
          </p:nvPr>
        </p:nvSpPr>
        <p:spPr/>
        <p:txBody>
          <a:bodyPr/>
          <a:lstStyle/>
          <a:p>
            <a:r>
              <a:rPr kumimoji="1" lang="ja-JP" altLang="en-US" dirty="0"/>
              <a:t>ただ、それをするためにはサーバーサイドの処理が必要になるので、今の学校の環境では実装できないです。</a:t>
            </a:r>
            <a:endParaRPr kumimoji="1" lang="en-US" altLang="ja-JP" dirty="0"/>
          </a:p>
          <a:p>
            <a:r>
              <a:rPr kumimoji="1" lang="ja-JP" altLang="en-US" dirty="0"/>
              <a:t>いつか、サーバーを使えるようになった暁には、これらの機能を追加したいです。</a:t>
            </a:r>
            <a:endParaRPr kumimoji="1" lang="en-US" altLang="ja-JP" dirty="0"/>
          </a:p>
        </p:txBody>
      </p:sp>
      <p:sp>
        <p:nvSpPr>
          <p:cNvPr id="4" name="スライド番号プレースホルダー 3">
            <a:extLst>
              <a:ext uri="{FF2B5EF4-FFF2-40B4-BE49-F238E27FC236}">
                <a16:creationId xmlns:a16="http://schemas.microsoft.com/office/drawing/2014/main" id="{0338E85F-A34A-AE49-8B13-053A27280B6B}"/>
              </a:ext>
            </a:extLst>
          </p:cNvPr>
          <p:cNvSpPr>
            <a:spLocks noGrp="1"/>
          </p:cNvSpPr>
          <p:nvPr>
            <p:ph type="sldNum" sz="quarter" idx="5"/>
          </p:nvPr>
        </p:nvSpPr>
        <p:spPr/>
        <p:txBody>
          <a:bodyPr/>
          <a:lstStyle/>
          <a:p>
            <a:fld id="{5D611C39-5275-4525-A24E-8AB6781B5901}" type="slidenum">
              <a:rPr kumimoji="1" lang="ja-JP" altLang="en-US" smtClean="0"/>
              <a:t>69</a:t>
            </a:fld>
            <a:endParaRPr kumimoji="1" lang="ja-JP" altLang="en-US"/>
          </a:p>
        </p:txBody>
      </p:sp>
    </p:spTree>
    <p:extLst>
      <p:ext uri="{BB962C8B-B14F-4D97-AF65-F5344CB8AC3E}">
        <p14:creationId xmlns:p14="http://schemas.microsoft.com/office/powerpoint/2010/main" val="17450522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993B9-2310-5029-A7F5-7C8A5EC413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D6A7A0-9BDB-C309-E7C5-B9BAEED7D7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383953-A581-1109-AB6C-09EC484323C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7D5A966-B503-F02D-795B-4DEF6A1AD77E}"/>
              </a:ext>
            </a:extLst>
          </p:cNvPr>
          <p:cNvSpPr>
            <a:spLocks noGrp="1"/>
          </p:cNvSpPr>
          <p:nvPr>
            <p:ph type="sldNum" sz="quarter" idx="5"/>
          </p:nvPr>
        </p:nvSpPr>
        <p:spPr/>
        <p:txBody>
          <a:bodyPr/>
          <a:lstStyle/>
          <a:p>
            <a:fld id="{5D611C39-5275-4525-A24E-8AB6781B5901}" type="slidenum">
              <a:rPr kumimoji="1" lang="ja-JP" altLang="en-US" smtClean="0"/>
              <a:t>70</a:t>
            </a:fld>
            <a:endParaRPr kumimoji="1" lang="ja-JP" altLang="en-US"/>
          </a:p>
        </p:txBody>
      </p:sp>
    </p:spTree>
    <p:extLst>
      <p:ext uri="{BB962C8B-B14F-4D97-AF65-F5344CB8AC3E}">
        <p14:creationId xmlns:p14="http://schemas.microsoft.com/office/powerpoint/2010/main" val="10639071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F96B5-8FD2-7F4B-C998-BE49345992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6670EA-71BB-AF66-E327-6239E37E11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966C32-EBC1-B2E8-4DF0-0FB9C0E9A6C2}"/>
              </a:ext>
            </a:extLst>
          </p:cNvPr>
          <p:cNvSpPr>
            <a:spLocks noGrp="1"/>
          </p:cNvSpPr>
          <p:nvPr>
            <p:ph type="body" idx="1"/>
          </p:nvPr>
        </p:nvSpPr>
        <p:spPr/>
        <p:txBody>
          <a:bodyPr/>
          <a:lstStyle/>
          <a:p>
            <a:r>
              <a:rPr kumimoji="1" lang="ja-JP" altLang="en-US" dirty="0"/>
              <a:t>今回の研究の参考文献です。</a:t>
            </a:r>
          </a:p>
        </p:txBody>
      </p:sp>
      <p:sp>
        <p:nvSpPr>
          <p:cNvPr id="4" name="スライド番号プレースホルダー 3">
            <a:extLst>
              <a:ext uri="{FF2B5EF4-FFF2-40B4-BE49-F238E27FC236}">
                <a16:creationId xmlns:a16="http://schemas.microsoft.com/office/drawing/2014/main" id="{63509C39-F7E0-C2DB-0516-C137CA4D1306}"/>
              </a:ext>
            </a:extLst>
          </p:cNvPr>
          <p:cNvSpPr>
            <a:spLocks noGrp="1"/>
          </p:cNvSpPr>
          <p:nvPr>
            <p:ph type="sldNum" sz="quarter" idx="5"/>
          </p:nvPr>
        </p:nvSpPr>
        <p:spPr/>
        <p:txBody>
          <a:bodyPr/>
          <a:lstStyle/>
          <a:p>
            <a:fld id="{5D611C39-5275-4525-A24E-8AB6781B5901}" type="slidenum">
              <a:rPr kumimoji="1" lang="ja-JP" altLang="en-US" smtClean="0"/>
              <a:t>71</a:t>
            </a:fld>
            <a:endParaRPr kumimoji="1" lang="ja-JP" altLang="en-US"/>
          </a:p>
        </p:txBody>
      </p:sp>
    </p:spTree>
    <p:extLst>
      <p:ext uri="{BB962C8B-B14F-4D97-AF65-F5344CB8AC3E}">
        <p14:creationId xmlns:p14="http://schemas.microsoft.com/office/powerpoint/2010/main" val="1859535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C203-BC62-4F01-9234-C032BE2C3F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B56BE6-8967-237B-F65B-D087E3F081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65D1DD8-720F-115A-AC9F-41156A23B664}"/>
              </a:ext>
            </a:extLst>
          </p:cNvPr>
          <p:cNvSpPr>
            <a:spLocks noGrp="1"/>
          </p:cNvSpPr>
          <p:nvPr>
            <p:ph type="body" idx="1"/>
          </p:nvPr>
        </p:nvSpPr>
        <p:spPr/>
        <p:txBody>
          <a:bodyPr/>
          <a:lstStyle/>
          <a:p>
            <a:r>
              <a:rPr kumimoji="1" lang="ja-JP" altLang="en-US" dirty="0"/>
              <a:t>ご清聴ありがとうございました。</a:t>
            </a:r>
          </a:p>
        </p:txBody>
      </p:sp>
      <p:sp>
        <p:nvSpPr>
          <p:cNvPr id="4" name="スライド番号プレースホルダー 3">
            <a:extLst>
              <a:ext uri="{FF2B5EF4-FFF2-40B4-BE49-F238E27FC236}">
                <a16:creationId xmlns:a16="http://schemas.microsoft.com/office/drawing/2014/main" id="{E1336E3E-90FC-7B70-1B1D-30E2269C666B}"/>
              </a:ext>
            </a:extLst>
          </p:cNvPr>
          <p:cNvSpPr>
            <a:spLocks noGrp="1"/>
          </p:cNvSpPr>
          <p:nvPr>
            <p:ph type="sldNum" sz="quarter" idx="5"/>
          </p:nvPr>
        </p:nvSpPr>
        <p:spPr/>
        <p:txBody>
          <a:bodyPr/>
          <a:lstStyle/>
          <a:p>
            <a:fld id="{5D611C39-5275-4525-A24E-8AB6781B5901}" type="slidenum">
              <a:rPr kumimoji="1" lang="ja-JP" altLang="en-US" smtClean="0"/>
              <a:t>72</a:t>
            </a:fld>
            <a:endParaRPr kumimoji="1" lang="ja-JP" altLang="en-US"/>
          </a:p>
        </p:txBody>
      </p:sp>
    </p:spTree>
    <p:extLst>
      <p:ext uri="{BB962C8B-B14F-4D97-AF65-F5344CB8AC3E}">
        <p14:creationId xmlns:p14="http://schemas.microsoft.com/office/powerpoint/2010/main" val="3793918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C3BB7D-2E25-850E-F211-E5A78B6284D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6A26D31-A253-89ED-C32F-C27A66248E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F3DA00B-B9C0-D5CC-9764-52F96223800E}"/>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FFD6D9FA-D6F5-1D03-33F4-879004C366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9050F4-87CF-703E-EACD-83A7B277E5F6}"/>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10492825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035737-5742-B7E8-CC62-4A6526E401A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70272EF-4A66-EA9E-A3C7-6728CDF297C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7499F7C-002F-DB6F-C6E6-D5D812E43D23}"/>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4C747FC0-8E50-69F0-A00B-F734250F540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571183-2E2F-B4E0-1F66-882D7CC1BF68}"/>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26082836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F8DAD4-D57E-4DB5-334F-9F34F52D0C3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1F07BBC-44E1-B284-4251-6AA10ADE78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A8220BF-F0B2-D020-2874-E6325B46DB13}"/>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88D66F93-EA57-4ED6-164B-36612CCD11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C8EA06C-7406-2B8D-1DF6-C6D0FCB6C41D}"/>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7078211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3D5F60-8851-3F8A-7B9E-19626147AF9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DE4EA70-DDB5-F0C2-0769-DA156A85EC5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9AA5C0CC-84FD-348A-C774-619CB597898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1FF47B-8E8D-4643-6DA6-8C13A4A707A0}"/>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DD33F040-651E-F2CF-3EC0-0F67CFDDB07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D6665B-27A2-D2B1-FA21-49D115AD14F8}"/>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9295551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6517B0-3059-CB62-F375-B505A2FD60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F68CE20-FDF2-0970-8AE3-5BF5DE6A68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5D9CBBF-6D85-9D3B-AF87-1089B51DB8E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388FCB3-F6AE-02F5-D9C6-EB70307CEC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58E7CF7-C529-1C51-6F16-599164A7311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A8E480A-23A6-8BEF-FF90-AAE254F0F410}"/>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8" name="フッター プレースホルダー 7">
            <a:extLst>
              <a:ext uri="{FF2B5EF4-FFF2-40B4-BE49-F238E27FC236}">
                <a16:creationId xmlns:a16="http://schemas.microsoft.com/office/drawing/2014/main" id="{0FE8DC34-6F4B-4FCD-3E06-E4C7A4DE1B5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32A609-1ED5-C258-D0F8-E8BC6CBEB35A}"/>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6267080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91CF12-6B8E-86D5-9FA8-3806D83F35F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5809864-C22F-453B-2B57-522FFA40FDAF}"/>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4" name="フッター プレースホルダー 3">
            <a:extLst>
              <a:ext uri="{FF2B5EF4-FFF2-40B4-BE49-F238E27FC236}">
                <a16:creationId xmlns:a16="http://schemas.microsoft.com/office/drawing/2014/main" id="{2E86566F-AB93-DCBC-56A0-4AE60A9B290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28EDDE8-70E6-489E-2987-FB4B1DE2BDD3}"/>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30292275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8AFC4CB-5726-BB77-4C2A-764663B694B3}"/>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3" name="フッター プレースホルダー 2">
            <a:extLst>
              <a:ext uri="{FF2B5EF4-FFF2-40B4-BE49-F238E27FC236}">
                <a16:creationId xmlns:a16="http://schemas.microsoft.com/office/drawing/2014/main" id="{709330F5-DF3A-1286-9DFF-718F7B82763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5DA0C52-2D41-A225-40FC-7AB3B4F5C1B7}"/>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26522105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5CE389-9409-FCDD-0DC3-9C8D313E47B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B4ECE28-F51E-989B-36B6-41C3ABEFF5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56E3CB8-FB74-0E49-9CE4-9CC235392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CA34F2C-4E48-D5D3-3227-8110E2C10B10}"/>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5BE0B64E-05B9-386B-A8CB-4ED43BA09D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C8D1E4-A3B8-90D7-944A-786DF4F80771}"/>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8530877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D7067F-8D43-5A20-2BE3-376EDD1006B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DA590FF-4951-2130-BB60-53AB6C0235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94FCEB7-664B-964E-FD13-CFA3E04AE1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70AB9B2-1342-A714-1C52-2E75CD81136B}"/>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6" name="フッター プレースホルダー 5">
            <a:extLst>
              <a:ext uri="{FF2B5EF4-FFF2-40B4-BE49-F238E27FC236}">
                <a16:creationId xmlns:a16="http://schemas.microsoft.com/office/drawing/2014/main" id="{51F5B255-E057-74E2-D9B1-9D3DE44ADB7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355047E-3C10-8BF8-2641-6C36E37CB7E0}"/>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3335792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C8AE43-CCB9-8B07-9CBD-78DA8C82144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8EE9B21-E892-4B92-5355-E5537CDE906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7D77A-05A7-9603-08BF-FBAA37C22D13}"/>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9209B2FC-029D-824D-95FD-A94D93BE14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BE4839A-6E8C-5BF8-77F9-1293FFCAA841}"/>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15792145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5B0601-7C45-A9A4-C218-626B63F0F17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13EF07C-1C9A-19FE-1D92-8E5D2E34603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44FC9E-04D1-E34D-49B7-54E79F4A1157}"/>
              </a:ext>
            </a:extLst>
          </p:cNvPr>
          <p:cNvSpPr>
            <a:spLocks noGrp="1"/>
          </p:cNvSpPr>
          <p:nvPr>
            <p:ph type="dt" sz="half" idx="10"/>
          </p:nvPr>
        </p:nvSpPr>
        <p:spPr/>
        <p:txBody>
          <a:bodyPr/>
          <a:lstStyle/>
          <a:p>
            <a:fld id="{4EE279C0-B790-43CB-B9CE-9A7C51FAEE35}"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54163DF9-38D8-511D-A517-E2D6652CBC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52ED2C0-04B8-FF03-7FCA-161505455D65}"/>
              </a:ext>
            </a:extLst>
          </p:cNvPr>
          <p:cNvSpPr>
            <a:spLocks noGrp="1"/>
          </p:cNvSpPr>
          <p:nvPr>
            <p:ph type="sldNum" sz="quarter" idx="12"/>
          </p:nvPr>
        </p:nvSpPr>
        <p:spPr/>
        <p:txBody>
          <a:body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17107303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9BE6F38-9C3A-4829-36FE-C48349EC32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3B9BAA1-C4C7-61B7-58BF-FFCCC02CA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E11E0A-64D7-8004-7272-76954679D4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279C0-B790-43CB-B9CE-9A7C51FAEE35}" type="datetimeFigureOut">
              <a:rPr kumimoji="1" lang="ja-JP" altLang="en-US" smtClean="0"/>
              <a:t>2025/9/28</a:t>
            </a:fld>
            <a:endParaRPr kumimoji="1" lang="ja-JP" altLang="en-US"/>
          </a:p>
        </p:txBody>
      </p:sp>
      <p:sp>
        <p:nvSpPr>
          <p:cNvPr id="5" name="フッター プレースホルダー 4">
            <a:extLst>
              <a:ext uri="{FF2B5EF4-FFF2-40B4-BE49-F238E27FC236}">
                <a16:creationId xmlns:a16="http://schemas.microsoft.com/office/drawing/2014/main" id="{7C5F9CA5-C83B-9576-BB27-693702CE72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15BAB5A-9ABA-CFB7-0211-D8556D5EB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63984C-2336-48A4-9DC8-25C7137B5CBE}" type="slidenum">
              <a:rPr kumimoji="1" lang="ja-JP" altLang="en-US" smtClean="0"/>
              <a:t>‹#›</a:t>
            </a:fld>
            <a:endParaRPr kumimoji="1" lang="ja-JP" altLang="en-US"/>
          </a:p>
        </p:txBody>
      </p:sp>
    </p:spTree>
    <p:extLst>
      <p:ext uri="{BB962C8B-B14F-4D97-AF65-F5344CB8AC3E}">
        <p14:creationId xmlns:p14="http://schemas.microsoft.com/office/powerpoint/2010/main" val="28633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customXml" Target="../ink/ink2.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5D647B-1595-933E-247D-B743DCC2FABE}"/>
              </a:ext>
            </a:extLst>
          </p:cNvPr>
          <p:cNvSpPr>
            <a:spLocks noGrp="1"/>
          </p:cNvSpPr>
          <p:nvPr>
            <p:ph type="ctrTitle"/>
          </p:nvPr>
        </p:nvSpPr>
        <p:spPr>
          <a:xfrm>
            <a:off x="-355600" y="1846497"/>
            <a:ext cx="12903200" cy="1582503"/>
          </a:xfrm>
        </p:spPr>
        <p:txBody>
          <a:bodyPr>
            <a:noAutofit/>
          </a:bodyPr>
          <a:lstStyle/>
          <a:p>
            <a:pPr>
              <a:lnSpc>
                <a:spcPct val="100000"/>
              </a:lnSpc>
            </a:pPr>
            <a:r>
              <a:rPr kumimoji="1" lang="en-US" altLang="ja-JP" sz="9600" b="1" dirty="0">
                <a:ln w="25400" cap="rnd">
                  <a:solidFill>
                    <a:schemeClr val="bg1"/>
                  </a:solidFill>
                  <a:prstDash val="solid"/>
                </a:ln>
                <a:noFill/>
                <a:latin typeface="+mn-ea"/>
                <a:ea typeface="+mn-ea"/>
              </a:rPr>
              <a:t>Shoun Poster Finder</a:t>
            </a:r>
            <a:endParaRPr kumimoji="1" lang="ja-JP" altLang="en-US" sz="9600" b="1" dirty="0">
              <a:ln w="25400" cap="rnd">
                <a:solidFill>
                  <a:schemeClr val="bg1"/>
                </a:solidFill>
                <a:prstDash val="solid"/>
              </a:ln>
              <a:noFill/>
              <a:latin typeface="+mn-ea"/>
              <a:ea typeface="+mn-ea"/>
            </a:endParaRPr>
          </a:p>
        </p:txBody>
      </p:sp>
      <p:sp>
        <p:nvSpPr>
          <p:cNvPr id="3" name="字幕 2">
            <a:extLst>
              <a:ext uri="{FF2B5EF4-FFF2-40B4-BE49-F238E27FC236}">
                <a16:creationId xmlns:a16="http://schemas.microsoft.com/office/drawing/2014/main" id="{79126FC4-B83D-C382-5F4C-C094F2D8580E}"/>
              </a:ext>
            </a:extLst>
          </p:cNvPr>
          <p:cNvSpPr>
            <a:spLocks noGrp="1"/>
          </p:cNvSpPr>
          <p:nvPr>
            <p:ph type="subTitle" idx="1"/>
          </p:nvPr>
        </p:nvSpPr>
        <p:spPr>
          <a:xfrm>
            <a:off x="0" y="3429000"/>
            <a:ext cx="12191999" cy="627799"/>
          </a:xfrm>
          <a:noFill/>
          <a:ln>
            <a:noFill/>
          </a:ln>
        </p:spPr>
        <p:txBody>
          <a:bodyPr>
            <a:normAutofit/>
          </a:bodyPr>
          <a:lstStyle/>
          <a:p>
            <a:r>
              <a:rPr lang="en-US" altLang="ja-JP" sz="3200">
                <a:solidFill>
                  <a:schemeClr val="bg1"/>
                </a:solidFill>
                <a:latin typeface="+mn-ea"/>
              </a:rPr>
              <a:t>&lt;</a:t>
            </a:r>
            <a:r>
              <a:rPr lang="ja-JP" altLang="en-US" sz="3200">
                <a:solidFill>
                  <a:schemeClr val="bg1"/>
                </a:solidFill>
                <a:latin typeface="+mn-ea"/>
              </a:rPr>
              <a:t>探究活動を円滑に進めるためのポスター検索システムの開発</a:t>
            </a:r>
            <a:r>
              <a:rPr lang="en-US" altLang="ja-JP" sz="3200">
                <a:solidFill>
                  <a:schemeClr val="bg1"/>
                </a:solidFill>
                <a:latin typeface="+mn-ea"/>
              </a:rPr>
              <a:t>&gt;</a:t>
            </a:r>
            <a:endParaRPr lang="ja-JP" altLang="en-US" sz="3200" dirty="0">
              <a:solidFill>
                <a:schemeClr val="bg1"/>
              </a:solidFill>
              <a:latin typeface="+mn-ea"/>
            </a:endParaRPr>
          </a:p>
        </p:txBody>
      </p:sp>
      <p:sp>
        <p:nvSpPr>
          <p:cNvPr id="9" name="四角形: 角を丸くする 8">
            <a:extLst>
              <a:ext uri="{FF2B5EF4-FFF2-40B4-BE49-F238E27FC236}">
                <a16:creationId xmlns:a16="http://schemas.microsoft.com/office/drawing/2014/main" id="{353F4723-D97C-C017-FE59-5231962A52DF}"/>
              </a:ext>
            </a:extLst>
          </p:cNvPr>
          <p:cNvSpPr/>
          <p:nvPr/>
        </p:nvSpPr>
        <p:spPr>
          <a:xfrm>
            <a:off x="-1119759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背景</a:t>
            </a:r>
          </a:p>
        </p:txBody>
      </p:sp>
      <p:sp>
        <p:nvSpPr>
          <p:cNvPr id="13" name="四角形: 角を丸くする 12">
            <a:extLst>
              <a:ext uri="{FF2B5EF4-FFF2-40B4-BE49-F238E27FC236}">
                <a16:creationId xmlns:a16="http://schemas.microsoft.com/office/drawing/2014/main" id="{0F0DAA80-D65C-63BE-C79E-A3460A1D5B91}"/>
              </a:ext>
            </a:extLst>
          </p:cNvPr>
          <p:cNvSpPr/>
          <p:nvPr/>
        </p:nvSpPr>
        <p:spPr>
          <a:xfrm>
            <a:off x="-882015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15" name="四角形: 角を丸くする 14">
            <a:extLst>
              <a:ext uri="{FF2B5EF4-FFF2-40B4-BE49-F238E27FC236}">
                <a16:creationId xmlns:a16="http://schemas.microsoft.com/office/drawing/2014/main" id="{F6BBFD0F-596B-FE7D-9408-475C2B674446}"/>
              </a:ext>
            </a:extLst>
          </p:cNvPr>
          <p:cNvSpPr/>
          <p:nvPr/>
        </p:nvSpPr>
        <p:spPr>
          <a:xfrm>
            <a:off x="-644271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17" name="四角形: 角を丸くする 16">
            <a:extLst>
              <a:ext uri="{FF2B5EF4-FFF2-40B4-BE49-F238E27FC236}">
                <a16:creationId xmlns:a16="http://schemas.microsoft.com/office/drawing/2014/main" id="{65274839-1857-A11E-8265-C91ABA0D3563}"/>
              </a:ext>
            </a:extLst>
          </p:cNvPr>
          <p:cNvSpPr/>
          <p:nvPr/>
        </p:nvSpPr>
        <p:spPr>
          <a:xfrm>
            <a:off x="-406527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9" name="四角形: 角を丸くする 18">
            <a:extLst>
              <a:ext uri="{FF2B5EF4-FFF2-40B4-BE49-F238E27FC236}">
                <a16:creationId xmlns:a16="http://schemas.microsoft.com/office/drawing/2014/main" id="{321DD4AE-C711-F81A-850B-05FC3960F3A8}"/>
              </a:ext>
            </a:extLst>
          </p:cNvPr>
          <p:cNvSpPr/>
          <p:nvPr/>
        </p:nvSpPr>
        <p:spPr>
          <a:xfrm>
            <a:off x="-168783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2486070671"/>
      </p:ext>
    </p:extLst>
  </p:cSld>
  <p:clrMapOvr>
    <a:masterClrMapping/>
  </p:clrMapOvr>
  <mc:AlternateContent xmlns:mc="http://schemas.openxmlformats.org/markup-compatibility/2006" xmlns:p159="http://schemas.microsoft.com/office/powerpoint/2015/09/main">
    <mc:Choice Requires="p159">
      <p:transition spd="slow" advClick="0" advTm="5000">
        <p159:morph option="byObject"/>
      </p:transition>
    </mc:Choice>
    <mc:Fallback xmlns="">
      <p:transition spd="slow" advClick="0" advTm="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A6459-AB70-C485-7902-C353890A54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E536FA-2129-562A-6775-2943DFB31831}"/>
              </a:ext>
            </a:extLst>
          </p:cNvPr>
          <p:cNvSpPr>
            <a:spLocks noGrp="1"/>
          </p:cNvSpPr>
          <p:nvPr>
            <p:ph type="ctrTitle"/>
          </p:nvPr>
        </p:nvSpPr>
        <p:spPr>
          <a:xfrm>
            <a:off x="-355600" y="-2173053"/>
            <a:ext cx="12903200" cy="1582503"/>
          </a:xfrm>
        </p:spPr>
        <p:txBody>
          <a:bodyPr>
            <a:noAutofit/>
          </a:bodyPr>
          <a:lstStyle/>
          <a:p>
            <a:pPr>
              <a:lnSpc>
                <a:spcPct val="100000"/>
              </a:lnSpc>
            </a:pPr>
            <a:r>
              <a:rPr kumimoji="1" lang="en-US" altLang="ja-JP" sz="9600" b="1" dirty="0">
                <a:ln w="25400" cap="rnd">
                  <a:solidFill>
                    <a:schemeClr val="bg1"/>
                  </a:solidFill>
                  <a:prstDash val="solid"/>
                </a:ln>
                <a:noFill/>
                <a:latin typeface="+mn-ea"/>
                <a:ea typeface="+mn-ea"/>
              </a:rPr>
              <a:t>Shoun Poster Finder</a:t>
            </a:r>
            <a:endParaRPr kumimoji="1" lang="ja-JP" altLang="en-US" sz="9600" b="1" dirty="0">
              <a:ln w="25400" cap="rnd">
                <a:solidFill>
                  <a:schemeClr val="bg1"/>
                </a:solidFill>
                <a:prstDash val="solid"/>
              </a:ln>
              <a:noFill/>
              <a:latin typeface="+mn-ea"/>
              <a:ea typeface="+mn-ea"/>
            </a:endParaRPr>
          </a:p>
        </p:txBody>
      </p:sp>
      <p:sp>
        <p:nvSpPr>
          <p:cNvPr id="3" name="字幕 2">
            <a:extLst>
              <a:ext uri="{FF2B5EF4-FFF2-40B4-BE49-F238E27FC236}">
                <a16:creationId xmlns:a16="http://schemas.microsoft.com/office/drawing/2014/main" id="{64FAC012-94A3-65C4-90A8-F9DE4A2A8A78}"/>
              </a:ext>
            </a:extLst>
          </p:cNvPr>
          <p:cNvSpPr>
            <a:spLocks noGrp="1"/>
          </p:cNvSpPr>
          <p:nvPr>
            <p:ph type="subTitle" idx="1"/>
          </p:nvPr>
        </p:nvSpPr>
        <p:spPr>
          <a:xfrm>
            <a:off x="-1" y="7448550"/>
            <a:ext cx="12191999" cy="627799"/>
          </a:xfrm>
          <a:noFill/>
          <a:ln>
            <a:noFill/>
          </a:ln>
        </p:spPr>
        <p:txBody>
          <a:bodyPr>
            <a:normAutofit/>
          </a:bodyPr>
          <a:lstStyle/>
          <a:p>
            <a:r>
              <a:rPr lang="en-US" altLang="ja-JP" sz="3200" dirty="0">
                <a:solidFill>
                  <a:schemeClr val="bg1"/>
                </a:solidFill>
                <a:latin typeface="+mn-ea"/>
              </a:rPr>
              <a:t>&lt;</a:t>
            </a:r>
            <a:r>
              <a:rPr lang="ja-JP" altLang="en-US" sz="3200" dirty="0">
                <a:solidFill>
                  <a:schemeClr val="bg1"/>
                </a:solidFill>
                <a:latin typeface="+mn-ea"/>
              </a:rPr>
              <a:t>探究活動を円滑に進めるためのポスター検索システムの開発</a:t>
            </a:r>
            <a:r>
              <a:rPr lang="en-US" altLang="ja-JP" sz="3200" dirty="0">
                <a:solidFill>
                  <a:schemeClr val="bg1"/>
                </a:solidFill>
                <a:latin typeface="+mn-ea"/>
              </a:rPr>
              <a:t>&gt;</a:t>
            </a:r>
            <a:endParaRPr lang="ja-JP" altLang="en-US" sz="3200" dirty="0">
              <a:solidFill>
                <a:schemeClr val="bg1"/>
              </a:solidFill>
              <a:latin typeface="+mn-ea"/>
            </a:endParaRPr>
          </a:p>
        </p:txBody>
      </p:sp>
      <p:sp>
        <p:nvSpPr>
          <p:cNvPr id="5" name="四角形: 角を丸くする 4">
            <a:extLst>
              <a:ext uri="{FF2B5EF4-FFF2-40B4-BE49-F238E27FC236}">
                <a16:creationId xmlns:a16="http://schemas.microsoft.com/office/drawing/2014/main" id="{F1C6752C-5098-E72F-FACB-D8424EDCF13B}"/>
              </a:ext>
            </a:extLst>
          </p:cNvPr>
          <p:cNvSpPr/>
          <p:nvPr/>
        </p:nvSpPr>
        <p:spPr>
          <a:xfrm>
            <a:off x="65913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背景</a:t>
            </a:r>
          </a:p>
        </p:txBody>
      </p:sp>
      <p:sp>
        <p:nvSpPr>
          <p:cNvPr id="7" name="四角形: 角を丸くする 6">
            <a:extLst>
              <a:ext uri="{FF2B5EF4-FFF2-40B4-BE49-F238E27FC236}">
                <a16:creationId xmlns:a16="http://schemas.microsoft.com/office/drawing/2014/main" id="{3B47E250-60B9-5F08-7A75-4A1F04738BD7}"/>
              </a:ext>
            </a:extLst>
          </p:cNvPr>
          <p:cNvSpPr/>
          <p:nvPr/>
        </p:nvSpPr>
        <p:spPr>
          <a:xfrm>
            <a:off x="303657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86A5E8F1-A768-BCAD-7C96-ECD2FED13657}"/>
              </a:ext>
            </a:extLst>
          </p:cNvPr>
          <p:cNvSpPr/>
          <p:nvPr/>
        </p:nvSpPr>
        <p:spPr>
          <a:xfrm>
            <a:off x="541401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0A0F271-8B89-87AA-24FC-D11082E7F170}"/>
              </a:ext>
            </a:extLst>
          </p:cNvPr>
          <p:cNvSpPr/>
          <p:nvPr/>
        </p:nvSpPr>
        <p:spPr>
          <a:xfrm>
            <a:off x="779145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D84EC211-EFFC-66DE-A1CD-6EB6243AB4FC}"/>
              </a:ext>
            </a:extLst>
          </p:cNvPr>
          <p:cNvSpPr/>
          <p:nvPr/>
        </p:nvSpPr>
        <p:spPr>
          <a:xfrm>
            <a:off x="10168890"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202516721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B9E3-05ED-5B57-F8BD-DC2CE1E67E13}"/>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AD9DE83-139D-0BB9-9144-49129AB1B38F}"/>
              </a:ext>
            </a:extLst>
          </p:cNvPr>
          <p:cNvSpPr/>
          <p:nvPr/>
        </p:nvSpPr>
        <p:spPr>
          <a:xfrm>
            <a:off x="326171" y="2262941"/>
            <a:ext cx="4759240" cy="23321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背景</a:t>
            </a:r>
            <a:endParaRPr kumimoji="1" lang="ja-JP" altLang="en-US" sz="6600" dirty="0"/>
          </a:p>
        </p:txBody>
      </p:sp>
      <p:sp>
        <p:nvSpPr>
          <p:cNvPr id="7" name="四角形: 角を丸くする 6">
            <a:extLst>
              <a:ext uri="{FF2B5EF4-FFF2-40B4-BE49-F238E27FC236}">
                <a16:creationId xmlns:a16="http://schemas.microsoft.com/office/drawing/2014/main" id="{AD588B17-2827-A576-7948-BEB8275F1647}"/>
              </a:ext>
            </a:extLst>
          </p:cNvPr>
          <p:cNvSpPr/>
          <p:nvPr/>
        </p:nvSpPr>
        <p:spPr>
          <a:xfrm>
            <a:off x="54168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E80DA324-54D6-5698-C97A-551CD4536B39}"/>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FF51E54D-C123-DAEA-5457-C2B00678B28A}"/>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F30B6291-B66B-8B5C-A6D3-7682E15CC7E1}"/>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99475499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四角形: 角を丸くする 13">
            <a:extLst>
              <a:ext uri="{FF2B5EF4-FFF2-40B4-BE49-F238E27FC236}">
                <a16:creationId xmlns:a16="http://schemas.microsoft.com/office/drawing/2014/main" id="{C3CCB975-743B-3599-A603-DC6ACE951E12}"/>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3" name="四角形: 角を丸くする 32">
            <a:extLst>
              <a:ext uri="{FF2B5EF4-FFF2-40B4-BE49-F238E27FC236}">
                <a16:creationId xmlns:a16="http://schemas.microsoft.com/office/drawing/2014/main" id="{1093FC58-9249-5D47-FD02-976D2418640D}"/>
              </a:ext>
            </a:extLst>
          </p:cNvPr>
          <p:cNvSpPr/>
          <p:nvPr/>
        </p:nvSpPr>
        <p:spPr>
          <a:xfrm>
            <a:off x="123796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34" name="四角形: 角を丸くする 33">
            <a:extLst>
              <a:ext uri="{FF2B5EF4-FFF2-40B4-BE49-F238E27FC236}">
                <a16:creationId xmlns:a16="http://schemas.microsoft.com/office/drawing/2014/main" id="{7248CAB5-9A75-9E1E-ECA0-C27809A3DCEB}"/>
              </a:ext>
            </a:extLst>
          </p:cNvPr>
          <p:cNvSpPr/>
          <p:nvPr/>
        </p:nvSpPr>
        <p:spPr>
          <a:xfrm>
            <a:off x="1407510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35" name="四角形: 角を丸くする 34">
            <a:extLst>
              <a:ext uri="{FF2B5EF4-FFF2-40B4-BE49-F238E27FC236}">
                <a16:creationId xmlns:a16="http://schemas.microsoft.com/office/drawing/2014/main" id="{3D45A384-6409-F95E-9A53-ED72A5A70DD3}"/>
              </a:ext>
            </a:extLst>
          </p:cNvPr>
          <p:cNvSpPr/>
          <p:nvPr/>
        </p:nvSpPr>
        <p:spPr>
          <a:xfrm>
            <a:off x="157705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36" name="四角形: 角を丸くする 35">
            <a:extLst>
              <a:ext uri="{FF2B5EF4-FFF2-40B4-BE49-F238E27FC236}">
                <a16:creationId xmlns:a16="http://schemas.microsoft.com/office/drawing/2014/main" id="{BEAD0224-5036-72A6-5F51-D238AFC78293}"/>
              </a:ext>
            </a:extLst>
          </p:cNvPr>
          <p:cNvSpPr/>
          <p:nvPr/>
        </p:nvSpPr>
        <p:spPr>
          <a:xfrm>
            <a:off x="17466006"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2" name="テキスト ボックス 1">
            <a:extLst>
              <a:ext uri="{FF2B5EF4-FFF2-40B4-BE49-F238E27FC236}">
                <a16:creationId xmlns:a16="http://schemas.microsoft.com/office/drawing/2014/main" id="{C5889F12-928A-3591-D069-620477A5CF54}"/>
              </a:ext>
            </a:extLst>
          </p:cNvPr>
          <p:cNvSpPr txBox="1"/>
          <p:nvPr/>
        </p:nvSpPr>
        <p:spPr>
          <a:xfrm>
            <a:off x="4513784" y="3244334"/>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pic>
        <p:nvPicPr>
          <p:cNvPr id="5" name="グラフィックス 4" descr="男子生徒 枠線">
            <a:extLst>
              <a:ext uri="{FF2B5EF4-FFF2-40B4-BE49-F238E27FC236}">
                <a16:creationId xmlns:a16="http://schemas.microsoft.com/office/drawing/2014/main" id="{AF6052D1-F1D9-E685-C4FA-8CADDF7A9F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7914" y="3090862"/>
            <a:ext cx="914400" cy="914400"/>
          </a:xfrm>
          <a:prstGeom prst="rect">
            <a:avLst/>
          </a:prstGeom>
        </p:spPr>
      </p:pic>
      <p:pic>
        <p:nvPicPr>
          <p:cNvPr id="9" name="グラフィックス 8" descr="思案中の吹き出し 単色塗りつぶし">
            <a:extLst>
              <a:ext uri="{FF2B5EF4-FFF2-40B4-BE49-F238E27FC236}">
                <a16:creationId xmlns:a16="http://schemas.microsoft.com/office/drawing/2014/main" id="{BE9C3A24-713D-033B-F7CB-3CCD2BF40E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59057" y="1544008"/>
            <a:ext cx="1914752" cy="1914752"/>
          </a:xfrm>
          <a:prstGeom prst="rect">
            <a:avLst/>
          </a:prstGeom>
        </p:spPr>
      </p:pic>
      <p:pic>
        <p:nvPicPr>
          <p:cNvPr id="7" name="グラフィックス 6" descr="走り書き 枠線">
            <a:extLst>
              <a:ext uri="{FF2B5EF4-FFF2-40B4-BE49-F238E27FC236}">
                <a16:creationId xmlns:a16="http://schemas.microsoft.com/office/drawing/2014/main" id="{1629ECBF-D7B1-D8BA-0191-3BD73708F3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1211194">
            <a:off x="4094226" y="1860235"/>
            <a:ext cx="914400" cy="914400"/>
          </a:xfrm>
          <a:prstGeom prst="rect">
            <a:avLst/>
          </a:prstGeom>
        </p:spPr>
      </p:pic>
      <p:sp>
        <p:nvSpPr>
          <p:cNvPr id="10" name="テキスト ボックス 9">
            <a:extLst>
              <a:ext uri="{FF2B5EF4-FFF2-40B4-BE49-F238E27FC236}">
                <a16:creationId xmlns:a16="http://schemas.microsoft.com/office/drawing/2014/main" id="{F534A032-CAB1-D651-151E-351608818C45}"/>
              </a:ext>
            </a:extLst>
          </p:cNvPr>
          <p:cNvSpPr txBox="1"/>
          <p:nvPr/>
        </p:nvSpPr>
        <p:spPr>
          <a:xfrm>
            <a:off x="4511935" y="3613666"/>
            <a:ext cx="3168130" cy="369332"/>
          </a:xfrm>
          <a:prstGeom prst="rect">
            <a:avLst/>
          </a:prstGeom>
          <a:noFill/>
        </p:spPr>
        <p:txBody>
          <a:bodyPr wrap="square" rtlCol="0">
            <a:spAutoFit/>
          </a:bodyPr>
          <a:lstStyle/>
          <a:p>
            <a:r>
              <a:rPr lang="ja-JP" altLang="en-US" dirty="0">
                <a:noFill/>
              </a:rPr>
              <a:t>検索システムを使おう</a:t>
            </a:r>
            <a:r>
              <a:rPr lang="en-US" altLang="ja-JP" i="1" dirty="0">
                <a:noFill/>
              </a:rPr>
              <a:t>!!</a:t>
            </a:r>
            <a:endParaRPr kumimoji="1" lang="ja-JP" altLang="en-US" i="1" dirty="0">
              <a:noFill/>
            </a:endParaRPr>
          </a:p>
        </p:txBody>
      </p:sp>
    </p:spTree>
    <p:extLst>
      <p:ext uri="{BB962C8B-B14F-4D97-AF65-F5344CB8AC3E}">
        <p14:creationId xmlns:p14="http://schemas.microsoft.com/office/powerpoint/2010/main" val="3383689814"/>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A4771-6813-BAA4-883B-DA28BD03E036}"/>
            </a:ext>
          </a:extLst>
        </p:cNvPr>
        <p:cNvGrpSpPr/>
        <p:nvPr/>
      </p:nvGrpSpPr>
      <p:grpSpPr>
        <a:xfrm>
          <a:off x="0" y="0"/>
          <a:ext cx="0" cy="0"/>
          <a:chOff x="0" y="0"/>
          <a:chExt cx="0" cy="0"/>
        </a:xfrm>
      </p:grpSpPr>
      <p:sp>
        <p:nvSpPr>
          <p:cNvPr id="14" name="四角形: 角を丸くする 13">
            <a:extLst>
              <a:ext uri="{FF2B5EF4-FFF2-40B4-BE49-F238E27FC236}">
                <a16:creationId xmlns:a16="http://schemas.microsoft.com/office/drawing/2014/main" id="{B7C2902A-6690-0B52-69DF-BA9033E1DD02}"/>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21" name="テキスト ボックス 20">
            <a:extLst>
              <a:ext uri="{FF2B5EF4-FFF2-40B4-BE49-F238E27FC236}">
                <a16:creationId xmlns:a16="http://schemas.microsoft.com/office/drawing/2014/main" id="{5FC9DE3A-B92B-361B-77F1-AB36AA1C1FBB}"/>
              </a:ext>
            </a:extLst>
          </p:cNvPr>
          <p:cNvSpPr txBox="1"/>
          <p:nvPr/>
        </p:nvSpPr>
        <p:spPr>
          <a:xfrm>
            <a:off x="9825658" y="3063159"/>
            <a:ext cx="3658583" cy="369332"/>
          </a:xfrm>
          <a:prstGeom prst="rect">
            <a:avLst/>
          </a:prstGeom>
          <a:noFill/>
          <a:ln>
            <a:noFill/>
          </a:ln>
        </p:spPr>
        <p:txBody>
          <a:bodyPr wrap="square" rtlCol="0">
            <a:spAutoFit/>
          </a:bodyPr>
          <a:lstStyle/>
          <a:p>
            <a:r>
              <a:rPr kumimoji="1" lang="ja-JP" altLang="en-US" dirty="0">
                <a:noFill/>
              </a:rPr>
              <a:t>ポスターが古い</a:t>
            </a:r>
          </a:p>
        </p:txBody>
      </p:sp>
      <p:sp>
        <p:nvSpPr>
          <p:cNvPr id="22" name="テキスト ボックス 21">
            <a:extLst>
              <a:ext uri="{FF2B5EF4-FFF2-40B4-BE49-F238E27FC236}">
                <a16:creationId xmlns:a16="http://schemas.microsoft.com/office/drawing/2014/main" id="{BA877F50-D23B-9320-0101-36C3BC4149F7}"/>
              </a:ext>
            </a:extLst>
          </p:cNvPr>
          <p:cNvSpPr txBox="1"/>
          <p:nvPr/>
        </p:nvSpPr>
        <p:spPr>
          <a:xfrm>
            <a:off x="9825658" y="3427858"/>
            <a:ext cx="3658583" cy="369332"/>
          </a:xfrm>
          <a:prstGeom prst="rect">
            <a:avLst/>
          </a:prstGeom>
          <a:noFill/>
          <a:ln>
            <a:noFill/>
          </a:ln>
        </p:spPr>
        <p:txBody>
          <a:bodyPr wrap="square" rtlCol="0">
            <a:spAutoFit/>
          </a:bodyPr>
          <a:lstStyle/>
          <a:p>
            <a:r>
              <a:rPr lang="ja-JP" altLang="en-US" dirty="0">
                <a:noFill/>
              </a:rPr>
              <a:t>レイアウトが崩れる</a:t>
            </a:r>
            <a:endParaRPr kumimoji="1" lang="ja-JP" altLang="en-US" dirty="0">
              <a:noFill/>
            </a:endParaRPr>
          </a:p>
        </p:txBody>
      </p:sp>
      <p:sp>
        <p:nvSpPr>
          <p:cNvPr id="32" name="テキスト ボックス 31">
            <a:extLst>
              <a:ext uri="{FF2B5EF4-FFF2-40B4-BE49-F238E27FC236}">
                <a16:creationId xmlns:a16="http://schemas.microsoft.com/office/drawing/2014/main" id="{8DEE68B6-E45E-DF6A-5716-FF0FF649F050}"/>
              </a:ext>
            </a:extLst>
          </p:cNvPr>
          <p:cNvSpPr txBox="1"/>
          <p:nvPr/>
        </p:nvSpPr>
        <p:spPr>
          <a:xfrm>
            <a:off x="8483600" y="2838450"/>
            <a:ext cx="1638300" cy="1323439"/>
          </a:xfrm>
          <a:prstGeom prst="rect">
            <a:avLst/>
          </a:prstGeom>
          <a:noFill/>
        </p:spPr>
        <p:txBody>
          <a:bodyPr wrap="square" rtlCol="0">
            <a:spAutoFit/>
          </a:bodyPr>
          <a:lstStyle/>
          <a:p>
            <a:r>
              <a:rPr kumimoji="1" lang="ja-JP" altLang="en-US" sz="8000" dirty="0">
                <a:noFill/>
              </a:rPr>
              <a:t>→</a:t>
            </a:r>
            <a:r>
              <a:rPr kumimoji="1" lang="en-US" altLang="ja-JP" sz="8000" dirty="0">
                <a:noFill/>
              </a:rPr>
              <a:t>{</a:t>
            </a:r>
            <a:endParaRPr kumimoji="1" lang="ja-JP" altLang="en-US" sz="8000" dirty="0">
              <a:noFill/>
            </a:endParaRPr>
          </a:p>
        </p:txBody>
      </p:sp>
      <p:sp>
        <p:nvSpPr>
          <p:cNvPr id="3" name="テキスト ボックス 2">
            <a:extLst>
              <a:ext uri="{FF2B5EF4-FFF2-40B4-BE49-F238E27FC236}">
                <a16:creationId xmlns:a16="http://schemas.microsoft.com/office/drawing/2014/main" id="{B8A268AC-F4A3-86C5-6A32-7F9BFA369BB6}"/>
              </a:ext>
            </a:extLst>
          </p:cNvPr>
          <p:cNvSpPr txBox="1"/>
          <p:nvPr/>
        </p:nvSpPr>
        <p:spPr>
          <a:xfrm>
            <a:off x="4513784" y="2868091"/>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5" name="テキスト ボックス 4">
            <a:extLst>
              <a:ext uri="{FF2B5EF4-FFF2-40B4-BE49-F238E27FC236}">
                <a16:creationId xmlns:a16="http://schemas.microsoft.com/office/drawing/2014/main" id="{C6F61D86-260D-C2E0-E3E6-BE09BF29111E}"/>
              </a:ext>
            </a:extLst>
          </p:cNvPr>
          <p:cNvSpPr txBox="1"/>
          <p:nvPr/>
        </p:nvSpPr>
        <p:spPr>
          <a:xfrm>
            <a:off x="4513784" y="3244338"/>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pic>
        <p:nvPicPr>
          <p:cNvPr id="6" name="グラフィックス 5" descr="男子生徒 枠線">
            <a:extLst>
              <a:ext uri="{FF2B5EF4-FFF2-40B4-BE49-F238E27FC236}">
                <a16:creationId xmlns:a16="http://schemas.microsoft.com/office/drawing/2014/main" id="{51EA644A-5FCA-7B1C-E238-A9D9779C77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7914" y="3090862"/>
            <a:ext cx="914400" cy="914400"/>
          </a:xfrm>
          <a:prstGeom prst="rect">
            <a:avLst/>
          </a:prstGeom>
        </p:spPr>
      </p:pic>
      <p:pic>
        <p:nvPicPr>
          <p:cNvPr id="8" name="グラフィックス 7" descr="ライト: オン 枠線">
            <a:extLst>
              <a:ext uri="{FF2B5EF4-FFF2-40B4-BE49-F238E27FC236}">
                <a16:creationId xmlns:a16="http://schemas.microsoft.com/office/drawing/2014/main" id="{41394F33-9658-4ECE-6E37-27AC81CBDE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48284">
            <a:off x="3725114" y="2261062"/>
            <a:ext cx="914400" cy="914400"/>
          </a:xfrm>
          <a:prstGeom prst="rect">
            <a:avLst/>
          </a:prstGeom>
        </p:spPr>
      </p:pic>
      <p:sp>
        <p:nvSpPr>
          <p:cNvPr id="9" name="テキスト ボックス 8">
            <a:extLst>
              <a:ext uri="{FF2B5EF4-FFF2-40B4-BE49-F238E27FC236}">
                <a16:creationId xmlns:a16="http://schemas.microsoft.com/office/drawing/2014/main" id="{D16AF535-4B22-641B-EE9D-8E7C182BC135}"/>
              </a:ext>
            </a:extLst>
          </p:cNvPr>
          <p:cNvSpPr txBox="1"/>
          <p:nvPr/>
        </p:nvSpPr>
        <p:spPr>
          <a:xfrm>
            <a:off x="8657764" y="2947757"/>
            <a:ext cx="878965" cy="369332"/>
          </a:xfrm>
          <a:prstGeom prst="rect">
            <a:avLst/>
          </a:prstGeom>
          <a:noFill/>
        </p:spPr>
        <p:txBody>
          <a:bodyPr wrap="square" rtlCol="0">
            <a:spAutoFit/>
          </a:bodyPr>
          <a:lstStyle/>
          <a:p>
            <a:r>
              <a:rPr lang="ja-JP" altLang="en-US" dirty="0">
                <a:noFill/>
              </a:rPr>
              <a:t>しかし</a:t>
            </a:r>
            <a:endParaRPr kumimoji="1" lang="ja-JP" altLang="en-US" dirty="0">
              <a:noFill/>
            </a:endParaRPr>
          </a:p>
        </p:txBody>
      </p:sp>
    </p:spTree>
    <p:extLst>
      <p:ext uri="{BB962C8B-B14F-4D97-AF65-F5344CB8AC3E}">
        <p14:creationId xmlns:p14="http://schemas.microsoft.com/office/powerpoint/2010/main" val="930830377"/>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0DB5D-5A45-3F47-D5B9-BFEE7EF1B05F}"/>
            </a:ext>
          </a:extLst>
        </p:cNvPr>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DDCDFCB8-E32E-15BF-D088-C520893258C3}"/>
              </a:ext>
            </a:extLst>
          </p:cNvPr>
          <p:cNvSpPr txBox="1"/>
          <p:nvPr/>
        </p:nvSpPr>
        <p:spPr>
          <a:xfrm>
            <a:off x="6937719" y="3059668"/>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13" name="テキスト ボックス 12">
            <a:extLst>
              <a:ext uri="{FF2B5EF4-FFF2-40B4-BE49-F238E27FC236}">
                <a16:creationId xmlns:a16="http://schemas.microsoft.com/office/drawing/2014/main" id="{B7C590D6-0655-D69E-4181-D087680C833A}"/>
              </a:ext>
            </a:extLst>
          </p:cNvPr>
          <p:cNvSpPr txBox="1"/>
          <p:nvPr/>
        </p:nvSpPr>
        <p:spPr>
          <a:xfrm>
            <a:off x="6937719" y="3429000"/>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EE25CD6B-8813-9AB0-A99B-22F05689BDE7}"/>
              </a:ext>
            </a:extLst>
          </p:cNvPr>
          <p:cNvSpPr txBox="1"/>
          <p:nvPr/>
        </p:nvSpPr>
        <p:spPr>
          <a:xfrm>
            <a:off x="5488137" y="2838450"/>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7" name="四角形: 角を丸くする 6">
            <a:extLst>
              <a:ext uri="{FF2B5EF4-FFF2-40B4-BE49-F238E27FC236}">
                <a16:creationId xmlns:a16="http://schemas.microsoft.com/office/drawing/2014/main" id="{4E0DA819-8DCD-74E4-0FC9-563704882DF8}"/>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2" name="テキスト ボックス 1">
            <a:extLst>
              <a:ext uri="{FF2B5EF4-FFF2-40B4-BE49-F238E27FC236}">
                <a16:creationId xmlns:a16="http://schemas.microsoft.com/office/drawing/2014/main" id="{975F556F-97BF-55BE-96E9-DF686BA318CD}"/>
              </a:ext>
            </a:extLst>
          </p:cNvPr>
          <p:cNvSpPr txBox="1"/>
          <p:nvPr/>
        </p:nvSpPr>
        <p:spPr>
          <a:xfrm>
            <a:off x="2493789" y="2868091"/>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3" name="テキスト ボックス 2">
            <a:extLst>
              <a:ext uri="{FF2B5EF4-FFF2-40B4-BE49-F238E27FC236}">
                <a16:creationId xmlns:a16="http://schemas.microsoft.com/office/drawing/2014/main" id="{74844382-F761-BC74-F22F-28811A322696}"/>
              </a:ext>
            </a:extLst>
          </p:cNvPr>
          <p:cNvSpPr txBox="1"/>
          <p:nvPr/>
        </p:nvSpPr>
        <p:spPr>
          <a:xfrm>
            <a:off x="2493789" y="3244338"/>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8" name="テキスト ボックス 7">
            <a:extLst>
              <a:ext uri="{FF2B5EF4-FFF2-40B4-BE49-F238E27FC236}">
                <a16:creationId xmlns:a16="http://schemas.microsoft.com/office/drawing/2014/main" id="{EB5E785C-184F-1E58-87AA-E6A36F13A626}"/>
              </a:ext>
            </a:extLst>
          </p:cNvPr>
          <p:cNvSpPr txBox="1"/>
          <p:nvPr/>
        </p:nvSpPr>
        <p:spPr>
          <a:xfrm>
            <a:off x="5659587" y="2957534"/>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
        <p:nvSpPr>
          <p:cNvPr id="9" name="矢印: 右 8">
            <a:extLst>
              <a:ext uri="{FF2B5EF4-FFF2-40B4-BE49-F238E27FC236}">
                <a16:creationId xmlns:a16="http://schemas.microsoft.com/office/drawing/2014/main" id="{351DBA49-4F42-7A40-9DC8-108B6C20DDAF}"/>
              </a:ext>
            </a:extLst>
          </p:cNvPr>
          <p:cNvSpPr/>
          <p:nvPr/>
        </p:nvSpPr>
        <p:spPr>
          <a:xfrm>
            <a:off x="920301" y="3433945"/>
            <a:ext cx="3319190" cy="1120775"/>
          </a:xfrm>
          <a:prstGeom prst="rightArrow">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noFill/>
              </a:rPr>
              <a:t>改良</a:t>
            </a:r>
            <a:r>
              <a:rPr lang="en-US" altLang="ja-JP" sz="2400" dirty="0">
                <a:noFill/>
              </a:rPr>
              <a:t>&amp;</a:t>
            </a:r>
            <a:r>
              <a:rPr lang="ja-JP" altLang="en-US" sz="2400" dirty="0">
                <a:noFill/>
              </a:rPr>
              <a:t>認知度向上</a:t>
            </a:r>
          </a:p>
        </p:txBody>
      </p:sp>
    </p:spTree>
    <p:extLst>
      <p:ext uri="{BB962C8B-B14F-4D97-AF65-F5344CB8AC3E}">
        <p14:creationId xmlns:p14="http://schemas.microsoft.com/office/powerpoint/2010/main" val="2753602397"/>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6BA9-5AA7-98FD-7CFF-EA3B06A3D604}"/>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C25A6CF1-17F0-A68D-D5A9-022C61E315FB}"/>
              </a:ext>
            </a:extLst>
          </p:cNvPr>
          <p:cNvSpPr txBox="1"/>
          <p:nvPr/>
        </p:nvSpPr>
        <p:spPr>
          <a:xfrm>
            <a:off x="1246082" y="3198167"/>
            <a:ext cx="2985071" cy="461665"/>
          </a:xfrm>
          <a:prstGeom prst="rect">
            <a:avLst/>
          </a:prstGeom>
          <a:noFill/>
        </p:spPr>
        <p:txBody>
          <a:bodyPr wrap="square" rtlCol="0">
            <a:spAutoFit/>
          </a:bodyPr>
          <a:lstStyle/>
          <a:p>
            <a:r>
              <a:rPr kumimoji="1" lang="ja-JP" altLang="en-US" sz="2400" dirty="0">
                <a:solidFill>
                  <a:schemeClr val="bg1"/>
                </a:solidFill>
              </a:rPr>
              <a:t>探究の手助けになる</a:t>
            </a:r>
          </a:p>
        </p:txBody>
      </p:sp>
      <p:sp>
        <p:nvSpPr>
          <p:cNvPr id="2" name="矢印: 右 1">
            <a:extLst>
              <a:ext uri="{FF2B5EF4-FFF2-40B4-BE49-F238E27FC236}">
                <a16:creationId xmlns:a16="http://schemas.microsoft.com/office/drawing/2014/main" id="{7C8DB80C-018D-134A-5A55-7EDD8A5EAC13}"/>
              </a:ext>
            </a:extLst>
          </p:cNvPr>
          <p:cNvSpPr/>
          <p:nvPr/>
        </p:nvSpPr>
        <p:spPr>
          <a:xfrm>
            <a:off x="920301" y="2872839"/>
            <a:ext cx="3319190" cy="1120775"/>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bg1"/>
                </a:solidFill>
              </a:rPr>
              <a:t>改良</a:t>
            </a:r>
            <a:r>
              <a:rPr lang="en-US" altLang="ja-JP" sz="2400" dirty="0">
                <a:solidFill>
                  <a:schemeClr val="bg1"/>
                </a:solidFill>
              </a:rPr>
              <a:t>&amp;</a:t>
            </a:r>
            <a:r>
              <a:rPr lang="ja-JP" altLang="en-US" sz="2400" dirty="0">
                <a:solidFill>
                  <a:schemeClr val="bg1"/>
                </a:solidFill>
              </a:rPr>
              <a:t>認知度向上</a:t>
            </a:r>
          </a:p>
        </p:txBody>
      </p:sp>
      <p:sp>
        <p:nvSpPr>
          <p:cNvPr id="8" name="四角形: 角を丸くする 7">
            <a:extLst>
              <a:ext uri="{FF2B5EF4-FFF2-40B4-BE49-F238E27FC236}">
                <a16:creationId xmlns:a16="http://schemas.microsoft.com/office/drawing/2014/main" id="{FA0A8856-601A-3DBA-C216-F7E8B6FEC1F1}"/>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 name="テキスト ボックス 2">
            <a:extLst>
              <a:ext uri="{FF2B5EF4-FFF2-40B4-BE49-F238E27FC236}">
                <a16:creationId xmlns:a16="http://schemas.microsoft.com/office/drawing/2014/main" id="{E614EA82-2CC2-54A5-D612-03DC0068F2E2}"/>
              </a:ext>
            </a:extLst>
          </p:cNvPr>
          <p:cNvSpPr txBox="1"/>
          <p:nvPr/>
        </p:nvSpPr>
        <p:spPr>
          <a:xfrm>
            <a:off x="6937719" y="1467771"/>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6" name="テキスト ボックス 5">
            <a:extLst>
              <a:ext uri="{FF2B5EF4-FFF2-40B4-BE49-F238E27FC236}">
                <a16:creationId xmlns:a16="http://schemas.microsoft.com/office/drawing/2014/main" id="{7D3A0022-6E59-329A-AF27-DF23176DB638}"/>
              </a:ext>
            </a:extLst>
          </p:cNvPr>
          <p:cNvSpPr txBox="1"/>
          <p:nvPr/>
        </p:nvSpPr>
        <p:spPr>
          <a:xfrm>
            <a:off x="6937719" y="1837103"/>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9" name="テキスト ボックス 8">
            <a:extLst>
              <a:ext uri="{FF2B5EF4-FFF2-40B4-BE49-F238E27FC236}">
                <a16:creationId xmlns:a16="http://schemas.microsoft.com/office/drawing/2014/main" id="{93F5D475-187E-2190-F9CD-3D46924E1BFE}"/>
              </a:ext>
            </a:extLst>
          </p:cNvPr>
          <p:cNvSpPr txBox="1"/>
          <p:nvPr/>
        </p:nvSpPr>
        <p:spPr>
          <a:xfrm>
            <a:off x="5488137" y="1246553"/>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10" name="テキスト ボックス 9">
            <a:extLst>
              <a:ext uri="{FF2B5EF4-FFF2-40B4-BE49-F238E27FC236}">
                <a16:creationId xmlns:a16="http://schemas.microsoft.com/office/drawing/2014/main" id="{699D86CF-9A8D-C569-2BE0-89BB8EC0FBD4}"/>
              </a:ext>
            </a:extLst>
          </p:cNvPr>
          <p:cNvSpPr txBox="1"/>
          <p:nvPr/>
        </p:nvSpPr>
        <p:spPr>
          <a:xfrm>
            <a:off x="2493789" y="1276194"/>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11" name="テキスト ボックス 10">
            <a:extLst>
              <a:ext uri="{FF2B5EF4-FFF2-40B4-BE49-F238E27FC236}">
                <a16:creationId xmlns:a16="http://schemas.microsoft.com/office/drawing/2014/main" id="{B1D0915C-25F7-7E39-CC34-CCFD43F6A19B}"/>
              </a:ext>
            </a:extLst>
          </p:cNvPr>
          <p:cNvSpPr txBox="1"/>
          <p:nvPr/>
        </p:nvSpPr>
        <p:spPr>
          <a:xfrm>
            <a:off x="2493789" y="1652441"/>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14" name="テキスト ボックス 13">
            <a:extLst>
              <a:ext uri="{FF2B5EF4-FFF2-40B4-BE49-F238E27FC236}">
                <a16:creationId xmlns:a16="http://schemas.microsoft.com/office/drawing/2014/main" id="{266C1FC6-56F1-FA39-5F8D-3A282F134D9C}"/>
              </a:ext>
            </a:extLst>
          </p:cNvPr>
          <p:cNvSpPr txBox="1"/>
          <p:nvPr/>
        </p:nvSpPr>
        <p:spPr>
          <a:xfrm>
            <a:off x="5659587" y="1365637"/>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Tree>
    <p:extLst>
      <p:ext uri="{BB962C8B-B14F-4D97-AF65-F5344CB8AC3E}">
        <p14:creationId xmlns:p14="http://schemas.microsoft.com/office/powerpoint/2010/main" val="337304591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0427-93F7-A688-40E4-25AA4191D704}"/>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DE12D0DB-4902-A0E3-46C2-9BBF75EEF326}"/>
              </a:ext>
            </a:extLst>
          </p:cNvPr>
          <p:cNvSpPr txBox="1"/>
          <p:nvPr/>
        </p:nvSpPr>
        <p:spPr>
          <a:xfrm>
            <a:off x="4608606" y="3198167"/>
            <a:ext cx="2985071" cy="461665"/>
          </a:xfrm>
          <a:prstGeom prst="rect">
            <a:avLst/>
          </a:prstGeom>
          <a:noFill/>
        </p:spPr>
        <p:txBody>
          <a:bodyPr wrap="square" rtlCol="0">
            <a:spAutoFit/>
          </a:bodyPr>
          <a:lstStyle/>
          <a:p>
            <a:r>
              <a:rPr kumimoji="1" lang="ja-JP" altLang="en-US" sz="2400" dirty="0">
                <a:solidFill>
                  <a:schemeClr val="bg1"/>
                </a:solidFill>
              </a:rPr>
              <a:t>探究の手助けになる</a:t>
            </a:r>
          </a:p>
        </p:txBody>
      </p:sp>
      <p:sp>
        <p:nvSpPr>
          <p:cNvPr id="7" name="テキスト ボックス 6">
            <a:extLst>
              <a:ext uri="{FF2B5EF4-FFF2-40B4-BE49-F238E27FC236}">
                <a16:creationId xmlns:a16="http://schemas.microsoft.com/office/drawing/2014/main" id="{25E03FE0-B774-AD4A-EE50-B702271DBFDD}"/>
              </a:ext>
            </a:extLst>
          </p:cNvPr>
          <p:cNvSpPr txBox="1"/>
          <p:nvPr/>
        </p:nvSpPr>
        <p:spPr>
          <a:xfrm>
            <a:off x="2596925" y="5652770"/>
            <a:ext cx="6998149" cy="1200329"/>
          </a:xfrm>
          <a:prstGeom prst="rect">
            <a:avLst/>
          </a:prstGeom>
          <a:noFill/>
        </p:spPr>
        <p:txBody>
          <a:bodyPr wrap="square" rtlCol="0">
            <a:spAutoFit/>
          </a:bodyPr>
          <a:lstStyle/>
          <a:p>
            <a:r>
              <a:rPr lang="ja-JP" altLang="en-US" sz="2400" dirty="0"/>
              <a:t>  </a:t>
            </a:r>
            <a:r>
              <a:rPr kumimoji="1" lang="en-US" altLang="ja-JP" sz="2400" dirty="0"/>
              <a:t>RQ</a:t>
            </a:r>
            <a:r>
              <a:rPr kumimoji="1" lang="ja-JP" altLang="en-US" sz="2400" dirty="0"/>
              <a:t>：もっと探究の授業がやりやすくなるのでは</a:t>
            </a:r>
            <a:endParaRPr kumimoji="1" lang="en-US" altLang="ja-JP" sz="2400" dirty="0"/>
          </a:p>
          <a:p>
            <a:r>
              <a:rPr lang="ja-JP" altLang="en-US" sz="2400" dirty="0"/>
              <a:t>目的：探究の授業を円滑に進める</a:t>
            </a:r>
            <a:endParaRPr lang="en-US" altLang="ja-JP" sz="2400" dirty="0"/>
          </a:p>
          <a:p>
            <a:r>
              <a:rPr kumimoji="1" lang="ja-JP" altLang="en-US" sz="2400" dirty="0"/>
              <a:t>仮説：</a:t>
            </a:r>
            <a:r>
              <a:rPr kumimoji="1" lang="en-US" altLang="ja-JP" sz="2400" dirty="0"/>
              <a:t>UX</a:t>
            </a:r>
            <a:r>
              <a:rPr kumimoji="1" lang="ja-JP" altLang="en-US" sz="2400" dirty="0"/>
              <a:t>が良い物を作れば</a:t>
            </a:r>
            <a:r>
              <a:rPr kumimoji="1" lang="en-US" altLang="ja-JP" sz="2400" dirty="0"/>
              <a:t>､</a:t>
            </a:r>
            <a:r>
              <a:rPr kumimoji="1" lang="ja-JP" altLang="en-US" sz="2400" dirty="0"/>
              <a:t>授業が円滑になる</a:t>
            </a:r>
          </a:p>
        </p:txBody>
      </p:sp>
      <p:sp>
        <p:nvSpPr>
          <p:cNvPr id="8" name="四角形: 角を丸くする 7">
            <a:extLst>
              <a:ext uri="{FF2B5EF4-FFF2-40B4-BE49-F238E27FC236}">
                <a16:creationId xmlns:a16="http://schemas.microsoft.com/office/drawing/2014/main" id="{9BFB53FB-5DE0-AB38-C1F5-9855AF145153}"/>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 name="テキスト ボックス 2">
            <a:extLst>
              <a:ext uri="{FF2B5EF4-FFF2-40B4-BE49-F238E27FC236}">
                <a16:creationId xmlns:a16="http://schemas.microsoft.com/office/drawing/2014/main" id="{366F6D2E-12F8-F4DD-EB5E-C113FE9FD8DB}"/>
              </a:ext>
            </a:extLst>
          </p:cNvPr>
          <p:cNvSpPr txBox="1"/>
          <p:nvPr/>
        </p:nvSpPr>
        <p:spPr>
          <a:xfrm>
            <a:off x="6937719" y="1467771"/>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6" name="テキスト ボックス 5">
            <a:extLst>
              <a:ext uri="{FF2B5EF4-FFF2-40B4-BE49-F238E27FC236}">
                <a16:creationId xmlns:a16="http://schemas.microsoft.com/office/drawing/2014/main" id="{C34925E4-E6A9-7BBC-CC54-5099030BA9B5}"/>
              </a:ext>
            </a:extLst>
          </p:cNvPr>
          <p:cNvSpPr txBox="1"/>
          <p:nvPr/>
        </p:nvSpPr>
        <p:spPr>
          <a:xfrm>
            <a:off x="6937719" y="1837103"/>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9" name="テキスト ボックス 8">
            <a:extLst>
              <a:ext uri="{FF2B5EF4-FFF2-40B4-BE49-F238E27FC236}">
                <a16:creationId xmlns:a16="http://schemas.microsoft.com/office/drawing/2014/main" id="{68183022-BFBB-D870-5CCF-EFA90D95844F}"/>
              </a:ext>
            </a:extLst>
          </p:cNvPr>
          <p:cNvSpPr txBox="1"/>
          <p:nvPr/>
        </p:nvSpPr>
        <p:spPr>
          <a:xfrm>
            <a:off x="5488137" y="1246553"/>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10" name="テキスト ボックス 9">
            <a:extLst>
              <a:ext uri="{FF2B5EF4-FFF2-40B4-BE49-F238E27FC236}">
                <a16:creationId xmlns:a16="http://schemas.microsoft.com/office/drawing/2014/main" id="{B69AC23C-0EDD-0FE9-ECE0-CE92EC861EDD}"/>
              </a:ext>
            </a:extLst>
          </p:cNvPr>
          <p:cNvSpPr txBox="1"/>
          <p:nvPr/>
        </p:nvSpPr>
        <p:spPr>
          <a:xfrm>
            <a:off x="2493789" y="1276194"/>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11" name="テキスト ボックス 10">
            <a:extLst>
              <a:ext uri="{FF2B5EF4-FFF2-40B4-BE49-F238E27FC236}">
                <a16:creationId xmlns:a16="http://schemas.microsoft.com/office/drawing/2014/main" id="{D3F47FB5-ADE7-90DE-9DE0-54E361F456A1}"/>
              </a:ext>
            </a:extLst>
          </p:cNvPr>
          <p:cNvSpPr txBox="1"/>
          <p:nvPr/>
        </p:nvSpPr>
        <p:spPr>
          <a:xfrm>
            <a:off x="2493789" y="1652441"/>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14" name="テキスト ボックス 13">
            <a:extLst>
              <a:ext uri="{FF2B5EF4-FFF2-40B4-BE49-F238E27FC236}">
                <a16:creationId xmlns:a16="http://schemas.microsoft.com/office/drawing/2014/main" id="{832669EA-8FB7-2BD2-42AB-299B062344E8}"/>
              </a:ext>
            </a:extLst>
          </p:cNvPr>
          <p:cNvSpPr txBox="1"/>
          <p:nvPr/>
        </p:nvSpPr>
        <p:spPr>
          <a:xfrm>
            <a:off x="5659587" y="1365637"/>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
        <p:nvSpPr>
          <p:cNvPr id="4" name="矢印: 右 3">
            <a:extLst>
              <a:ext uri="{FF2B5EF4-FFF2-40B4-BE49-F238E27FC236}">
                <a16:creationId xmlns:a16="http://schemas.microsoft.com/office/drawing/2014/main" id="{E73F2E04-40E9-F74A-C47E-9EDEBF24132A}"/>
              </a:ext>
            </a:extLst>
          </p:cNvPr>
          <p:cNvSpPr/>
          <p:nvPr/>
        </p:nvSpPr>
        <p:spPr>
          <a:xfrm>
            <a:off x="920301" y="2872839"/>
            <a:ext cx="3319190" cy="1120775"/>
          </a:xfrm>
          <a:prstGeom prst="rightArrow">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bg1"/>
                </a:solidFill>
              </a:rPr>
              <a:t>改良</a:t>
            </a:r>
            <a:r>
              <a:rPr lang="en-US" altLang="ja-JP" sz="2400" dirty="0">
                <a:solidFill>
                  <a:schemeClr val="bg1"/>
                </a:solidFill>
              </a:rPr>
              <a:t>&amp;</a:t>
            </a:r>
            <a:r>
              <a:rPr lang="ja-JP" altLang="en-US" sz="2400" dirty="0">
                <a:solidFill>
                  <a:schemeClr val="bg1"/>
                </a:solidFill>
              </a:rPr>
              <a:t>認知度向上</a:t>
            </a:r>
          </a:p>
        </p:txBody>
      </p:sp>
    </p:spTree>
    <p:extLst>
      <p:ext uri="{BB962C8B-B14F-4D97-AF65-F5344CB8AC3E}">
        <p14:creationId xmlns:p14="http://schemas.microsoft.com/office/powerpoint/2010/main" val="610634750"/>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E912F-5256-CF82-0F49-A2DC70769B1B}"/>
            </a:ext>
          </a:extLst>
        </p:cNvPr>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67CB0F77-2189-405E-CC83-5FEAB6CFBD73}"/>
              </a:ext>
            </a:extLst>
          </p:cNvPr>
          <p:cNvSpPr txBox="1"/>
          <p:nvPr/>
        </p:nvSpPr>
        <p:spPr>
          <a:xfrm>
            <a:off x="2596925" y="3917950"/>
            <a:ext cx="6998149" cy="1200329"/>
          </a:xfrm>
          <a:prstGeom prst="rect">
            <a:avLst/>
          </a:prstGeom>
          <a:noFill/>
        </p:spPr>
        <p:txBody>
          <a:bodyPr wrap="square" rtlCol="0">
            <a:spAutoFit/>
          </a:bodyPr>
          <a:lstStyle/>
          <a:p>
            <a:r>
              <a:rPr lang="ja-JP" altLang="en-US" sz="2400" dirty="0">
                <a:solidFill>
                  <a:schemeClr val="bg1"/>
                </a:solidFill>
              </a:rPr>
              <a:t>  </a:t>
            </a:r>
            <a:r>
              <a:rPr kumimoji="1" lang="en-US" altLang="ja-JP" sz="2400" dirty="0">
                <a:solidFill>
                  <a:schemeClr val="bg1"/>
                </a:solidFill>
              </a:rPr>
              <a:t>RQ</a:t>
            </a:r>
            <a:r>
              <a:rPr kumimoji="1" lang="ja-JP" altLang="en-US" sz="2400" dirty="0">
                <a:solidFill>
                  <a:schemeClr val="bg1"/>
                </a:solidFill>
              </a:rPr>
              <a:t>：もっと探究の授業がやりやすくなるのでは</a:t>
            </a:r>
            <a:endParaRPr kumimoji="1" lang="en-US" altLang="ja-JP" sz="2400" dirty="0">
              <a:solidFill>
                <a:schemeClr val="bg1"/>
              </a:solidFill>
            </a:endParaRPr>
          </a:p>
          <a:p>
            <a:r>
              <a:rPr lang="ja-JP" altLang="en-US" sz="2400" dirty="0">
                <a:solidFill>
                  <a:schemeClr val="bg1"/>
                </a:solidFill>
              </a:rPr>
              <a:t>目的：探究の授業を円滑に進める</a:t>
            </a:r>
            <a:endParaRPr lang="en-US" altLang="ja-JP" sz="2400" dirty="0">
              <a:solidFill>
                <a:schemeClr val="bg1"/>
              </a:solidFill>
            </a:endParaRPr>
          </a:p>
          <a:p>
            <a:r>
              <a:rPr kumimoji="1" lang="ja-JP" altLang="en-US" sz="2400" dirty="0">
                <a:solidFill>
                  <a:schemeClr val="bg1"/>
                </a:solidFill>
              </a:rPr>
              <a:t>仮説：</a:t>
            </a:r>
            <a:r>
              <a:rPr kumimoji="1" lang="en-US" altLang="ja-JP" sz="2400" dirty="0">
                <a:solidFill>
                  <a:schemeClr val="bg1"/>
                </a:solidFill>
              </a:rPr>
              <a:t>UX</a:t>
            </a:r>
            <a:r>
              <a:rPr kumimoji="1" lang="ja-JP" altLang="en-US" sz="2400" dirty="0">
                <a:solidFill>
                  <a:schemeClr val="bg1"/>
                </a:solidFill>
              </a:rPr>
              <a:t>が良い物を作れば</a:t>
            </a:r>
            <a:r>
              <a:rPr kumimoji="1" lang="en-US" altLang="ja-JP" sz="2400" dirty="0">
                <a:solidFill>
                  <a:schemeClr val="bg1"/>
                </a:solidFill>
              </a:rPr>
              <a:t>､</a:t>
            </a:r>
            <a:r>
              <a:rPr kumimoji="1" lang="ja-JP" altLang="en-US" sz="2400" dirty="0">
                <a:solidFill>
                  <a:schemeClr val="bg1"/>
                </a:solidFill>
              </a:rPr>
              <a:t>授業が円滑になる</a:t>
            </a:r>
          </a:p>
        </p:txBody>
      </p:sp>
      <p:sp>
        <p:nvSpPr>
          <p:cNvPr id="6" name="四角形: 角を丸くする 5">
            <a:extLst>
              <a:ext uri="{FF2B5EF4-FFF2-40B4-BE49-F238E27FC236}">
                <a16:creationId xmlns:a16="http://schemas.microsoft.com/office/drawing/2014/main" id="{A5AB4A31-5796-70AF-CF9D-9ADB8120053B}"/>
              </a:ext>
            </a:extLst>
          </p:cNvPr>
          <p:cNvSpPr/>
          <p:nvPr/>
        </p:nvSpPr>
        <p:spPr>
          <a:xfrm>
            <a:off x="123796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86B7D0FA-C80C-0EE2-E2A2-2A19736C6024}"/>
              </a:ext>
            </a:extLst>
          </p:cNvPr>
          <p:cNvSpPr/>
          <p:nvPr/>
        </p:nvSpPr>
        <p:spPr>
          <a:xfrm>
            <a:off x="1407510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208D628E-3F69-4FC2-C38B-F70DBDB8D578}"/>
              </a:ext>
            </a:extLst>
          </p:cNvPr>
          <p:cNvSpPr/>
          <p:nvPr/>
        </p:nvSpPr>
        <p:spPr>
          <a:xfrm>
            <a:off x="157705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6054956F-533C-EC2B-B582-423CAFC2FD15}"/>
              </a:ext>
            </a:extLst>
          </p:cNvPr>
          <p:cNvSpPr/>
          <p:nvPr/>
        </p:nvSpPr>
        <p:spPr>
          <a:xfrm>
            <a:off x="17466006"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11" name="四角形: 角を丸くする 10">
            <a:extLst>
              <a:ext uri="{FF2B5EF4-FFF2-40B4-BE49-F238E27FC236}">
                <a16:creationId xmlns:a16="http://schemas.microsoft.com/office/drawing/2014/main" id="{86D95B3A-C75D-3B97-B823-758A5367BC94}"/>
              </a:ext>
            </a:extLst>
          </p:cNvPr>
          <p:cNvSpPr/>
          <p:nvPr/>
        </p:nvSpPr>
        <p:spPr>
          <a:xfrm>
            <a:off x="-773430"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背景</a:t>
            </a:r>
          </a:p>
        </p:txBody>
      </p:sp>
      <p:sp>
        <p:nvSpPr>
          <p:cNvPr id="3" name="テキスト ボックス 2">
            <a:extLst>
              <a:ext uri="{FF2B5EF4-FFF2-40B4-BE49-F238E27FC236}">
                <a16:creationId xmlns:a16="http://schemas.microsoft.com/office/drawing/2014/main" id="{29EAB6C2-5624-2512-B64C-5C05632DA847}"/>
              </a:ext>
            </a:extLst>
          </p:cNvPr>
          <p:cNvSpPr txBox="1"/>
          <p:nvPr/>
        </p:nvSpPr>
        <p:spPr>
          <a:xfrm>
            <a:off x="6937719" y="693979"/>
            <a:ext cx="3658583" cy="369332"/>
          </a:xfrm>
          <a:prstGeom prst="rect">
            <a:avLst/>
          </a:prstGeom>
          <a:noFill/>
        </p:spPr>
        <p:txBody>
          <a:bodyPr wrap="square" rtlCol="0">
            <a:spAutoFit/>
          </a:bodyPr>
          <a:lstStyle/>
          <a:p>
            <a:r>
              <a:rPr kumimoji="1" lang="ja-JP" altLang="en-US" dirty="0">
                <a:solidFill>
                  <a:schemeClr val="bg1"/>
                </a:solidFill>
              </a:rPr>
              <a:t>ポスターが古い</a:t>
            </a:r>
          </a:p>
        </p:txBody>
      </p:sp>
      <p:sp>
        <p:nvSpPr>
          <p:cNvPr id="14" name="テキスト ボックス 13">
            <a:extLst>
              <a:ext uri="{FF2B5EF4-FFF2-40B4-BE49-F238E27FC236}">
                <a16:creationId xmlns:a16="http://schemas.microsoft.com/office/drawing/2014/main" id="{4CC10CBA-AE94-A8D4-15C7-CD03220981D3}"/>
              </a:ext>
            </a:extLst>
          </p:cNvPr>
          <p:cNvSpPr txBox="1"/>
          <p:nvPr/>
        </p:nvSpPr>
        <p:spPr>
          <a:xfrm>
            <a:off x="6937719" y="1063311"/>
            <a:ext cx="3658583" cy="369332"/>
          </a:xfrm>
          <a:prstGeom prst="rect">
            <a:avLst/>
          </a:prstGeom>
          <a:noFill/>
        </p:spPr>
        <p:txBody>
          <a:bodyPr wrap="square" rtlCol="0">
            <a:spAutoFit/>
          </a:bodyPr>
          <a:lstStyle/>
          <a:p>
            <a:r>
              <a:rPr lang="ja-JP" altLang="en-US" dirty="0">
                <a:solidFill>
                  <a:schemeClr val="bg1"/>
                </a:solidFill>
              </a:rPr>
              <a:t>レイアウトが崩れる</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8B3670F6-F88B-609D-B44C-D547F93508DB}"/>
              </a:ext>
            </a:extLst>
          </p:cNvPr>
          <p:cNvSpPr txBox="1"/>
          <p:nvPr/>
        </p:nvSpPr>
        <p:spPr>
          <a:xfrm>
            <a:off x="5488137" y="472761"/>
            <a:ext cx="1638300" cy="1323439"/>
          </a:xfrm>
          <a:prstGeom prst="rect">
            <a:avLst/>
          </a:prstGeom>
          <a:noFill/>
        </p:spPr>
        <p:txBody>
          <a:bodyPr wrap="square" rtlCol="0">
            <a:spAutoFit/>
          </a:bodyPr>
          <a:lstStyle/>
          <a:p>
            <a:r>
              <a:rPr kumimoji="1" lang="ja-JP" altLang="en-US" sz="8000" dirty="0">
                <a:solidFill>
                  <a:schemeClr val="bg1"/>
                </a:solidFill>
              </a:rPr>
              <a:t>→</a:t>
            </a:r>
            <a:r>
              <a:rPr kumimoji="1" lang="en-US" altLang="ja-JP" sz="8000" dirty="0">
                <a:solidFill>
                  <a:schemeClr val="bg1"/>
                </a:solidFill>
              </a:rPr>
              <a:t>{</a:t>
            </a:r>
            <a:endParaRPr kumimoji="1" lang="ja-JP" altLang="en-US" sz="8000" dirty="0">
              <a:solidFill>
                <a:schemeClr val="bg1"/>
              </a:solidFill>
            </a:endParaRPr>
          </a:p>
        </p:txBody>
      </p:sp>
      <p:sp>
        <p:nvSpPr>
          <p:cNvPr id="16" name="テキスト ボックス 15">
            <a:extLst>
              <a:ext uri="{FF2B5EF4-FFF2-40B4-BE49-F238E27FC236}">
                <a16:creationId xmlns:a16="http://schemas.microsoft.com/office/drawing/2014/main" id="{62EB9594-8C1D-5CF9-38A7-CC0DDDEBDD07}"/>
              </a:ext>
            </a:extLst>
          </p:cNvPr>
          <p:cNvSpPr txBox="1"/>
          <p:nvPr/>
        </p:nvSpPr>
        <p:spPr>
          <a:xfrm>
            <a:off x="2493789" y="502402"/>
            <a:ext cx="3168130" cy="369332"/>
          </a:xfrm>
          <a:prstGeom prst="rect">
            <a:avLst/>
          </a:prstGeom>
          <a:noFill/>
        </p:spPr>
        <p:txBody>
          <a:bodyPr wrap="square" rtlCol="0">
            <a:spAutoFit/>
          </a:bodyPr>
          <a:lstStyle/>
          <a:p>
            <a:r>
              <a:rPr kumimoji="1" lang="ja-JP" altLang="en-US" dirty="0">
                <a:solidFill>
                  <a:schemeClr val="bg1"/>
                </a:solidFill>
              </a:rPr>
              <a:t>テーマがなかなか決まらない</a:t>
            </a:r>
          </a:p>
        </p:txBody>
      </p:sp>
      <p:sp>
        <p:nvSpPr>
          <p:cNvPr id="17" name="テキスト ボックス 16">
            <a:extLst>
              <a:ext uri="{FF2B5EF4-FFF2-40B4-BE49-F238E27FC236}">
                <a16:creationId xmlns:a16="http://schemas.microsoft.com/office/drawing/2014/main" id="{B485F345-214C-7588-B4D2-3D7AD467C026}"/>
              </a:ext>
            </a:extLst>
          </p:cNvPr>
          <p:cNvSpPr txBox="1"/>
          <p:nvPr/>
        </p:nvSpPr>
        <p:spPr>
          <a:xfrm>
            <a:off x="2493789" y="878649"/>
            <a:ext cx="3168130" cy="369332"/>
          </a:xfrm>
          <a:prstGeom prst="rect">
            <a:avLst/>
          </a:prstGeom>
          <a:noFill/>
        </p:spPr>
        <p:txBody>
          <a:bodyPr wrap="square" rtlCol="0">
            <a:spAutoFit/>
          </a:bodyPr>
          <a:lstStyle/>
          <a:p>
            <a:r>
              <a:rPr lang="ja-JP" altLang="en-US" dirty="0">
                <a:solidFill>
                  <a:schemeClr val="bg1"/>
                </a:solidFill>
              </a:rPr>
              <a:t>検索システムを使おう</a:t>
            </a:r>
            <a:r>
              <a:rPr lang="en-US" altLang="ja-JP" i="1" dirty="0">
                <a:solidFill>
                  <a:schemeClr val="bg1"/>
                </a:solidFill>
              </a:rPr>
              <a:t>!!</a:t>
            </a:r>
            <a:endParaRPr kumimoji="1" lang="ja-JP" altLang="en-US" i="1" dirty="0">
              <a:solidFill>
                <a:schemeClr val="bg1"/>
              </a:solidFill>
            </a:endParaRPr>
          </a:p>
        </p:txBody>
      </p:sp>
      <p:sp>
        <p:nvSpPr>
          <p:cNvPr id="18" name="テキスト ボックス 17">
            <a:extLst>
              <a:ext uri="{FF2B5EF4-FFF2-40B4-BE49-F238E27FC236}">
                <a16:creationId xmlns:a16="http://schemas.microsoft.com/office/drawing/2014/main" id="{CEEBE09C-3891-B8BE-87FB-96C0C79C7C8E}"/>
              </a:ext>
            </a:extLst>
          </p:cNvPr>
          <p:cNvSpPr txBox="1"/>
          <p:nvPr/>
        </p:nvSpPr>
        <p:spPr>
          <a:xfrm>
            <a:off x="5659587" y="591845"/>
            <a:ext cx="878965" cy="369332"/>
          </a:xfrm>
          <a:prstGeom prst="rect">
            <a:avLst/>
          </a:prstGeom>
          <a:noFill/>
        </p:spPr>
        <p:txBody>
          <a:bodyPr wrap="square" rtlCol="0">
            <a:spAutoFit/>
          </a:bodyPr>
          <a:lstStyle/>
          <a:p>
            <a:r>
              <a:rPr lang="ja-JP" altLang="en-US" dirty="0">
                <a:solidFill>
                  <a:schemeClr val="bg1"/>
                </a:solidFill>
              </a:rPr>
              <a:t>しかし</a:t>
            </a:r>
            <a:endParaRPr kumimoji="1" lang="ja-JP" altLang="en-US" dirty="0">
              <a:solidFill>
                <a:schemeClr val="bg1"/>
              </a:solidFill>
            </a:endParaRPr>
          </a:p>
        </p:txBody>
      </p:sp>
      <p:sp>
        <p:nvSpPr>
          <p:cNvPr id="19" name="矢印: 右 18">
            <a:extLst>
              <a:ext uri="{FF2B5EF4-FFF2-40B4-BE49-F238E27FC236}">
                <a16:creationId xmlns:a16="http://schemas.microsoft.com/office/drawing/2014/main" id="{E81420CE-9383-8355-CA5E-5DAA86537EFE}"/>
              </a:ext>
            </a:extLst>
          </p:cNvPr>
          <p:cNvSpPr/>
          <p:nvPr/>
        </p:nvSpPr>
        <p:spPr>
          <a:xfrm>
            <a:off x="920301" y="2109441"/>
            <a:ext cx="3319190" cy="1120775"/>
          </a:xfrm>
          <a:prstGeom prst="rightArrow">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bg1"/>
                </a:solidFill>
              </a:rPr>
              <a:t>改良</a:t>
            </a:r>
            <a:r>
              <a:rPr lang="en-US" altLang="ja-JP" sz="2400" dirty="0">
                <a:solidFill>
                  <a:schemeClr val="bg1"/>
                </a:solidFill>
              </a:rPr>
              <a:t>&amp;</a:t>
            </a:r>
            <a:r>
              <a:rPr lang="ja-JP" altLang="en-US" sz="2400" dirty="0">
                <a:solidFill>
                  <a:schemeClr val="bg1"/>
                </a:solidFill>
              </a:rPr>
              <a:t>認知度向上</a:t>
            </a:r>
          </a:p>
        </p:txBody>
      </p:sp>
      <p:sp>
        <p:nvSpPr>
          <p:cNvPr id="20" name="テキスト ボックス 19">
            <a:extLst>
              <a:ext uri="{FF2B5EF4-FFF2-40B4-BE49-F238E27FC236}">
                <a16:creationId xmlns:a16="http://schemas.microsoft.com/office/drawing/2014/main" id="{7DF91238-5122-18AA-C064-FCDAAFB490C8}"/>
              </a:ext>
            </a:extLst>
          </p:cNvPr>
          <p:cNvSpPr txBox="1"/>
          <p:nvPr/>
        </p:nvSpPr>
        <p:spPr>
          <a:xfrm>
            <a:off x="4608606" y="2438973"/>
            <a:ext cx="2985071" cy="461665"/>
          </a:xfrm>
          <a:prstGeom prst="rect">
            <a:avLst/>
          </a:prstGeom>
          <a:noFill/>
        </p:spPr>
        <p:txBody>
          <a:bodyPr wrap="square" rtlCol="0">
            <a:spAutoFit/>
          </a:bodyPr>
          <a:lstStyle/>
          <a:p>
            <a:r>
              <a:rPr kumimoji="1" lang="ja-JP" altLang="en-US" sz="2400" dirty="0">
                <a:solidFill>
                  <a:schemeClr val="bg1"/>
                </a:solidFill>
              </a:rPr>
              <a:t>探究の手助けになる</a:t>
            </a:r>
          </a:p>
        </p:txBody>
      </p:sp>
    </p:spTree>
    <p:extLst>
      <p:ext uri="{BB962C8B-B14F-4D97-AF65-F5344CB8AC3E}">
        <p14:creationId xmlns:p14="http://schemas.microsoft.com/office/powerpoint/2010/main" val="2576149634"/>
      </p:ext>
    </p:extLst>
  </p:cSld>
  <p:clrMapOvr>
    <a:masterClrMapping/>
  </p:clrMapOvr>
  <mc:AlternateContent xmlns:mc="http://schemas.openxmlformats.org/markup-compatibility/2006" xmlns:p159="http://schemas.microsoft.com/office/powerpoint/2015/09/main">
    <mc:Choice Requires="p159">
      <p:transition spd="slow" advClick="0" advTm="6000">
        <p159:morph option="byObject"/>
      </p:transition>
    </mc:Choice>
    <mc:Fallback xmlns="">
      <p:transition spd="slow" advClick="0" advTm="6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A4E1-68E5-EA6C-7900-71EE5A7566D9}"/>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61483F1A-0F2F-3094-D7D7-760AAEB4E8D9}"/>
              </a:ext>
            </a:extLst>
          </p:cNvPr>
          <p:cNvSpPr/>
          <p:nvPr/>
        </p:nvSpPr>
        <p:spPr>
          <a:xfrm>
            <a:off x="326171" y="2262941"/>
            <a:ext cx="4759240" cy="23321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背景</a:t>
            </a:r>
            <a:endParaRPr kumimoji="1" lang="ja-JP" altLang="en-US" sz="6600" dirty="0"/>
          </a:p>
        </p:txBody>
      </p:sp>
      <p:sp>
        <p:nvSpPr>
          <p:cNvPr id="7" name="四角形: 角を丸くする 6">
            <a:extLst>
              <a:ext uri="{FF2B5EF4-FFF2-40B4-BE49-F238E27FC236}">
                <a16:creationId xmlns:a16="http://schemas.microsoft.com/office/drawing/2014/main" id="{031DD857-A87B-DCFF-A111-4242693E7CC5}"/>
              </a:ext>
            </a:extLst>
          </p:cNvPr>
          <p:cNvSpPr/>
          <p:nvPr/>
        </p:nvSpPr>
        <p:spPr>
          <a:xfrm>
            <a:off x="54168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3FA709D0-76B8-9FF3-05A6-B61D94B73150}"/>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E05FA15E-3AAE-5966-0E85-E610527A0695}"/>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01753E7B-3516-5A3A-1132-A05525BF1911}"/>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3404511422"/>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BD4D1-6140-4CF2-8841-F39EA21E51A9}"/>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471F54F-42FB-20A7-ACCD-2B011A87DC62}"/>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DB7615ED-4A7D-0A5E-FAFE-955B287EFF1D}"/>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D024829-8348-5305-6A06-1CD0704DF380}"/>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E2DBB706-E7E0-A2CF-0F43-A2FDF48333B5}"/>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90075520-5442-C28B-0CA4-F01E205353A8}"/>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14" name="テキスト ボックス 13">
            <a:extLst>
              <a:ext uri="{FF2B5EF4-FFF2-40B4-BE49-F238E27FC236}">
                <a16:creationId xmlns:a16="http://schemas.microsoft.com/office/drawing/2014/main" id="{59233D02-D62F-34B4-E1D9-D049AD95DE95}"/>
              </a:ext>
            </a:extLst>
          </p:cNvPr>
          <p:cNvSpPr txBox="1"/>
          <p:nvPr/>
        </p:nvSpPr>
        <p:spPr>
          <a:xfrm>
            <a:off x="-11361004" y="3060165"/>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15" name="テキスト ボックス 14">
            <a:extLst>
              <a:ext uri="{FF2B5EF4-FFF2-40B4-BE49-F238E27FC236}">
                <a16:creationId xmlns:a16="http://schemas.microsoft.com/office/drawing/2014/main" id="{0A26B06E-D5FD-52EF-294B-B4C73A006F63}"/>
              </a:ext>
            </a:extLst>
          </p:cNvPr>
          <p:cNvSpPr txBox="1"/>
          <p:nvPr/>
        </p:nvSpPr>
        <p:spPr>
          <a:xfrm>
            <a:off x="-11345129"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Tree>
    <p:extLst>
      <p:ext uri="{BB962C8B-B14F-4D97-AF65-F5344CB8AC3E}">
        <p14:creationId xmlns:p14="http://schemas.microsoft.com/office/powerpoint/2010/main" val="2805851952"/>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C8FB-7B9A-EF97-15C5-4D0083488883}"/>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AB86BAF4-3201-B121-0D31-81C64BA38D7F}"/>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5" name="四角形: 角を丸くする 14">
            <a:extLst>
              <a:ext uri="{FF2B5EF4-FFF2-40B4-BE49-F238E27FC236}">
                <a16:creationId xmlns:a16="http://schemas.microsoft.com/office/drawing/2014/main" id="{0E19B1E8-A4B8-66BA-79C0-E17E84ABF796}"/>
              </a:ext>
            </a:extLst>
          </p:cNvPr>
          <p:cNvSpPr/>
          <p:nvPr/>
        </p:nvSpPr>
        <p:spPr>
          <a:xfrm>
            <a:off x="-154365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16" name="四角形: 角を丸くする 15">
            <a:extLst>
              <a:ext uri="{FF2B5EF4-FFF2-40B4-BE49-F238E27FC236}">
                <a16:creationId xmlns:a16="http://schemas.microsoft.com/office/drawing/2014/main" id="{7196B641-5827-1E87-13C9-215CA812FE6C}"/>
              </a:ext>
            </a:extLst>
          </p:cNvPr>
          <p:cNvSpPr/>
          <p:nvPr/>
        </p:nvSpPr>
        <p:spPr>
          <a:xfrm>
            <a:off x="1234155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17" name="四角形: 角を丸くする 16">
            <a:extLst>
              <a:ext uri="{FF2B5EF4-FFF2-40B4-BE49-F238E27FC236}">
                <a16:creationId xmlns:a16="http://schemas.microsoft.com/office/drawing/2014/main" id="{F74B6D72-9E70-F778-9C4D-F430F47B6880}"/>
              </a:ext>
            </a:extLst>
          </p:cNvPr>
          <p:cNvSpPr/>
          <p:nvPr/>
        </p:nvSpPr>
        <p:spPr>
          <a:xfrm>
            <a:off x="14037006"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8" name="四角形: 角を丸くする 17">
            <a:extLst>
              <a:ext uri="{FF2B5EF4-FFF2-40B4-BE49-F238E27FC236}">
                <a16:creationId xmlns:a16="http://schemas.microsoft.com/office/drawing/2014/main" id="{C9C03EF5-C426-E979-5C29-C8ED7A257CD2}"/>
              </a:ext>
            </a:extLst>
          </p:cNvPr>
          <p:cNvSpPr/>
          <p:nvPr/>
        </p:nvSpPr>
        <p:spPr>
          <a:xfrm>
            <a:off x="15732456"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19" name="テキスト ボックス 18">
            <a:extLst>
              <a:ext uri="{FF2B5EF4-FFF2-40B4-BE49-F238E27FC236}">
                <a16:creationId xmlns:a16="http://schemas.microsoft.com/office/drawing/2014/main" id="{A41C8C62-71C8-DB51-431C-20187C73D424}"/>
              </a:ext>
            </a:extLst>
          </p:cNvPr>
          <p:cNvSpPr txBox="1"/>
          <p:nvPr/>
        </p:nvSpPr>
        <p:spPr>
          <a:xfrm>
            <a:off x="351571" y="3060165"/>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1" name="テキスト ボックス 20">
            <a:extLst>
              <a:ext uri="{FF2B5EF4-FFF2-40B4-BE49-F238E27FC236}">
                <a16:creationId xmlns:a16="http://schemas.microsoft.com/office/drawing/2014/main" id="{F47EF554-C21B-4DD5-321C-8F2A0B388304}"/>
              </a:ext>
            </a:extLst>
          </p:cNvPr>
          <p:cNvSpPr txBox="1"/>
          <p:nvPr/>
        </p:nvSpPr>
        <p:spPr>
          <a:xfrm>
            <a:off x="351571"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
        <p:nvSpPr>
          <p:cNvPr id="23" name="テキスト ボックス 22">
            <a:extLst>
              <a:ext uri="{FF2B5EF4-FFF2-40B4-BE49-F238E27FC236}">
                <a16:creationId xmlns:a16="http://schemas.microsoft.com/office/drawing/2014/main" id="{B2892F81-4668-1B2F-109D-6EF057871BB6}"/>
              </a:ext>
            </a:extLst>
          </p:cNvPr>
          <p:cNvSpPr txBox="1"/>
          <p:nvPr/>
        </p:nvSpPr>
        <p:spPr>
          <a:xfrm>
            <a:off x="-11472130" y="3060700"/>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24" name="テキスト ボックス 23">
            <a:extLst>
              <a:ext uri="{FF2B5EF4-FFF2-40B4-BE49-F238E27FC236}">
                <a16:creationId xmlns:a16="http://schemas.microsoft.com/office/drawing/2014/main" id="{E187DF82-D901-D934-04C2-804F4401DF65}"/>
              </a:ext>
            </a:extLst>
          </p:cNvPr>
          <p:cNvSpPr txBox="1"/>
          <p:nvPr/>
        </p:nvSpPr>
        <p:spPr>
          <a:xfrm>
            <a:off x="-11510229"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Tree>
    <p:extLst>
      <p:ext uri="{BB962C8B-B14F-4D97-AF65-F5344CB8AC3E}">
        <p14:creationId xmlns:p14="http://schemas.microsoft.com/office/powerpoint/2010/main" val="927871585"/>
      </p:ext>
    </p:extLst>
  </p:cSld>
  <p:clrMapOvr>
    <a:masterClrMapping/>
  </p:clrMapOvr>
  <mc:AlternateContent xmlns:mc="http://schemas.openxmlformats.org/markup-compatibility/2006" xmlns:p159="http://schemas.microsoft.com/office/powerpoint/2015/09/main">
    <mc:Choice Requires="p159">
      <p:transition spd="slow" advClick="0" advTm="5000">
        <p159:morph option="byObject"/>
      </p:transition>
    </mc:Choice>
    <mc:Fallback xmlns="">
      <p:transition spd="slow" advClick="0" advTm="5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A04D1-88DB-091B-C18B-1A50895BA2F5}"/>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0924C10F-277C-9B6A-9C2A-9DEA2816C366}"/>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D0E0D52B-3DDE-D00B-B7DC-F742072C1566}"/>
              </a:ext>
            </a:extLst>
          </p:cNvPr>
          <p:cNvSpPr txBox="1"/>
          <p:nvPr/>
        </p:nvSpPr>
        <p:spPr>
          <a:xfrm>
            <a:off x="351571" y="2691368"/>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FED4D6F8-4054-0B64-0CEF-ABF8568CABF9}"/>
              </a:ext>
            </a:extLst>
          </p:cNvPr>
          <p:cNvSpPr txBox="1"/>
          <p:nvPr/>
        </p:nvSpPr>
        <p:spPr>
          <a:xfrm>
            <a:off x="351570" y="3060700"/>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2C480EE2-83C1-5F0A-F817-6177CA4799D2}"/>
              </a:ext>
            </a:extLst>
          </p:cNvPr>
          <p:cNvSpPr txBox="1"/>
          <p:nvPr/>
        </p:nvSpPr>
        <p:spPr>
          <a:xfrm>
            <a:off x="351571"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
        <p:nvSpPr>
          <p:cNvPr id="4" name="テキスト ボックス 3">
            <a:extLst>
              <a:ext uri="{FF2B5EF4-FFF2-40B4-BE49-F238E27FC236}">
                <a16:creationId xmlns:a16="http://schemas.microsoft.com/office/drawing/2014/main" id="{214FA9A8-05B9-A8C3-0868-7BA3C0FDD786}"/>
              </a:ext>
            </a:extLst>
          </p:cNvPr>
          <p:cNvSpPr txBox="1"/>
          <p:nvPr/>
        </p:nvSpPr>
        <p:spPr>
          <a:xfrm>
            <a:off x="12238771"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
        <p:nvSpPr>
          <p:cNvPr id="5" name="テキスト ボックス 4">
            <a:extLst>
              <a:ext uri="{FF2B5EF4-FFF2-40B4-BE49-F238E27FC236}">
                <a16:creationId xmlns:a16="http://schemas.microsoft.com/office/drawing/2014/main" id="{E46D048F-E9BD-ABAE-0CCE-17C23C65A31F}"/>
              </a:ext>
            </a:extLst>
          </p:cNvPr>
          <p:cNvSpPr txBox="1"/>
          <p:nvPr/>
        </p:nvSpPr>
        <p:spPr>
          <a:xfrm>
            <a:off x="-11376883" y="3061216"/>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A76E9490-8CC6-0E8B-4F63-F131E6F6867C}"/>
              </a:ext>
            </a:extLst>
          </p:cNvPr>
          <p:cNvSpPr txBox="1"/>
          <p:nvPr/>
        </p:nvSpPr>
        <p:spPr>
          <a:xfrm>
            <a:off x="-11357829"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12" name="テキスト ボックス 11">
            <a:extLst>
              <a:ext uri="{FF2B5EF4-FFF2-40B4-BE49-F238E27FC236}">
                <a16:creationId xmlns:a16="http://schemas.microsoft.com/office/drawing/2014/main" id="{BDFEE181-3958-009F-6A73-10BBE789D17B}"/>
              </a:ext>
            </a:extLst>
          </p:cNvPr>
          <p:cNvSpPr txBox="1"/>
          <p:nvPr/>
        </p:nvSpPr>
        <p:spPr>
          <a:xfrm>
            <a:off x="12274806" y="569155"/>
            <a:ext cx="5421740" cy="2862322"/>
          </a:xfrm>
          <a:prstGeom prst="rect">
            <a:avLst/>
          </a:prstGeom>
          <a:noFill/>
        </p:spPr>
        <p:txBody>
          <a:bodyPr wrap="square" rtlCol="0">
            <a:spAutoFit/>
          </a:bodyPr>
          <a:lstStyle/>
          <a:p>
            <a:r>
              <a:rPr lang="ja-JP" altLang="en-US" dirty="0">
                <a:solidFill>
                  <a:schemeClr val="bg1"/>
                </a:solidFill>
              </a:rPr>
              <a:t>使用言語</a:t>
            </a:r>
            <a:endParaRPr lang="en-US" altLang="ja-JP" dirty="0">
              <a:solidFill>
                <a:schemeClr val="bg1"/>
              </a:solidFill>
            </a:endParaRPr>
          </a:p>
          <a:p>
            <a:r>
              <a:rPr lang="ja-JP" altLang="en-US" dirty="0">
                <a:solidFill>
                  <a:schemeClr val="bg1"/>
                </a:solidFill>
              </a:rPr>
              <a:t>　</a:t>
            </a:r>
            <a:r>
              <a:rPr lang="en-US" altLang="ja-JP" dirty="0">
                <a:solidFill>
                  <a:schemeClr val="bg1"/>
                </a:solidFill>
              </a:rPr>
              <a:t>HTML</a:t>
            </a:r>
          </a:p>
          <a:p>
            <a:r>
              <a:rPr lang="en-US" altLang="ja-JP" dirty="0">
                <a:solidFill>
                  <a:schemeClr val="bg1"/>
                </a:solidFill>
              </a:rPr>
              <a:t>    JavaScript</a:t>
            </a:r>
          </a:p>
          <a:p>
            <a:r>
              <a:rPr lang="en-US" altLang="ja-JP" dirty="0">
                <a:solidFill>
                  <a:schemeClr val="bg1"/>
                </a:solidFill>
              </a:rPr>
              <a:t>    CSS</a:t>
            </a:r>
          </a:p>
          <a:p>
            <a:endParaRPr lang="en-US" altLang="ja-JP" dirty="0">
              <a:solidFill>
                <a:schemeClr val="bg1"/>
              </a:solidFill>
            </a:endParaRPr>
          </a:p>
          <a:p>
            <a:r>
              <a:rPr lang="ja-JP" altLang="en-US" dirty="0">
                <a:solidFill>
                  <a:schemeClr val="bg1"/>
                </a:solidFill>
              </a:rPr>
              <a:t>使用ソフト</a:t>
            </a:r>
            <a:endParaRPr lang="en-US" altLang="ja-JP" dirty="0">
              <a:solidFill>
                <a:schemeClr val="bg1"/>
              </a:solidFill>
            </a:endParaRPr>
          </a:p>
          <a:p>
            <a:r>
              <a:rPr lang="ja-JP" altLang="en-US" dirty="0">
                <a:solidFill>
                  <a:schemeClr val="bg1"/>
                </a:solidFill>
              </a:rPr>
              <a:t>    </a:t>
            </a:r>
            <a:r>
              <a:rPr lang="en-US" altLang="ja-JP" dirty="0">
                <a:solidFill>
                  <a:schemeClr val="bg1"/>
                </a:solidFill>
              </a:rPr>
              <a:t>Visual Studio Code</a:t>
            </a:r>
          </a:p>
          <a:p>
            <a:r>
              <a:rPr lang="en-US" altLang="ja-JP" dirty="0">
                <a:solidFill>
                  <a:schemeClr val="bg1"/>
                </a:solidFill>
              </a:rPr>
              <a:t>    Microsoft Edge</a:t>
            </a:r>
          </a:p>
          <a:p>
            <a:r>
              <a:rPr lang="en-US" altLang="ja-JP" dirty="0">
                <a:solidFill>
                  <a:schemeClr val="bg1"/>
                </a:solidFill>
              </a:rPr>
              <a:t>    Google Chrome</a:t>
            </a:r>
          </a:p>
          <a:p>
            <a:r>
              <a:rPr lang="ja-JP" altLang="en-US" dirty="0">
                <a:solidFill>
                  <a:schemeClr val="bg1"/>
                </a:solidFill>
              </a:rPr>
              <a:t>　</a:t>
            </a:r>
            <a:r>
              <a:rPr lang="en-US" altLang="ja-JP" dirty="0">
                <a:solidFill>
                  <a:schemeClr val="bg1"/>
                </a:solidFill>
              </a:rPr>
              <a:t>Firefox</a:t>
            </a:r>
          </a:p>
        </p:txBody>
      </p:sp>
    </p:spTree>
    <p:extLst>
      <p:ext uri="{BB962C8B-B14F-4D97-AF65-F5344CB8AC3E}">
        <p14:creationId xmlns:p14="http://schemas.microsoft.com/office/powerpoint/2010/main" val="3504360516"/>
      </p:ext>
    </p:extLst>
  </p:cSld>
  <p:clrMapOvr>
    <a:masterClrMapping/>
  </p:clrMapOvr>
  <mc:AlternateContent xmlns:mc="http://schemas.openxmlformats.org/markup-compatibility/2006" xmlns:p159="http://schemas.microsoft.com/office/powerpoint/2015/09/main">
    <mc:Choice Requires="p159">
      <p:transition spd="slow" advClick="0" advTm="8000">
        <p159:morph option="byObject"/>
      </p:transition>
    </mc:Choice>
    <mc:Fallback xmlns="">
      <p:transition spd="slow" advClick="0" advTm="8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5709B-68AA-386E-9F75-5FCE0641C4F9}"/>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5F38F0EA-153F-9A9E-40C4-56B4D650ECCE}"/>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A41F5B0D-D940-7CF4-2505-E45A0AD1D8F0}"/>
              </a:ext>
            </a:extLst>
          </p:cNvPr>
          <p:cNvSpPr txBox="1"/>
          <p:nvPr/>
        </p:nvSpPr>
        <p:spPr>
          <a:xfrm>
            <a:off x="351571" y="2691368"/>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BACAE63C-5988-ECB1-4B71-1E0FE576BD07}"/>
              </a:ext>
            </a:extLst>
          </p:cNvPr>
          <p:cNvSpPr txBox="1"/>
          <p:nvPr/>
        </p:nvSpPr>
        <p:spPr>
          <a:xfrm>
            <a:off x="351570" y="3060700"/>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9FC4BE2A-7CAB-6D1B-3A77-8E51ABE656ED}"/>
              </a:ext>
            </a:extLst>
          </p:cNvPr>
          <p:cNvSpPr txBox="1"/>
          <p:nvPr/>
        </p:nvSpPr>
        <p:spPr>
          <a:xfrm>
            <a:off x="351571"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
        <p:nvSpPr>
          <p:cNvPr id="4" name="テキスト ボックス 3">
            <a:extLst>
              <a:ext uri="{FF2B5EF4-FFF2-40B4-BE49-F238E27FC236}">
                <a16:creationId xmlns:a16="http://schemas.microsoft.com/office/drawing/2014/main" id="{8C7CB34C-58AA-3CB6-AAC1-BAA44343E880}"/>
              </a:ext>
            </a:extLst>
          </p:cNvPr>
          <p:cNvSpPr txBox="1"/>
          <p:nvPr/>
        </p:nvSpPr>
        <p:spPr>
          <a:xfrm>
            <a:off x="12238771" y="3767138"/>
            <a:ext cx="11300679" cy="884473"/>
          </a:xfrm>
          <a:prstGeom prst="rect">
            <a:avLst/>
          </a:prstGeom>
          <a:noFill/>
        </p:spPr>
        <p:txBody>
          <a:bodyPr wrap="square" rtlCol="0">
            <a:spAutoFit/>
          </a:bodyPr>
          <a:lstStyle/>
          <a:p>
            <a:pPr>
              <a:lnSpc>
                <a:spcPct val="150000"/>
              </a:lnSpc>
            </a:pPr>
            <a:r>
              <a:rPr lang="en-US" altLang="ja-JP" dirty="0">
                <a:solidFill>
                  <a:schemeClr val="bg1"/>
                </a:solidFill>
              </a:rPr>
              <a:t>15</a:t>
            </a:r>
            <a:r>
              <a:rPr lang="ja-JP" altLang="en-US" dirty="0">
                <a:solidFill>
                  <a:schemeClr val="bg1"/>
                </a:solidFill>
              </a:rPr>
              <a:t>回生の分から保存されていたので すべて</a:t>
            </a:r>
            <a:r>
              <a:rPr kumimoji="1" lang="ja-JP" altLang="en-US" dirty="0">
                <a:solidFill>
                  <a:schemeClr val="bg1"/>
                </a:solidFill>
              </a:rPr>
              <a:t>て読み、</a:t>
            </a:r>
            <a:endParaRPr kumimoji="1" lang="en-US" altLang="ja-JP" dirty="0">
              <a:solidFill>
                <a:schemeClr val="bg1"/>
              </a:solidFill>
            </a:endParaRPr>
          </a:p>
          <a:p>
            <a:pPr>
              <a:lnSpc>
                <a:spcPct val="150000"/>
              </a:lnSpc>
            </a:pPr>
            <a:r>
              <a:rPr kumimoji="1" lang="ja-JP" altLang="en-US" dirty="0">
                <a:solidFill>
                  <a:schemeClr val="bg1"/>
                </a:solidFill>
              </a:rPr>
              <a:t>タイトル・作者・期生・ジャンル・キーワードを一覧化。</a:t>
            </a:r>
          </a:p>
        </p:txBody>
      </p:sp>
      <p:sp>
        <p:nvSpPr>
          <p:cNvPr id="5" name="テキスト ボックス 4">
            <a:extLst>
              <a:ext uri="{FF2B5EF4-FFF2-40B4-BE49-F238E27FC236}">
                <a16:creationId xmlns:a16="http://schemas.microsoft.com/office/drawing/2014/main" id="{10FC1D56-290E-26CF-3801-269027A3A85C}"/>
              </a:ext>
            </a:extLst>
          </p:cNvPr>
          <p:cNvSpPr txBox="1"/>
          <p:nvPr/>
        </p:nvSpPr>
        <p:spPr>
          <a:xfrm>
            <a:off x="-11376883" y="3061216"/>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E46E072F-FE62-9BA4-7422-0572CF86AC2D}"/>
              </a:ext>
            </a:extLst>
          </p:cNvPr>
          <p:cNvSpPr txBox="1"/>
          <p:nvPr/>
        </p:nvSpPr>
        <p:spPr>
          <a:xfrm>
            <a:off x="-11357829"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8" name="テキスト ボックス 7">
            <a:extLst>
              <a:ext uri="{FF2B5EF4-FFF2-40B4-BE49-F238E27FC236}">
                <a16:creationId xmlns:a16="http://schemas.microsoft.com/office/drawing/2014/main" id="{6EAB57B3-C22F-3607-AE61-8F9FD01F8A6F}"/>
              </a:ext>
            </a:extLst>
          </p:cNvPr>
          <p:cNvSpPr txBox="1"/>
          <p:nvPr/>
        </p:nvSpPr>
        <p:spPr>
          <a:xfrm>
            <a:off x="6769356" y="569155"/>
            <a:ext cx="5421740" cy="2862322"/>
          </a:xfrm>
          <a:prstGeom prst="rect">
            <a:avLst/>
          </a:prstGeom>
          <a:noFill/>
        </p:spPr>
        <p:txBody>
          <a:bodyPr wrap="square" rtlCol="0">
            <a:spAutoFit/>
          </a:bodyPr>
          <a:lstStyle/>
          <a:p>
            <a:r>
              <a:rPr lang="ja-JP" altLang="en-US" dirty="0">
                <a:solidFill>
                  <a:schemeClr val="bg1"/>
                </a:solidFill>
              </a:rPr>
              <a:t>使用言語</a:t>
            </a:r>
            <a:endParaRPr lang="en-US" altLang="ja-JP" dirty="0">
              <a:solidFill>
                <a:schemeClr val="bg1"/>
              </a:solidFill>
            </a:endParaRPr>
          </a:p>
          <a:p>
            <a:r>
              <a:rPr lang="ja-JP" altLang="en-US" dirty="0">
                <a:solidFill>
                  <a:schemeClr val="bg1"/>
                </a:solidFill>
              </a:rPr>
              <a:t>　</a:t>
            </a:r>
            <a:r>
              <a:rPr lang="en-US" altLang="ja-JP" dirty="0">
                <a:solidFill>
                  <a:schemeClr val="bg1"/>
                </a:solidFill>
              </a:rPr>
              <a:t>HTML</a:t>
            </a:r>
          </a:p>
          <a:p>
            <a:r>
              <a:rPr lang="en-US" altLang="ja-JP" dirty="0">
                <a:solidFill>
                  <a:schemeClr val="bg1"/>
                </a:solidFill>
              </a:rPr>
              <a:t>    JavaScript</a:t>
            </a:r>
          </a:p>
          <a:p>
            <a:r>
              <a:rPr lang="en-US" altLang="ja-JP" dirty="0">
                <a:solidFill>
                  <a:schemeClr val="bg1"/>
                </a:solidFill>
              </a:rPr>
              <a:t>    CSS</a:t>
            </a:r>
          </a:p>
          <a:p>
            <a:endParaRPr lang="en-US" altLang="ja-JP" dirty="0">
              <a:solidFill>
                <a:schemeClr val="bg1"/>
              </a:solidFill>
            </a:endParaRPr>
          </a:p>
          <a:p>
            <a:r>
              <a:rPr lang="ja-JP" altLang="en-US" dirty="0">
                <a:solidFill>
                  <a:schemeClr val="bg1"/>
                </a:solidFill>
              </a:rPr>
              <a:t>使用ソフト</a:t>
            </a:r>
            <a:endParaRPr lang="en-US" altLang="ja-JP" dirty="0">
              <a:solidFill>
                <a:schemeClr val="bg1"/>
              </a:solidFill>
            </a:endParaRPr>
          </a:p>
          <a:p>
            <a:r>
              <a:rPr lang="ja-JP" altLang="en-US" dirty="0">
                <a:solidFill>
                  <a:schemeClr val="bg1"/>
                </a:solidFill>
              </a:rPr>
              <a:t>    </a:t>
            </a:r>
            <a:r>
              <a:rPr lang="en-US" altLang="ja-JP" dirty="0">
                <a:solidFill>
                  <a:schemeClr val="bg1"/>
                </a:solidFill>
              </a:rPr>
              <a:t>Visual Studio Code</a:t>
            </a:r>
          </a:p>
          <a:p>
            <a:r>
              <a:rPr lang="en-US" altLang="ja-JP" dirty="0">
                <a:solidFill>
                  <a:schemeClr val="bg1"/>
                </a:solidFill>
              </a:rPr>
              <a:t>    Microsoft Edge</a:t>
            </a:r>
          </a:p>
          <a:p>
            <a:r>
              <a:rPr lang="en-US" altLang="ja-JP" dirty="0">
                <a:solidFill>
                  <a:schemeClr val="bg1"/>
                </a:solidFill>
              </a:rPr>
              <a:t>    Google Chrome</a:t>
            </a:r>
          </a:p>
          <a:p>
            <a:r>
              <a:rPr lang="ja-JP" altLang="en-US" dirty="0">
                <a:solidFill>
                  <a:schemeClr val="bg1"/>
                </a:solidFill>
              </a:rPr>
              <a:t>　</a:t>
            </a:r>
            <a:r>
              <a:rPr lang="en-US" altLang="ja-JP" dirty="0">
                <a:solidFill>
                  <a:schemeClr val="bg1"/>
                </a:solidFill>
              </a:rPr>
              <a:t>Firefox</a:t>
            </a:r>
          </a:p>
        </p:txBody>
      </p:sp>
    </p:spTree>
    <p:extLst>
      <p:ext uri="{BB962C8B-B14F-4D97-AF65-F5344CB8AC3E}">
        <p14:creationId xmlns:p14="http://schemas.microsoft.com/office/powerpoint/2010/main" val="4217584658"/>
      </p:ext>
    </p:extLst>
  </p:cSld>
  <p:clrMapOvr>
    <a:masterClrMapping/>
  </p:clrMapOvr>
  <mc:AlternateContent xmlns:mc="http://schemas.openxmlformats.org/markup-compatibility/2006" xmlns:p159="http://schemas.microsoft.com/office/powerpoint/2015/09/main">
    <mc:Choice Requires="p159">
      <p:transition spd="slow" advClick="0" advTm="4000">
        <p159:morph option="byObject"/>
      </p:transition>
    </mc:Choice>
    <mc:Fallback xmlns="">
      <p:transition spd="slow" advClick="0" advTm="4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EEBC-E29B-4338-F547-95E8BE4E4467}"/>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1243BA8E-4655-8F17-8250-BACCF4BAC97D}"/>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7043D6C2-D8D9-5717-E6BF-CE50ED775E88}"/>
              </a:ext>
            </a:extLst>
          </p:cNvPr>
          <p:cNvSpPr txBox="1"/>
          <p:nvPr/>
        </p:nvSpPr>
        <p:spPr>
          <a:xfrm>
            <a:off x="351567" y="2322552"/>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64822FE5-AD7C-21AD-34E3-9FD2F4FD1C8A}"/>
              </a:ext>
            </a:extLst>
          </p:cNvPr>
          <p:cNvSpPr txBox="1"/>
          <p:nvPr/>
        </p:nvSpPr>
        <p:spPr>
          <a:xfrm>
            <a:off x="351568" y="2691884"/>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E7A674F2-FF5A-2B07-1656-2CCE18B03B76}"/>
              </a:ext>
            </a:extLst>
          </p:cNvPr>
          <p:cNvSpPr txBox="1"/>
          <p:nvPr/>
        </p:nvSpPr>
        <p:spPr>
          <a:xfrm>
            <a:off x="351567" y="3061216"/>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80FB1F56-C8EF-2FC7-C320-CDEE3343AB56}"/>
              </a:ext>
            </a:extLst>
          </p:cNvPr>
          <p:cNvSpPr txBox="1"/>
          <p:nvPr/>
        </p:nvSpPr>
        <p:spPr>
          <a:xfrm>
            <a:off x="351571"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5" name="テキスト ボックス 4">
            <a:extLst>
              <a:ext uri="{FF2B5EF4-FFF2-40B4-BE49-F238E27FC236}">
                <a16:creationId xmlns:a16="http://schemas.microsoft.com/office/drawing/2014/main" id="{892AB472-6C53-F8DC-863F-25E442EB45F2}"/>
              </a:ext>
            </a:extLst>
          </p:cNvPr>
          <p:cNvSpPr txBox="1"/>
          <p:nvPr/>
        </p:nvSpPr>
        <p:spPr>
          <a:xfrm>
            <a:off x="12289571" y="3767138"/>
            <a:ext cx="11472129" cy="2130968"/>
          </a:xfrm>
          <a:prstGeom prst="rect">
            <a:avLst/>
          </a:prstGeom>
          <a:noFill/>
        </p:spPr>
        <p:txBody>
          <a:bodyPr wrap="square" rtlCol="0">
            <a:spAutoFit/>
          </a:bodyPr>
          <a:lstStyle/>
          <a:p>
            <a:pPr>
              <a:lnSpc>
                <a:spcPct val="150000"/>
              </a:lnSpc>
            </a:pPr>
            <a:r>
              <a:rPr kumimoji="1" lang="ja-JP" altLang="en-US" dirty="0">
                <a:solidFill>
                  <a:schemeClr val="bg1"/>
                </a:solidFill>
              </a:rPr>
              <a:t>検索は、先ほど作成した一覧から一致を検索する仕組みを用いた。</a:t>
            </a:r>
            <a:endParaRPr kumimoji="1" lang="en-US" altLang="ja-JP" dirty="0">
              <a:solidFill>
                <a:schemeClr val="bg1"/>
              </a:solidFill>
            </a:endParaRPr>
          </a:p>
          <a:p>
            <a:pPr>
              <a:lnSpc>
                <a:spcPct val="150000"/>
              </a:lnSpc>
            </a:pPr>
            <a:r>
              <a:rPr lang="ja-JP" altLang="en-US" dirty="0">
                <a:solidFill>
                  <a:schemeClr val="bg1"/>
                </a:solidFill>
              </a:rPr>
              <a:t>タイトル・作者・キーワードをワード検索できる。</a:t>
            </a:r>
            <a:endParaRPr lang="en-US" altLang="ja-JP" dirty="0">
              <a:solidFill>
                <a:schemeClr val="bg1"/>
              </a:solidFill>
            </a:endParaRPr>
          </a:p>
          <a:p>
            <a:pPr>
              <a:lnSpc>
                <a:spcPct val="150000"/>
              </a:lnSpc>
            </a:pPr>
            <a:r>
              <a:rPr kumimoji="1" lang="ja-JP" altLang="en-US" dirty="0">
                <a:solidFill>
                  <a:schemeClr val="bg1"/>
                </a:solidFill>
              </a:rPr>
              <a:t>期生・ジャンルを絞込できる。</a:t>
            </a:r>
            <a:endParaRPr kumimoji="1" lang="en-US" altLang="ja-JP" dirty="0">
              <a:solidFill>
                <a:schemeClr val="bg1"/>
              </a:solidFill>
            </a:endParaRPr>
          </a:p>
          <a:p>
            <a:pPr>
              <a:lnSpc>
                <a:spcPct val="150000"/>
              </a:lnSpc>
            </a:pPr>
            <a:endParaRPr kumimoji="1" lang="en-US" altLang="ja-JP" dirty="0">
              <a:solidFill>
                <a:schemeClr val="bg1"/>
              </a:solidFill>
            </a:endParaRPr>
          </a:p>
          <a:p>
            <a:pPr>
              <a:lnSpc>
                <a:spcPct val="150000"/>
              </a:lnSpc>
            </a:pPr>
            <a:r>
              <a:rPr kumimoji="1" lang="ja-JP" altLang="en-US" dirty="0">
                <a:solidFill>
                  <a:schemeClr val="bg1"/>
                </a:solidFill>
              </a:rPr>
              <a:t>初めは検索のコードを自作して使用していたが、</a:t>
            </a:r>
            <a:r>
              <a:rPr lang="en-US" altLang="ja-JP" dirty="0">
                <a:solidFill>
                  <a:schemeClr val="bg1"/>
                </a:solidFill>
              </a:rPr>
              <a:t>Ver. 2.0</a:t>
            </a:r>
            <a:r>
              <a:rPr lang="ja-JP" altLang="en-US" dirty="0">
                <a:solidFill>
                  <a:schemeClr val="bg1"/>
                </a:solidFill>
              </a:rPr>
              <a:t> では</a:t>
            </a:r>
            <a:r>
              <a:rPr lang="en-US" altLang="ja-JP" dirty="0">
                <a:solidFill>
                  <a:schemeClr val="bg1"/>
                </a:solidFill>
              </a:rPr>
              <a:t>Fuse.js</a:t>
            </a:r>
            <a:r>
              <a:rPr lang="ja-JP" altLang="en-US" dirty="0">
                <a:solidFill>
                  <a:schemeClr val="bg1"/>
                </a:solidFill>
              </a:rPr>
              <a:t>を使用している。</a:t>
            </a:r>
            <a:endParaRPr lang="en-US" altLang="ja-JP" dirty="0">
              <a:solidFill>
                <a:schemeClr val="bg1"/>
              </a:solidFill>
            </a:endParaRPr>
          </a:p>
        </p:txBody>
      </p:sp>
      <p:sp>
        <p:nvSpPr>
          <p:cNvPr id="6" name="テキスト ボックス 5">
            <a:extLst>
              <a:ext uri="{FF2B5EF4-FFF2-40B4-BE49-F238E27FC236}">
                <a16:creationId xmlns:a16="http://schemas.microsoft.com/office/drawing/2014/main" id="{8FB0112C-3034-649C-3EA9-EF05CD6F5689}"/>
              </a:ext>
            </a:extLst>
          </p:cNvPr>
          <p:cNvSpPr txBox="1"/>
          <p:nvPr/>
        </p:nvSpPr>
        <p:spPr>
          <a:xfrm>
            <a:off x="-11375527" y="305915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8" name="テキスト ボックス 7">
            <a:extLst>
              <a:ext uri="{FF2B5EF4-FFF2-40B4-BE49-F238E27FC236}">
                <a16:creationId xmlns:a16="http://schemas.microsoft.com/office/drawing/2014/main" id="{45623F73-98E1-E515-DA7C-D8474564FE53}"/>
              </a:ext>
            </a:extLst>
          </p:cNvPr>
          <p:cNvSpPr txBox="1"/>
          <p:nvPr/>
        </p:nvSpPr>
        <p:spPr>
          <a:xfrm>
            <a:off x="-11288894"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9" name="テキスト ボックス 8">
            <a:extLst>
              <a:ext uri="{FF2B5EF4-FFF2-40B4-BE49-F238E27FC236}">
                <a16:creationId xmlns:a16="http://schemas.microsoft.com/office/drawing/2014/main" id="{F49AA350-FA89-5546-E480-1B855B7B2EE9}"/>
              </a:ext>
            </a:extLst>
          </p:cNvPr>
          <p:cNvSpPr txBox="1"/>
          <p:nvPr/>
        </p:nvSpPr>
        <p:spPr>
          <a:xfrm>
            <a:off x="18380331" y="569155"/>
            <a:ext cx="5421740" cy="2862322"/>
          </a:xfrm>
          <a:prstGeom prst="rect">
            <a:avLst/>
          </a:prstGeom>
          <a:noFill/>
        </p:spPr>
        <p:txBody>
          <a:bodyPr wrap="square" rtlCol="0">
            <a:spAutoFit/>
          </a:bodyPr>
          <a:lstStyle/>
          <a:p>
            <a:r>
              <a:rPr lang="ja-JP" altLang="en-US" dirty="0">
                <a:solidFill>
                  <a:schemeClr val="bg1"/>
                </a:solidFill>
              </a:rPr>
              <a:t>使用言語</a:t>
            </a:r>
            <a:endParaRPr lang="en-US" altLang="ja-JP" dirty="0">
              <a:solidFill>
                <a:schemeClr val="bg1"/>
              </a:solidFill>
            </a:endParaRPr>
          </a:p>
          <a:p>
            <a:r>
              <a:rPr lang="ja-JP" altLang="en-US" dirty="0">
                <a:solidFill>
                  <a:schemeClr val="bg1"/>
                </a:solidFill>
              </a:rPr>
              <a:t>　</a:t>
            </a:r>
            <a:r>
              <a:rPr lang="en-US" altLang="ja-JP" dirty="0">
                <a:solidFill>
                  <a:schemeClr val="bg1"/>
                </a:solidFill>
              </a:rPr>
              <a:t>HTML</a:t>
            </a:r>
          </a:p>
          <a:p>
            <a:r>
              <a:rPr lang="en-US" altLang="ja-JP" dirty="0">
                <a:solidFill>
                  <a:schemeClr val="bg1"/>
                </a:solidFill>
              </a:rPr>
              <a:t>    JavaScript</a:t>
            </a:r>
          </a:p>
          <a:p>
            <a:r>
              <a:rPr lang="en-US" altLang="ja-JP" dirty="0">
                <a:solidFill>
                  <a:schemeClr val="bg1"/>
                </a:solidFill>
              </a:rPr>
              <a:t>    CSS</a:t>
            </a:r>
          </a:p>
          <a:p>
            <a:endParaRPr lang="en-US" altLang="ja-JP" dirty="0">
              <a:solidFill>
                <a:schemeClr val="bg1"/>
              </a:solidFill>
            </a:endParaRPr>
          </a:p>
          <a:p>
            <a:r>
              <a:rPr lang="ja-JP" altLang="en-US" dirty="0">
                <a:solidFill>
                  <a:schemeClr val="bg1"/>
                </a:solidFill>
              </a:rPr>
              <a:t>使用ソフト</a:t>
            </a:r>
            <a:endParaRPr lang="en-US" altLang="ja-JP" dirty="0">
              <a:solidFill>
                <a:schemeClr val="bg1"/>
              </a:solidFill>
            </a:endParaRPr>
          </a:p>
          <a:p>
            <a:r>
              <a:rPr lang="ja-JP" altLang="en-US" dirty="0">
                <a:solidFill>
                  <a:schemeClr val="bg1"/>
                </a:solidFill>
              </a:rPr>
              <a:t>    </a:t>
            </a:r>
            <a:r>
              <a:rPr lang="en-US" altLang="ja-JP" dirty="0">
                <a:solidFill>
                  <a:schemeClr val="bg1"/>
                </a:solidFill>
              </a:rPr>
              <a:t>Visual Studio Code</a:t>
            </a:r>
          </a:p>
          <a:p>
            <a:r>
              <a:rPr lang="en-US" altLang="ja-JP" dirty="0">
                <a:solidFill>
                  <a:schemeClr val="bg1"/>
                </a:solidFill>
              </a:rPr>
              <a:t>    Microsoft Edge</a:t>
            </a:r>
          </a:p>
          <a:p>
            <a:r>
              <a:rPr lang="en-US" altLang="ja-JP" dirty="0">
                <a:solidFill>
                  <a:schemeClr val="bg1"/>
                </a:solidFill>
              </a:rPr>
              <a:t>    Google Chrome</a:t>
            </a:r>
          </a:p>
          <a:p>
            <a:r>
              <a:rPr lang="ja-JP" altLang="en-US" dirty="0">
                <a:solidFill>
                  <a:schemeClr val="bg1"/>
                </a:solidFill>
              </a:rPr>
              <a:t>　</a:t>
            </a:r>
            <a:r>
              <a:rPr lang="en-US" altLang="ja-JP" dirty="0">
                <a:solidFill>
                  <a:schemeClr val="bg1"/>
                </a:solidFill>
              </a:rPr>
              <a:t>Firefox</a:t>
            </a:r>
          </a:p>
        </p:txBody>
      </p:sp>
    </p:spTree>
    <p:extLst>
      <p:ext uri="{BB962C8B-B14F-4D97-AF65-F5344CB8AC3E}">
        <p14:creationId xmlns:p14="http://schemas.microsoft.com/office/powerpoint/2010/main" val="2196384808"/>
      </p:ext>
    </p:extLst>
  </p:cSld>
  <p:clrMapOvr>
    <a:masterClrMapping/>
  </p:clrMapOvr>
  <mc:AlternateContent xmlns:mc="http://schemas.openxmlformats.org/markup-compatibility/2006" xmlns:p159="http://schemas.microsoft.com/office/powerpoint/2015/09/main">
    <mc:Choice Requires="p159">
      <p:transition spd="slow" advClick="0" advTm="18000">
        <p159:morph option="byObject"/>
      </p:transition>
    </mc:Choice>
    <mc:Fallback xmlns="">
      <p:transition spd="slow" advClick="0" advTm="18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1D9B-75A2-2000-DAE5-BC94D304F189}"/>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C280217B-09A2-399C-D750-B62DDD787B95}"/>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9CF028AE-CB2C-336E-460B-78BF26BD0633}"/>
              </a:ext>
            </a:extLst>
          </p:cNvPr>
          <p:cNvSpPr txBox="1"/>
          <p:nvPr/>
        </p:nvSpPr>
        <p:spPr>
          <a:xfrm>
            <a:off x="351567" y="1954246"/>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EE4952B5-DDB8-976D-E5F6-2C45DDB46ADC}"/>
              </a:ext>
            </a:extLst>
          </p:cNvPr>
          <p:cNvSpPr txBox="1"/>
          <p:nvPr/>
        </p:nvSpPr>
        <p:spPr>
          <a:xfrm>
            <a:off x="351568" y="2323578"/>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EDF7F657-8DA5-8878-34FD-043DD641770F}"/>
              </a:ext>
            </a:extLst>
          </p:cNvPr>
          <p:cNvSpPr txBox="1"/>
          <p:nvPr/>
        </p:nvSpPr>
        <p:spPr>
          <a:xfrm>
            <a:off x="351567" y="2692910"/>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01A342EB-F0DB-C8A4-A8FA-CB5A3ABD0CFA}"/>
              </a:ext>
            </a:extLst>
          </p:cNvPr>
          <p:cNvSpPr txBox="1"/>
          <p:nvPr/>
        </p:nvSpPr>
        <p:spPr>
          <a:xfrm>
            <a:off x="351566" y="305915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47AD0495-33E5-FDB4-92E7-65551286B034}"/>
              </a:ext>
            </a:extLst>
          </p:cNvPr>
          <p:cNvSpPr txBox="1"/>
          <p:nvPr/>
        </p:nvSpPr>
        <p:spPr>
          <a:xfrm>
            <a:off x="3515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6" name="テキスト ボックス 5">
            <a:extLst>
              <a:ext uri="{FF2B5EF4-FFF2-40B4-BE49-F238E27FC236}">
                <a16:creationId xmlns:a16="http://schemas.microsoft.com/office/drawing/2014/main" id="{5CD4D4DA-3273-2E99-ABB2-255D228CD513}"/>
              </a:ext>
            </a:extLst>
          </p:cNvPr>
          <p:cNvSpPr txBox="1"/>
          <p:nvPr/>
        </p:nvSpPr>
        <p:spPr>
          <a:xfrm>
            <a:off x="12296838"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10" name="四角形: 角を丸くする 9">
            <a:extLst>
              <a:ext uri="{FF2B5EF4-FFF2-40B4-BE49-F238E27FC236}">
                <a16:creationId xmlns:a16="http://schemas.microsoft.com/office/drawing/2014/main" id="{2BAF9B9C-A358-3F66-A708-8651CA8CC8F1}"/>
              </a:ext>
            </a:extLst>
          </p:cNvPr>
          <p:cNvSpPr/>
          <p:nvPr/>
        </p:nvSpPr>
        <p:spPr>
          <a:xfrm>
            <a:off x="-158175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11" name="四角形: 角を丸くする 10">
            <a:extLst>
              <a:ext uri="{FF2B5EF4-FFF2-40B4-BE49-F238E27FC236}">
                <a16:creationId xmlns:a16="http://schemas.microsoft.com/office/drawing/2014/main" id="{1FB65CC9-E9E5-7189-0029-C8DB48E0C656}"/>
              </a:ext>
            </a:extLst>
          </p:cNvPr>
          <p:cNvSpPr/>
          <p:nvPr/>
        </p:nvSpPr>
        <p:spPr>
          <a:xfrm>
            <a:off x="124082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12" name="四角形: 角を丸くする 11">
            <a:extLst>
              <a:ext uri="{FF2B5EF4-FFF2-40B4-BE49-F238E27FC236}">
                <a16:creationId xmlns:a16="http://schemas.microsoft.com/office/drawing/2014/main" id="{C7B87EF0-D6B3-A2EE-0C8B-D1B185135657}"/>
              </a:ext>
            </a:extLst>
          </p:cNvPr>
          <p:cNvSpPr/>
          <p:nvPr/>
        </p:nvSpPr>
        <p:spPr>
          <a:xfrm>
            <a:off x="141036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3" name="四角形: 角を丸くする 12">
            <a:extLst>
              <a:ext uri="{FF2B5EF4-FFF2-40B4-BE49-F238E27FC236}">
                <a16:creationId xmlns:a16="http://schemas.microsoft.com/office/drawing/2014/main" id="{AB38DA39-13E0-2B42-B8D3-791D15754F87}"/>
              </a:ext>
            </a:extLst>
          </p:cNvPr>
          <p:cNvSpPr/>
          <p:nvPr/>
        </p:nvSpPr>
        <p:spPr>
          <a:xfrm>
            <a:off x="157991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Tree>
    <p:extLst>
      <p:ext uri="{BB962C8B-B14F-4D97-AF65-F5344CB8AC3E}">
        <p14:creationId xmlns:p14="http://schemas.microsoft.com/office/powerpoint/2010/main" val="1691679081"/>
      </p:ext>
    </p:extLst>
  </p:cSld>
  <p:clrMapOvr>
    <a:masterClrMapping/>
  </p:clrMapOvr>
  <mc:AlternateContent xmlns:mc="http://schemas.openxmlformats.org/markup-compatibility/2006" xmlns:p159="http://schemas.microsoft.com/office/powerpoint/2015/09/main">
    <mc:Choice Requires="p159">
      <p:transition spd="slow" advClick="0" advTm="11000">
        <p159:morph option="byObject"/>
      </p:transition>
    </mc:Choice>
    <mc:Fallback xmlns="">
      <p:transition spd="slow" advClick="0" advTm="11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C3255-D988-28B2-B547-DEC3269E637E}"/>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4AE2DBAE-C2E4-A616-377D-6931E8F85FAC}"/>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E40D8E52-0AF7-67C9-6293-0A2DB0B0C57D}"/>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99818864-7801-8B91-39AB-79EF7E309635}"/>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84612091-6167-2744-5CF2-A92FE8AFDAB4}"/>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BB7E1E21-76C9-E123-E40D-FFDB4A9A2BDF}"/>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2" name="テキスト ボックス 1">
            <a:extLst>
              <a:ext uri="{FF2B5EF4-FFF2-40B4-BE49-F238E27FC236}">
                <a16:creationId xmlns:a16="http://schemas.microsoft.com/office/drawing/2014/main" id="{3030A6F0-22FD-3F7A-C046-67E28D1A7D60}"/>
              </a:ext>
            </a:extLst>
          </p:cNvPr>
          <p:cNvSpPr txBox="1"/>
          <p:nvPr/>
        </p:nvSpPr>
        <p:spPr>
          <a:xfrm>
            <a:off x="-5338038" y="195742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3" name="テキスト ボックス 2">
            <a:extLst>
              <a:ext uri="{FF2B5EF4-FFF2-40B4-BE49-F238E27FC236}">
                <a16:creationId xmlns:a16="http://schemas.microsoft.com/office/drawing/2014/main" id="{73AAAC59-1112-54E9-A173-EE0E0CF52006}"/>
              </a:ext>
            </a:extLst>
          </p:cNvPr>
          <p:cNvSpPr txBox="1"/>
          <p:nvPr/>
        </p:nvSpPr>
        <p:spPr>
          <a:xfrm>
            <a:off x="-5338037" y="232675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D0C3E3F2-1998-34B2-F688-D446A17D756D}"/>
              </a:ext>
            </a:extLst>
          </p:cNvPr>
          <p:cNvSpPr txBox="1"/>
          <p:nvPr/>
        </p:nvSpPr>
        <p:spPr>
          <a:xfrm>
            <a:off x="-5338038" y="269608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7" name="テキスト ボックス 6">
            <a:extLst>
              <a:ext uri="{FF2B5EF4-FFF2-40B4-BE49-F238E27FC236}">
                <a16:creationId xmlns:a16="http://schemas.microsoft.com/office/drawing/2014/main" id="{FEC67FF1-F7C7-5BB2-799B-E0279556DFE0}"/>
              </a:ext>
            </a:extLst>
          </p:cNvPr>
          <p:cNvSpPr txBox="1"/>
          <p:nvPr/>
        </p:nvSpPr>
        <p:spPr>
          <a:xfrm>
            <a:off x="-5338039" y="306233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5C6BAC5B-1512-0CBA-B503-E1CBE66FDC55}"/>
              </a:ext>
            </a:extLst>
          </p:cNvPr>
          <p:cNvSpPr txBox="1"/>
          <p:nvPr/>
        </p:nvSpPr>
        <p:spPr>
          <a:xfrm>
            <a:off x="122006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Tree>
    <p:extLst>
      <p:ext uri="{BB962C8B-B14F-4D97-AF65-F5344CB8AC3E}">
        <p14:creationId xmlns:p14="http://schemas.microsoft.com/office/powerpoint/2010/main" val="331635250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23DC-DF9C-9533-690F-1147E4BCC1FB}"/>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0CE982C0-1F5C-70B0-A5AB-099C6D6455F4}"/>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DEB0FF1E-BDEE-909A-B16B-B3E0BF38BB09}"/>
              </a:ext>
            </a:extLst>
          </p:cNvPr>
          <p:cNvSpPr/>
          <p:nvPr/>
        </p:nvSpPr>
        <p:spPr>
          <a:xfrm>
            <a:off x="3790164"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システムの概要</a:t>
            </a:r>
            <a:endParaRPr kumimoji="1" lang="ja-JP" altLang="en-US" sz="6600" dirty="0"/>
          </a:p>
        </p:txBody>
      </p:sp>
      <p:sp>
        <p:nvSpPr>
          <p:cNvPr id="9" name="四角形: 角を丸くする 8">
            <a:extLst>
              <a:ext uri="{FF2B5EF4-FFF2-40B4-BE49-F238E27FC236}">
                <a16:creationId xmlns:a16="http://schemas.microsoft.com/office/drawing/2014/main" id="{9211B88F-857F-923F-78EF-1EF9CC2A70E8}"/>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99B7BA45-D562-80F2-D442-0ADECC07B3F8}"/>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0F1A2699-6DF8-858E-8198-7146F14EB0E9}"/>
              </a:ext>
            </a:extLst>
          </p:cNvPr>
          <p:cNvSpPr/>
          <p:nvPr/>
        </p:nvSpPr>
        <p:spPr>
          <a:xfrm>
            <a:off x="2037743"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2059162429"/>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F7F09-CD7F-E24A-4F22-0DFC95E28D6C}"/>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0202C40A-014B-536A-F1D8-E77C8388B121}"/>
              </a:ext>
            </a:extLst>
          </p:cNvPr>
          <p:cNvSpPr/>
          <p:nvPr/>
        </p:nvSpPr>
        <p:spPr>
          <a:xfrm>
            <a:off x="-33153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9" name="四角形: 角を丸くする 8">
            <a:extLst>
              <a:ext uri="{FF2B5EF4-FFF2-40B4-BE49-F238E27FC236}">
                <a16:creationId xmlns:a16="http://schemas.microsoft.com/office/drawing/2014/main" id="{A1D9A318-15A1-127E-5225-A93A0C27AF46}"/>
              </a:ext>
            </a:extLst>
          </p:cNvPr>
          <p:cNvSpPr/>
          <p:nvPr/>
        </p:nvSpPr>
        <p:spPr>
          <a:xfrm>
            <a:off x="12320238"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E8F6D7A4-5A24-19D9-5643-6F6D3292D216}"/>
              </a:ext>
            </a:extLst>
          </p:cNvPr>
          <p:cNvSpPr/>
          <p:nvPr/>
        </p:nvSpPr>
        <p:spPr>
          <a:xfrm>
            <a:off x="14015688"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7510C69E-A8BA-A8F7-6F27-CFECF04B963B}"/>
              </a:ext>
            </a:extLst>
          </p:cNvPr>
          <p:cNvSpPr/>
          <p:nvPr/>
        </p:nvSpPr>
        <p:spPr>
          <a:xfrm>
            <a:off x="-16198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8" name="四角形: 角を丸くする 7">
            <a:extLst>
              <a:ext uri="{FF2B5EF4-FFF2-40B4-BE49-F238E27FC236}">
                <a16:creationId xmlns:a16="http://schemas.microsoft.com/office/drawing/2014/main" id="{ACAE7E11-C183-9965-D81C-CBDF90F85F57}"/>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Tree>
    <p:extLst>
      <p:ext uri="{BB962C8B-B14F-4D97-AF65-F5344CB8AC3E}">
        <p14:creationId xmlns:p14="http://schemas.microsoft.com/office/powerpoint/2010/main" val="3799873822"/>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8BB12-D665-14D7-664B-C7CBCBE97CFF}"/>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55707FE-315D-9CA2-85A1-A049115E51FA}"/>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4" name="グループ化 143">
            <a:extLst>
              <a:ext uri="{FF2B5EF4-FFF2-40B4-BE49-F238E27FC236}">
                <a16:creationId xmlns:a16="http://schemas.microsoft.com/office/drawing/2014/main" id="{C02F14C0-6CD9-28BA-3FA1-D9CEB6B8F304}"/>
              </a:ext>
            </a:extLst>
          </p:cNvPr>
          <p:cNvGrpSpPr/>
          <p:nvPr/>
        </p:nvGrpSpPr>
        <p:grpSpPr>
          <a:xfrm>
            <a:off x="432608" y="7766638"/>
            <a:ext cx="11347184" cy="5568592"/>
            <a:chOff x="588335" y="2268277"/>
            <a:chExt cx="11347184" cy="5568592"/>
          </a:xfrm>
        </p:grpSpPr>
        <p:sp>
          <p:nvSpPr>
            <p:cNvPr id="101" name="四角形: 角を丸くする 100">
              <a:extLst>
                <a:ext uri="{FF2B5EF4-FFF2-40B4-BE49-F238E27FC236}">
                  <a16:creationId xmlns:a16="http://schemas.microsoft.com/office/drawing/2014/main" id="{F55ADC80-3D3E-4667-4B8E-AE42AB2A83F5}"/>
                </a:ext>
              </a:extLst>
            </p:cNvPr>
            <p:cNvSpPr/>
            <p:nvPr/>
          </p:nvSpPr>
          <p:spPr>
            <a:xfrm>
              <a:off x="593348"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2" name="四角形: 角を丸くする 101">
              <a:extLst>
                <a:ext uri="{FF2B5EF4-FFF2-40B4-BE49-F238E27FC236}">
                  <a16:creationId xmlns:a16="http://schemas.microsoft.com/office/drawing/2014/main" id="{AFA8BE1D-4080-21F1-D29F-065D37D4921E}"/>
                </a:ext>
              </a:extLst>
            </p:cNvPr>
            <p:cNvSpPr/>
            <p:nvPr/>
          </p:nvSpPr>
          <p:spPr>
            <a:xfrm>
              <a:off x="67683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3" name="四角形: 角を丸くする 102">
              <a:extLst>
                <a:ext uri="{FF2B5EF4-FFF2-40B4-BE49-F238E27FC236}">
                  <a16:creationId xmlns:a16="http://schemas.microsoft.com/office/drawing/2014/main" id="{A7845D38-03E5-C6DB-7F55-4C229469BDE7}"/>
                </a:ext>
              </a:extLst>
            </p:cNvPr>
            <p:cNvSpPr/>
            <p:nvPr/>
          </p:nvSpPr>
          <p:spPr>
            <a:xfrm>
              <a:off x="1319710"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4" name="四角形: 角を丸くする 103">
              <a:extLst>
                <a:ext uri="{FF2B5EF4-FFF2-40B4-BE49-F238E27FC236}">
                  <a16:creationId xmlns:a16="http://schemas.microsoft.com/office/drawing/2014/main" id="{B1AF8FEB-E2BC-D828-CF3E-E8A6FE766D29}"/>
                </a:ext>
              </a:extLst>
            </p:cNvPr>
            <p:cNvSpPr/>
            <p:nvPr/>
          </p:nvSpPr>
          <p:spPr>
            <a:xfrm>
              <a:off x="2887460" y="22682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5" name="四角形: 角を丸くする 104">
              <a:extLst>
                <a:ext uri="{FF2B5EF4-FFF2-40B4-BE49-F238E27FC236}">
                  <a16:creationId xmlns:a16="http://schemas.microsoft.com/office/drawing/2014/main" id="{AE4A00A5-2ACA-C5A2-7EEB-CD1521CE9ECA}"/>
                </a:ext>
              </a:extLst>
            </p:cNvPr>
            <p:cNvSpPr/>
            <p:nvPr/>
          </p:nvSpPr>
          <p:spPr>
            <a:xfrm>
              <a:off x="296748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6" name="四角形: 角を丸くする 105">
              <a:extLst>
                <a:ext uri="{FF2B5EF4-FFF2-40B4-BE49-F238E27FC236}">
                  <a16:creationId xmlns:a16="http://schemas.microsoft.com/office/drawing/2014/main" id="{AC3C69D5-CC77-57B1-EE97-96FC0578705C}"/>
                </a:ext>
              </a:extLst>
            </p:cNvPr>
            <p:cNvSpPr/>
            <p:nvPr/>
          </p:nvSpPr>
          <p:spPr>
            <a:xfrm>
              <a:off x="360823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07" name="四角形: 角を丸くする 106">
              <a:extLst>
                <a:ext uri="{FF2B5EF4-FFF2-40B4-BE49-F238E27FC236}">
                  <a16:creationId xmlns:a16="http://schemas.microsoft.com/office/drawing/2014/main" id="{05DB8124-BDDC-9668-A1DC-A931813721B0}"/>
                </a:ext>
              </a:extLst>
            </p:cNvPr>
            <p:cNvSpPr/>
            <p:nvPr/>
          </p:nvSpPr>
          <p:spPr>
            <a:xfrm>
              <a:off x="5181571" y="22682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08" name="四角形: 角を丸くする 107">
              <a:extLst>
                <a:ext uri="{FF2B5EF4-FFF2-40B4-BE49-F238E27FC236}">
                  <a16:creationId xmlns:a16="http://schemas.microsoft.com/office/drawing/2014/main" id="{FD91A1A5-8BF6-1831-21BE-654106E3721E}"/>
                </a:ext>
              </a:extLst>
            </p:cNvPr>
            <p:cNvSpPr/>
            <p:nvPr/>
          </p:nvSpPr>
          <p:spPr>
            <a:xfrm>
              <a:off x="5258191"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9" name="四角形: 角を丸くする 108">
              <a:extLst>
                <a:ext uri="{FF2B5EF4-FFF2-40B4-BE49-F238E27FC236}">
                  <a16:creationId xmlns:a16="http://schemas.microsoft.com/office/drawing/2014/main" id="{98481F41-4BA7-BE37-F09F-BC77BC669A71}"/>
                </a:ext>
              </a:extLst>
            </p:cNvPr>
            <p:cNvSpPr/>
            <p:nvPr/>
          </p:nvSpPr>
          <p:spPr>
            <a:xfrm>
              <a:off x="7535205"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0" name="四角形: 角を丸くする 109">
              <a:extLst>
                <a:ext uri="{FF2B5EF4-FFF2-40B4-BE49-F238E27FC236}">
                  <a16:creationId xmlns:a16="http://schemas.microsoft.com/office/drawing/2014/main" id="{65DF8C5A-50DE-7537-6945-0D899BFAF46B}"/>
                </a:ext>
              </a:extLst>
            </p:cNvPr>
            <p:cNvSpPr/>
            <p:nvPr/>
          </p:nvSpPr>
          <p:spPr>
            <a:xfrm>
              <a:off x="7620279"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1" name="四角形: 角を丸くする 110">
              <a:extLst>
                <a:ext uri="{FF2B5EF4-FFF2-40B4-BE49-F238E27FC236}">
                  <a16:creationId xmlns:a16="http://schemas.microsoft.com/office/drawing/2014/main" id="{A260D195-A23A-E124-67F8-10F5720326C0}"/>
                </a:ext>
              </a:extLst>
            </p:cNvPr>
            <p:cNvSpPr/>
            <p:nvPr/>
          </p:nvSpPr>
          <p:spPr>
            <a:xfrm>
              <a:off x="826329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2" name="四角形: 角を丸くする 111">
              <a:extLst>
                <a:ext uri="{FF2B5EF4-FFF2-40B4-BE49-F238E27FC236}">
                  <a16:creationId xmlns:a16="http://schemas.microsoft.com/office/drawing/2014/main" id="{7282E362-BD3A-40D3-DE7C-D99A454230A0}"/>
                </a:ext>
              </a:extLst>
            </p:cNvPr>
            <p:cNvSpPr/>
            <p:nvPr/>
          </p:nvSpPr>
          <p:spPr>
            <a:xfrm>
              <a:off x="9871733"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3" name="四角形: 角を丸くする 112">
              <a:extLst>
                <a:ext uri="{FF2B5EF4-FFF2-40B4-BE49-F238E27FC236}">
                  <a16:creationId xmlns:a16="http://schemas.microsoft.com/office/drawing/2014/main" id="{B53E7986-5B2B-7145-6937-91C46B6C7390}"/>
                </a:ext>
              </a:extLst>
            </p:cNvPr>
            <p:cNvSpPr/>
            <p:nvPr/>
          </p:nvSpPr>
          <p:spPr>
            <a:xfrm>
              <a:off x="995204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4" name="四角形: 角を丸くする 113">
              <a:extLst>
                <a:ext uri="{FF2B5EF4-FFF2-40B4-BE49-F238E27FC236}">
                  <a16:creationId xmlns:a16="http://schemas.microsoft.com/office/drawing/2014/main" id="{E247629B-8508-DC54-7B5B-95E546B10C41}"/>
                </a:ext>
              </a:extLst>
            </p:cNvPr>
            <p:cNvSpPr/>
            <p:nvPr/>
          </p:nvSpPr>
          <p:spPr>
            <a:xfrm>
              <a:off x="10595071"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5" name="四角形: 角を丸くする 114">
              <a:extLst>
                <a:ext uri="{FF2B5EF4-FFF2-40B4-BE49-F238E27FC236}">
                  <a16:creationId xmlns:a16="http://schemas.microsoft.com/office/drawing/2014/main" id="{B715E0DB-EEBA-4CF9-0C39-DCCE59957ACF}"/>
                </a:ext>
              </a:extLst>
            </p:cNvPr>
            <p:cNvSpPr/>
            <p:nvPr/>
          </p:nvSpPr>
          <p:spPr>
            <a:xfrm>
              <a:off x="588335"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6" name="四角形: 角を丸くする 115">
              <a:extLst>
                <a:ext uri="{FF2B5EF4-FFF2-40B4-BE49-F238E27FC236}">
                  <a16:creationId xmlns:a16="http://schemas.microsoft.com/office/drawing/2014/main" id="{099D3E12-1863-A234-0812-CC1285A78742}"/>
                </a:ext>
              </a:extLst>
            </p:cNvPr>
            <p:cNvSpPr/>
            <p:nvPr/>
          </p:nvSpPr>
          <p:spPr>
            <a:xfrm>
              <a:off x="67182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17" name="四角形: 角を丸くする 116">
              <a:extLst>
                <a:ext uri="{FF2B5EF4-FFF2-40B4-BE49-F238E27FC236}">
                  <a16:creationId xmlns:a16="http://schemas.microsoft.com/office/drawing/2014/main" id="{7DD74382-6A39-360C-1ACF-3FC4AF505A96}"/>
                </a:ext>
              </a:extLst>
            </p:cNvPr>
            <p:cNvSpPr/>
            <p:nvPr/>
          </p:nvSpPr>
          <p:spPr>
            <a:xfrm>
              <a:off x="2882447" y="41696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18" name="四角形: 角を丸くする 117">
              <a:extLst>
                <a:ext uri="{FF2B5EF4-FFF2-40B4-BE49-F238E27FC236}">
                  <a16:creationId xmlns:a16="http://schemas.microsoft.com/office/drawing/2014/main" id="{8551F46D-6635-2C33-01F1-476887A1EE7B}"/>
                </a:ext>
              </a:extLst>
            </p:cNvPr>
            <p:cNvSpPr/>
            <p:nvPr/>
          </p:nvSpPr>
          <p:spPr>
            <a:xfrm>
              <a:off x="2962473"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19" name="四角形: 角を丸くする 118">
              <a:extLst>
                <a:ext uri="{FF2B5EF4-FFF2-40B4-BE49-F238E27FC236}">
                  <a16:creationId xmlns:a16="http://schemas.microsoft.com/office/drawing/2014/main" id="{35B9B289-BFA1-829C-6F13-4F1738EB05C6}"/>
                </a:ext>
              </a:extLst>
            </p:cNvPr>
            <p:cNvSpPr/>
            <p:nvPr/>
          </p:nvSpPr>
          <p:spPr>
            <a:xfrm>
              <a:off x="360322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387EB2B9-4E9A-4210-626E-E275B612D5AF}"/>
                </a:ext>
              </a:extLst>
            </p:cNvPr>
            <p:cNvSpPr/>
            <p:nvPr/>
          </p:nvSpPr>
          <p:spPr>
            <a:xfrm>
              <a:off x="5176558" y="41696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1" name="四角形: 角を丸くする 120">
              <a:extLst>
                <a:ext uri="{FF2B5EF4-FFF2-40B4-BE49-F238E27FC236}">
                  <a16:creationId xmlns:a16="http://schemas.microsoft.com/office/drawing/2014/main" id="{49978F9B-9678-138C-02D6-43CD1F1F76E6}"/>
                </a:ext>
              </a:extLst>
            </p:cNvPr>
            <p:cNvSpPr/>
            <p:nvPr/>
          </p:nvSpPr>
          <p:spPr>
            <a:xfrm>
              <a:off x="5253178"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2" name="四角形: 角を丸くする 121">
              <a:extLst>
                <a:ext uri="{FF2B5EF4-FFF2-40B4-BE49-F238E27FC236}">
                  <a16:creationId xmlns:a16="http://schemas.microsoft.com/office/drawing/2014/main" id="{55D81C0A-33C2-88AF-7A13-28D867F49509}"/>
                </a:ext>
              </a:extLst>
            </p:cNvPr>
            <p:cNvSpPr/>
            <p:nvPr/>
          </p:nvSpPr>
          <p:spPr>
            <a:xfrm>
              <a:off x="589250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3" name="四角形: 角を丸くする 122">
              <a:extLst>
                <a:ext uri="{FF2B5EF4-FFF2-40B4-BE49-F238E27FC236}">
                  <a16:creationId xmlns:a16="http://schemas.microsoft.com/office/drawing/2014/main" id="{2ADF5C72-8049-59DB-933A-694EECEB6710}"/>
                </a:ext>
              </a:extLst>
            </p:cNvPr>
            <p:cNvSpPr/>
            <p:nvPr/>
          </p:nvSpPr>
          <p:spPr>
            <a:xfrm>
              <a:off x="7530192"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4" name="四角形: 角を丸くする 123">
              <a:extLst>
                <a:ext uri="{FF2B5EF4-FFF2-40B4-BE49-F238E27FC236}">
                  <a16:creationId xmlns:a16="http://schemas.microsoft.com/office/drawing/2014/main" id="{F9E0E8F2-A728-F78A-E505-0B5ACC09E0A3}"/>
                </a:ext>
              </a:extLst>
            </p:cNvPr>
            <p:cNvSpPr/>
            <p:nvPr/>
          </p:nvSpPr>
          <p:spPr>
            <a:xfrm>
              <a:off x="761526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5" name="四角形: 角を丸くする 124">
              <a:extLst>
                <a:ext uri="{FF2B5EF4-FFF2-40B4-BE49-F238E27FC236}">
                  <a16:creationId xmlns:a16="http://schemas.microsoft.com/office/drawing/2014/main" id="{EFBFBC36-858C-9F38-2DF0-E89AF479A1EB}"/>
                </a:ext>
              </a:extLst>
            </p:cNvPr>
            <p:cNvSpPr/>
            <p:nvPr/>
          </p:nvSpPr>
          <p:spPr>
            <a:xfrm>
              <a:off x="825828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6" name="四角形: 角を丸くする 125">
              <a:extLst>
                <a:ext uri="{FF2B5EF4-FFF2-40B4-BE49-F238E27FC236}">
                  <a16:creationId xmlns:a16="http://schemas.microsoft.com/office/drawing/2014/main" id="{FA994AE0-208F-0831-141D-B18A4822ADA1}"/>
                </a:ext>
              </a:extLst>
            </p:cNvPr>
            <p:cNvSpPr/>
            <p:nvPr/>
          </p:nvSpPr>
          <p:spPr>
            <a:xfrm>
              <a:off x="9866720"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27" name="四角形: 角を丸くする 126">
              <a:extLst>
                <a:ext uri="{FF2B5EF4-FFF2-40B4-BE49-F238E27FC236}">
                  <a16:creationId xmlns:a16="http://schemas.microsoft.com/office/drawing/2014/main" id="{4FC330A3-E843-23B2-3450-FEBF4CEAF089}"/>
                </a:ext>
              </a:extLst>
            </p:cNvPr>
            <p:cNvSpPr/>
            <p:nvPr/>
          </p:nvSpPr>
          <p:spPr>
            <a:xfrm>
              <a:off x="994703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8" name="四角形: 角を丸くする 127">
              <a:extLst>
                <a:ext uri="{FF2B5EF4-FFF2-40B4-BE49-F238E27FC236}">
                  <a16:creationId xmlns:a16="http://schemas.microsoft.com/office/drawing/2014/main" id="{980BF5FD-A447-9748-B8D1-222F4B9E84D8}"/>
                </a:ext>
              </a:extLst>
            </p:cNvPr>
            <p:cNvSpPr/>
            <p:nvPr/>
          </p:nvSpPr>
          <p:spPr>
            <a:xfrm>
              <a:off x="588335"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29" name="四角形: 角を丸くする 128">
              <a:extLst>
                <a:ext uri="{FF2B5EF4-FFF2-40B4-BE49-F238E27FC236}">
                  <a16:creationId xmlns:a16="http://schemas.microsoft.com/office/drawing/2014/main" id="{EA00946F-EDC5-60E1-2C16-EC4580FA3AF9}"/>
                </a:ext>
              </a:extLst>
            </p:cNvPr>
            <p:cNvSpPr/>
            <p:nvPr/>
          </p:nvSpPr>
          <p:spPr>
            <a:xfrm>
              <a:off x="671822"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0" name="四角形: 角を丸くする 129">
              <a:extLst>
                <a:ext uri="{FF2B5EF4-FFF2-40B4-BE49-F238E27FC236}">
                  <a16:creationId xmlns:a16="http://schemas.microsoft.com/office/drawing/2014/main" id="{B7813644-8432-99EA-56C4-9F475E4807CB}"/>
                </a:ext>
              </a:extLst>
            </p:cNvPr>
            <p:cNvSpPr/>
            <p:nvPr/>
          </p:nvSpPr>
          <p:spPr>
            <a:xfrm>
              <a:off x="2882447" y="60612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1" name="四角形: 角を丸くする 130">
              <a:extLst>
                <a:ext uri="{FF2B5EF4-FFF2-40B4-BE49-F238E27FC236}">
                  <a16:creationId xmlns:a16="http://schemas.microsoft.com/office/drawing/2014/main" id="{26AB75C0-B21D-A230-9F63-DEAF9E24D3F3}"/>
                </a:ext>
              </a:extLst>
            </p:cNvPr>
            <p:cNvSpPr/>
            <p:nvPr/>
          </p:nvSpPr>
          <p:spPr>
            <a:xfrm>
              <a:off x="2962473"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2" name="四角形: 角を丸くする 131">
              <a:extLst>
                <a:ext uri="{FF2B5EF4-FFF2-40B4-BE49-F238E27FC236}">
                  <a16:creationId xmlns:a16="http://schemas.microsoft.com/office/drawing/2014/main" id="{9F8A4537-E7A7-8FB3-261F-7828F6B12316}"/>
                </a:ext>
              </a:extLst>
            </p:cNvPr>
            <p:cNvSpPr/>
            <p:nvPr/>
          </p:nvSpPr>
          <p:spPr>
            <a:xfrm>
              <a:off x="360322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3" name="四角形: 角を丸くする 132">
              <a:extLst>
                <a:ext uri="{FF2B5EF4-FFF2-40B4-BE49-F238E27FC236}">
                  <a16:creationId xmlns:a16="http://schemas.microsoft.com/office/drawing/2014/main" id="{564DDD80-744D-7BB4-48AA-75F0F211A06B}"/>
                </a:ext>
              </a:extLst>
            </p:cNvPr>
            <p:cNvSpPr/>
            <p:nvPr/>
          </p:nvSpPr>
          <p:spPr>
            <a:xfrm>
              <a:off x="5176558" y="60612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4" name="四角形: 角を丸くする 133">
              <a:extLst>
                <a:ext uri="{FF2B5EF4-FFF2-40B4-BE49-F238E27FC236}">
                  <a16:creationId xmlns:a16="http://schemas.microsoft.com/office/drawing/2014/main" id="{AF299BB5-064A-9B1A-AED7-7713625AA43D}"/>
                </a:ext>
              </a:extLst>
            </p:cNvPr>
            <p:cNvSpPr/>
            <p:nvPr/>
          </p:nvSpPr>
          <p:spPr>
            <a:xfrm>
              <a:off x="5253178"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5" name="四角形: 角を丸くする 134">
              <a:extLst>
                <a:ext uri="{FF2B5EF4-FFF2-40B4-BE49-F238E27FC236}">
                  <a16:creationId xmlns:a16="http://schemas.microsoft.com/office/drawing/2014/main" id="{F416920B-20FA-CF53-623F-951121DE0FF7}"/>
                </a:ext>
              </a:extLst>
            </p:cNvPr>
            <p:cNvSpPr/>
            <p:nvPr/>
          </p:nvSpPr>
          <p:spPr>
            <a:xfrm>
              <a:off x="589250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305314CE-A4F1-7797-6E39-824A8843B9D1}"/>
                </a:ext>
              </a:extLst>
            </p:cNvPr>
            <p:cNvSpPr/>
            <p:nvPr/>
          </p:nvSpPr>
          <p:spPr>
            <a:xfrm>
              <a:off x="7530192"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7" name="四角形: 角を丸くする 136">
              <a:extLst>
                <a:ext uri="{FF2B5EF4-FFF2-40B4-BE49-F238E27FC236}">
                  <a16:creationId xmlns:a16="http://schemas.microsoft.com/office/drawing/2014/main" id="{B58156A4-2B7B-2DA0-3DD6-5B52F1D252C4}"/>
                </a:ext>
              </a:extLst>
            </p:cNvPr>
            <p:cNvSpPr/>
            <p:nvPr/>
          </p:nvSpPr>
          <p:spPr>
            <a:xfrm>
              <a:off x="761526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38" name="四角形: 角を丸くする 137">
              <a:extLst>
                <a:ext uri="{FF2B5EF4-FFF2-40B4-BE49-F238E27FC236}">
                  <a16:creationId xmlns:a16="http://schemas.microsoft.com/office/drawing/2014/main" id="{490A3A3C-E6B3-6024-4B88-95088E66450A}"/>
                </a:ext>
              </a:extLst>
            </p:cNvPr>
            <p:cNvSpPr/>
            <p:nvPr/>
          </p:nvSpPr>
          <p:spPr>
            <a:xfrm>
              <a:off x="9866720"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9" name="四角形: 角を丸くする 138">
              <a:extLst>
                <a:ext uri="{FF2B5EF4-FFF2-40B4-BE49-F238E27FC236}">
                  <a16:creationId xmlns:a16="http://schemas.microsoft.com/office/drawing/2014/main" id="{358750A1-FEE6-E84F-F0F4-54FAB9C124A1}"/>
                </a:ext>
              </a:extLst>
            </p:cNvPr>
            <p:cNvSpPr/>
            <p:nvPr/>
          </p:nvSpPr>
          <p:spPr>
            <a:xfrm>
              <a:off x="994703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0" name="四角形: 角を丸くする 139">
              <a:extLst>
                <a:ext uri="{FF2B5EF4-FFF2-40B4-BE49-F238E27FC236}">
                  <a16:creationId xmlns:a16="http://schemas.microsoft.com/office/drawing/2014/main" id="{0B9D29C8-D491-1679-5CE1-10818B24A8AF}"/>
                </a:ext>
              </a:extLst>
            </p:cNvPr>
            <p:cNvSpPr/>
            <p:nvPr/>
          </p:nvSpPr>
          <p:spPr>
            <a:xfrm>
              <a:off x="10590058"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1" name="四角形: 角を丸くする 140">
              <a:extLst>
                <a:ext uri="{FF2B5EF4-FFF2-40B4-BE49-F238E27FC236}">
                  <a16:creationId xmlns:a16="http://schemas.microsoft.com/office/drawing/2014/main" id="{E801CF1D-25B7-939E-57A7-05DFE9FF77F6}"/>
                </a:ext>
              </a:extLst>
            </p:cNvPr>
            <p:cNvSpPr/>
            <p:nvPr/>
          </p:nvSpPr>
          <p:spPr>
            <a:xfrm>
              <a:off x="589250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2" name="四角形: 角を丸くする 141">
              <a:extLst>
                <a:ext uri="{FF2B5EF4-FFF2-40B4-BE49-F238E27FC236}">
                  <a16:creationId xmlns:a16="http://schemas.microsoft.com/office/drawing/2014/main" id="{BCFE177C-C6F6-89C2-974D-27CDEC534FA1}"/>
                </a:ext>
              </a:extLst>
            </p:cNvPr>
            <p:cNvSpPr/>
            <p:nvPr/>
          </p:nvSpPr>
          <p:spPr>
            <a:xfrm>
              <a:off x="8892954"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3" name="四角形: 角を丸くする 142">
              <a:extLst>
                <a:ext uri="{FF2B5EF4-FFF2-40B4-BE49-F238E27FC236}">
                  <a16:creationId xmlns:a16="http://schemas.microsoft.com/office/drawing/2014/main" id="{AC761580-1421-2F6E-B338-3CCA46F5EEBF}"/>
                </a:ext>
              </a:extLst>
            </p:cNvPr>
            <p:cNvSpPr/>
            <p:nvPr/>
          </p:nvSpPr>
          <p:spPr>
            <a:xfrm>
              <a:off x="8892954" y="42997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grpSp>
      <p:sp>
        <p:nvSpPr>
          <p:cNvPr id="7" name="四角形: 角を丸くする 6">
            <a:extLst>
              <a:ext uri="{FF2B5EF4-FFF2-40B4-BE49-F238E27FC236}">
                <a16:creationId xmlns:a16="http://schemas.microsoft.com/office/drawing/2014/main" id="{44A8C9A5-83BF-FD69-96D4-1C9EB093854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C4407DD7-7932-84AF-9B96-39008F803D64}"/>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1291740E-5F05-4748-6C50-D6A727C524DB}"/>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A9CC1D3C-9FFB-F7C3-0E40-3C8B40028654}"/>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041F60B9-DFB7-3510-B2CB-A9BAD75A0C98}"/>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6B5349E6-58E8-2B44-ED7C-A16A0D85C270}"/>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8" name="四角形: 角を丸くする 17">
            <a:extLst>
              <a:ext uri="{FF2B5EF4-FFF2-40B4-BE49-F238E27FC236}">
                <a16:creationId xmlns:a16="http://schemas.microsoft.com/office/drawing/2014/main" id="{5FC2A2C2-CAE7-E505-3973-F417254A4EF1}"/>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 name="四角形: 角を丸くする 18">
            <a:extLst>
              <a:ext uri="{FF2B5EF4-FFF2-40B4-BE49-F238E27FC236}">
                <a16:creationId xmlns:a16="http://schemas.microsoft.com/office/drawing/2014/main" id="{D151635A-6385-FD43-85EB-93ADA0878131}"/>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 name="四角形: 角を丸くする 20">
            <a:extLst>
              <a:ext uri="{FF2B5EF4-FFF2-40B4-BE49-F238E27FC236}">
                <a16:creationId xmlns:a16="http://schemas.microsoft.com/office/drawing/2014/main" id="{B1D8B117-D8C2-3BA9-5643-517CDEDD8D41}"/>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2" name="四角形: 角を丸くする 21">
            <a:extLst>
              <a:ext uri="{FF2B5EF4-FFF2-40B4-BE49-F238E27FC236}">
                <a16:creationId xmlns:a16="http://schemas.microsoft.com/office/drawing/2014/main" id="{53919AEF-E517-DC8B-F351-8F8E4F75E347}"/>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3" name="四角形: 角を丸くする 22">
            <a:extLst>
              <a:ext uri="{FF2B5EF4-FFF2-40B4-BE49-F238E27FC236}">
                <a16:creationId xmlns:a16="http://schemas.microsoft.com/office/drawing/2014/main" id="{DB8E2685-C8A0-EC92-9B3C-03C0C7FF11FA}"/>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4" name="四角形: 角を丸くする 23">
            <a:extLst>
              <a:ext uri="{FF2B5EF4-FFF2-40B4-BE49-F238E27FC236}">
                <a16:creationId xmlns:a16="http://schemas.microsoft.com/office/drawing/2014/main" id="{C25D904F-D9F4-5A2E-6D6D-AA09366FDA9E}"/>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5" name="四角形: 角を丸くする 24">
            <a:extLst>
              <a:ext uri="{FF2B5EF4-FFF2-40B4-BE49-F238E27FC236}">
                <a16:creationId xmlns:a16="http://schemas.microsoft.com/office/drawing/2014/main" id="{1350D172-7F0B-1AD8-BB51-EBE1F5229FCE}"/>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6" name="四角形: 角を丸くする 25">
            <a:extLst>
              <a:ext uri="{FF2B5EF4-FFF2-40B4-BE49-F238E27FC236}">
                <a16:creationId xmlns:a16="http://schemas.microsoft.com/office/drawing/2014/main" id="{5BE80A1E-1E38-026E-D117-86390B5E5D0D}"/>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7" name="四角形: 角を丸くする 26">
            <a:extLst>
              <a:ext uri="{FF2B5EF4-FFF2-40B4-BE49-F238E27FC236}">
                <a16:creationId xmlns:a16="http://schemas.microsoft.com/office/drawing/2014/main" id="{00FE147C-2FCB-4603-3BCB-5094A0816D99}"/>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8" name="四角形: 角を丸くする 27">
            <a:extLst>
              <a:ext uri="{FF2B5EF4-FFF2-40B4-BE49-F238E27FC236}">
                <a16:creationId xmlns:a16="http://schemas.microsoft.com/office/drawing/2014/main" id="{184CC366-F12E-361E-E6A5-7BA20302F7C2}"/>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30" name="四角形: 角を丸くする 29">
            <a:extLst>
              <a:ext uri="{FF2B5EF4-FFF2-40B4-BE49-F238E27FC236}">
                <a16:creationId xmlns:a16="http://schemas.microsoft.com/office/drawing/2014/main" id="{599E961C-C98B-7A69-A3EF-F1322F743327}"/>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067EC33D-F10B-A91F-E603-D57F72824BED}"/>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84EE2BF1-6956-0E1E-F715-0385B5B2B844}"/>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33" name="四角形: 角を丸くする 32">
            <a:extLst>
              <a:ext uri="{FF2B5EF4-FFF2-40B4-BE49-F238E27FC236}">
                <a16:creationId xmlns:a16="http://schemas.microsoft.com/office/drawing/2014/main" id="{A4536E1E-DF07-5BC1-1A77-CD9A26AA41B4}"/>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34" name="四角形: 角を丸くする 33">
            <a:extLst>
              <a:ext uri="{FF2B5EF4-FFF2-40B4-BE49-F238E27FC236}">
                <a16:creationId xmlns:a16="http://schemas.microsoft.com/office/drawing/2014/main" id="{065832FE-AA00-EA26-C9AA-B27980CA533D}"/>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3FB317D5-F5CD-B792-00C4-691CF51ED365}"/>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36" name="四角形: 角を丸くする 35">
            <a:extLst>
              <a:ext uri="{FF2B5EF4-FFF2-40B4-BE49-F238E27FC236}">
                <a16:creationId xmlns:a16="http://schemas.microsoft.com/office/drawing/2014/main" id="{690A6DDA-C1A6-BA41-D0B2-F3C9C4D24990}"/>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37" name="四角形: 角を丸くする 36">
            <a:extLst>
              <a:ext uri="{FF2B5EF4-FFF2-40B4-BE49-F238E27FC236}">
                <a16:creationId xmlns:a16="http://schemas.microsoft.com/office/drawing/2014/main" id="{A43C46A5-356E-AF32-875F-8456CF9A6DFA}"/>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38" name="四角形: 角を丸くする 37">
            <a:extLst>
              <a:ext uri="{FF2B5EF4-FFF2-40B4-BE49-F238E27FC236}">
                <a16:creationId xmlns:a16="http://schemas.microsoft.com/office/drawing/2014/main" id="{947BD266-C884-2FD6-B195-21BBDE266644}"/>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9" name="四角形: 角を丸くする 38">
            <a:extLst>
              <a:ext uri="{FF2B5EF4-FFF2-40B4-BE49-F238E27FC236}">
                <a16:creationId xmlns:a16="http://schemas.microsoft.com/office/drawing/2014/main" id="{BDB3DA75-FEF0-FE1D-E24F-CE08D44B66A7}"/>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40" name="四角形: 角を丸くする 39">
            <a:extLst>
              <a:ext uri="{FF2B5EF4-FFF2-40B4-BE49-F238E27FC236}">
                <a16:creationId xmlns:a16="http://schemas.microsoft.com/office/drawing/2014/main" id="{93F1C408-644A-1C6F-DA25-239BDA728255}"/>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42" name="四角形: 角を丸くする 41">
            <a:extLst>
              <a:ext uri="{FF2B5EF4-FFF2-40B4-BE49-F238E27FC236}">
                <a16:creationId xmlns:a16="http://schemas.microsoft.com/office/drawing/2014/main" id="{D2EF1E6A-C56F-E0C5-CFC1-D8F882717916}"/>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3" name="四角形: 角を丸くする 42">
            <a:extLst>
              <a:ext uri="{FF2B5EF4-FFF2-40B4-BE49-F238E27FC236}">
                <a16:creationId xmlns:a16="http://schemas.microsoft.com/office/drawing/2014/main" id="{CE5ED741-8D4A-4475-F03A-A64442A6409B}"/>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45" name="四角形: 角を丸くする 44">
            <a:extLst>
              <a:ext uri="{FF2B5EF4-FFF2-40B4-BE49-F238E27FC236}">
                <a16:creationId xmlns:a16="http://schemas.microsoft.com/office/drawing/2014/main" id="{5D122F64-3084-7137-923C-5AE2279E74C0}"/>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6" name="四角形: 角を丸くする 45">
            <a:extLst>
              <a:ext uri="{FF2B5EF4-FFF2-40B4-BE49-F238E27FC236}">
                <a16:creationId xmlns:a16="http://schemas.microsoft.com/office/drawing/2014/main" id="{AAAED42E-6879-F484-2E4C-1BF2770949CE}"/>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7" name="四角形: 角を丸くする 46">
            <a:extLst>
              <a:ext uri="{FF2B5EF4-FFF2-40B4-BE49-F238E27FC236}">
                <a16:creationId xmlns:a16="http://schemas.microsoft.com/office/drawing/2014/main" id="{340877AE-9EF1-C167-72F8-C68CA0792AE6}"/>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8" name="四角形: 角を丸くする 47">
            <a:extLst>
              <a:ext uri="{FF2B5EF4-FFF2-40B4-BE49-F238E27FC236}">
                <a16:creationId xmlns:a16="http://schemas.microsoft.com/office/drawing/2014/main" id="{75841689-E123-0BE1-4FE4-7FA385EDEA60}"/>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9" name="四角形: 角を丸くする 48">
            <a:extLst>
              <a:ext uri="{FF2B5EF4-FFF2-40B4-BE49-F238E27FC236}">
                <a16:creationId xmlns:a16="http://schemas.microsoft.com/office/drawing/2014/main" id="{9CD6923E-BD4F-A945-66EE-398920ABE694}"/>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50" name="四角形: 角を丸くする 49">
            <a:extLst>
              <a:ext uri="{FF2B5EF4-FFF2-40B4-BE49-F238E27FC236}">
                <a16:creationId xmlns:a16="http://schemas.microsoft.com/office/drawing/2014/main" id="{AA1088CA-797C-9502-CA19-07ACA3632ED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51" name="四角形: 角を丸くする 50">
            <a:extLst>
              <a:ext uri="{FF2B5EF4-FFF2-40B4-BE49-F238E27FC236}">
                <a16:creationId xmlns:a16="http://schemas.microsoft.com/office/drawing/2014/main" id="{CD5CFA18-D931-B4E0-4BC8-7352429836C5}"/>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2" name="四角形: 角を丸くする 51">
            <a:extLst>
              <a:ext uri="{FF2B5EF4-FFF2-40B4-BE49-F238E27FC236}">
                <a16:creationId xmlns:a16="http://schemas.microsoft.com/office/drawing/2014/main" id="{1D41FEDB-8F99-5913-DF90-A5B8733414CF}"/>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54" name="四角形: 角を丸くする 53">
            <a:extLst>
              <a:ext uri="{FF2B5EF4-FFF2-40B4-BE49-F238E27FC236}">
                <a16:creationId xmlns:a16="http://schemas.microsoft.com/office/drawing/2014/main" id="{185AF5CA-6864-B668-0B4E-581551E05FD8}"/>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5" name="四角形: 角を丸くする 54">
            <a:extLst>
              <a:ext uri="{FF2B5EF4-FFF2-40B4-BE49-F238E27FC236}">
                <a16:creationId xmlns:a16="http://schemas.microsoft.com/office/drawing/2014/main" id="{1ED7CEA9-80DC-4891-2D36-926ACC3994E5}"/>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56" name="四角形: 角を丸くする 55">
            <a:extLst>
              <a:ext uri="{FF2B5EF4-FFF2-40B4-BE49-F238E27FC236}">
                <a16:creationId xmlns:a16="http://schemas.microsoft.com/office/drawing/2014/main" id="{473E603A-1E01-AA0D-E084-F2567A409840}"/>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57" name="正方形/長方形 56">
            <a:extLst>
              <a:ext uri="{FF2B5EF4-FFF2-40B4-BE49-F238E27FC236}">
                <a16:creationId xmlns:a16="http://schemas.microsoft.com/office/drawing/2014/main" id="{33B173D8-9D73-9E4A-100E-54B051AC5AF2}"/>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4DAABBF2-A5FC-DB42-48E6-4CE914BEAC23}"/>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E19DCE29-276E-3CC2-78B9-909C560A6251}"/>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60" name="四角形: 角を丸くする 59">
            <a:extLst>
              <a:ext uri="{FF2B5EF4-FFF2-40B4-BE49-F238E27FC236}">
                <a16:creationId xmlns:a16="http://schemas.microsoft.com/office/drawing/2014/main" id="{1CF16E04-89C3-ED4D-2CB6-E4E7CE8FA2DB}"/>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BF4A2CC3-E13C-0A95-4BBC-B2526E1E91A3}"/>
              </a:ext>
            </a:extLst>
          </p:cNvPr>
          <p:cNvSpPr/>
          <p:nvPr/>
        </p:nvSpPr>
        <p:spPr>
          <a:xfrm rot="19449610">
            <a:off x="-248166" y="69880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2B2C076-307F-7E8D-44BA-3F7C6CF7A76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7577E4EE-C1E5-5D1E-5350-D286D6D18445}"/>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テキスト ボックス 4">
            <a:extLst>
              <a:ext uri="{FF2B5EF4-FFF2-40B4-BE49-F238E27FC236}">
                <a16:creationId xmlns:a16="http://schemas.microsoft.com/office/drawing/2014/main" id="{0F335580-5BB1-B7A0-8B7C-B40E8B14AFEB}"/>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6" name="テキスト ボックス 5">
            <a:extLst>
              <a:ext uri="{FF2B5EF4-FFF2-40B4-BE49-F238E27FC236}">
                <a16:creationId xmlns:a16="http://schemas.microsoft.com/office/drawing/2014/main" id="{3831FD61-9C45-042F-CD1E-DA669E26BFC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四角形: 角を丸くする 2">
            <a:extLst>
              <a:ext uri="{FF2B5EF4-FFF2-40B4-BE49-F238E27FC236}">
                <a16:creationId xmlns:a16="http://schemas.microsoft.com/office/drawing/2014/main" id="{ADB113B4-BA5E-260B-9E54-DB1700AAB7D3}"/>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97818488-5438-03D6-64A7-63F9C5CF646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C53C8273-E386-997E-9A83-9368D747FD09}"/>
              </a:ext>
            </a:extLst>
          </p:cNvPr>
          <p:cNvSpPr/>
          <p:nvPr/>
        </p:nvSpPr>
        <p:spPr>
          <a:xfrm>
            <a:off x="0" y="-366248"/>
            <a:ext cx="12192000" cy="1124789"/>
          </a:xfrm>
          <a:prstGeom prst="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四角形: 角を丸くする 60">
            <a:extLst>
              <a:ext uri="{FF2B5EF4-FFF2-40B4-BE49-F238E27FC236}">
                <a16:creationId xmlns:a16="http://schemas.microsoft.com/office/drawing/2014/main" id="{C056229B-6909-E3B9-2ED9-30A9F25903EE}"/>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20" name="テキスト ボックス 19">
            <a:extLst>
              <a:ext uri="{FF2B5EF4-FFF2-40B4-BE49-F238E27FC236}">
                <a16:creationId xmlns:a16="http://schemas.microsoft.com/office/drawing/2014/main" id="{E9C51C6E-63FB-957B-28B4-45E9B7A54BE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08955655"/>
      </p:ext>
    </p:extLst>
  </p:cSld>
  <p:clrMapOvr>
    <a:masterClrMapping/>
  </p:clrMapOvr>
  <mc:AlternateContent xmlns:mc="http://schemas.openxmlformats.org/markup-compatibility/2006" xmlns:p159="http://schemas.microsoft.com/office/powerpoint/2015/09/main">
    <mc:Choice Requires="p159">
      <p:transition advClick="0" advTm="1000">
        <p159:morph option="byObject"/>
      </p:transition>
    </mc:Choice>
    <mc:Fallback xmlns="">
      <p:transition advClick="0" advTm="1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B5727-4E96-F06B-1262-E76FD4FA8B67}"/>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8E76E7D-83C1-A7B1-C0D4-91FE826F594D}"/>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4" name="グループ化 143">
            <a:extLst>
              <a:ext uri="{FF2B5EF4-FFF2-40B4-BE49-F238E27FC236}">
                <a16:creationId xmlns:a16="http://schemas.microsoft.com/office/drawing/2014/main" id="{460872F9-F378-6F64-8087-86AF61416A6B}"/>
              </a:ext>
            </a:extLst>
          </p:cNvPr>
          <p:cNvGrpSpPr/>
          <p:nvPr/>
        </p:nvGrpSpPr>
        <p:grpSpPr>
          <a:xfrm>
            <a:off x="432608" y="3785188"/>
            <a:ext cx="11347184" cy="5568592"/>
            <a:chOff x="588335" y="2268277"/>
            <a:chExt cx="11347184" cy="5568592"/>
          </a:xfrm>
        </p:grpSpPr>
        <p:sp>
          <p:nvSpPr>
            <p:cNvPr id="145" name="四角形: 角を丸くする 144">
              <a:extLst>
                <a:ext uri="{FF2B5EF4-FFF2-40B4-BE49-F238E27FC236}">
                  <a16:creationId xmlns:a16="http://schemas.microsoft.com/office/drawing/2014/main" id="{2CF8A64C-22D6-AB68-1F1F-795A26851AF1}"/>
                </a:ext>
              </a:extLst>
            </p:cNvPr>
            <p:cNvSpPr/>
            <p:nvPr/>
          </p:nvSpPr>
          <p:spPr>
            <a:xfrm>
              <a:off x="593348"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46" name="四角形: 角を丸くする 145">
              <a:extLst>
                <a:ext uri="{FF2B5EF4-FFF2-40B4-BE49-F238E27FC236}">
                  <a16:creationId xmlns:a16="http://schemas.microsoft.com/office/drawing/2014/main" id="{497502A0-CEDF-F2D9-D098-FDBC9B446289}"/>
                </a:ext>
              </a:extLst>
            </p:cNvPr>
            <p:cNvSpPr/>
            <p:nvPr/>
          </p:nvSpPr>
          <p:spPr>
            <a:xfrm>
              <a:off x="67683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7" name="四角形: 角を丸くする 146">
              <a:extLst>
                <a:ext uri="{FF2B5EF4-FFF2-40B4-BE49-F238E27FC236}">
                  <a16:creationId xmlns:a16="http://schemas.microsoft.com/office/drawing/2014/main" id="{68876328-CE13-C50A-0796-A8A927DFA388}"/>
                </a:ext>
              </a:extLst>
            </p:cNvPr>
            <p:cNvSpPr/>
            <p:nvPr/>
          </p:nvSpPr>
          <p:spPr>
            <a:xfrm>
              <a:off x="1319710"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48" name="四角形: 角を丸くする 147">
              <a:extLst>
                <a:ext uri="{FF2B5EF4-FFF2-40B4-BE49-F238E27FC236}">
                  <a16:creationId xmlns:a16="http://schemas.microsoft.com/office/drawing/2014/main" id="{E69DC80D-4714-CA92-F7C6-0080BAD6C6F8}"/>
                </a:ext>
              </a:extLst>
            </p:cNvPr>
            <p:cNvSpPr/>
            <p:nvPr/>
          </p:nvSpPr>
          <p:spPr>
            <a:xfrm>
              <a:off x="2887460" y="22682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49" name="四角形: 角を丸くする 148">
              <a:extLst>
                <a:ext uri="{FF2B5EF4-FFF2-40B4-BE49-F238E27FC236}">
                  <a16:creationId xmlns:a16="http://schemas.microsoft.com/office/drawing/2014/main" id="{E054F46E-4F1A-F910-5E12-88BA40523E1B}"/>
                </a:ext>
              </a:extLst>
            </p:cNvPr>
            <p:cNvSpPr/>
            <p:nvPr/>
          </p:nvSpPr>
          <p:spPr>
            <a:xfrm>
              <a:off x="296748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50" name="四角形: 角を丸くする 149">
              <a:extLst>
                <a:ext uri="{FF2B5EF4-FFF2-40B4-BE49-F238E27FC236}">
                  <a16:creationId xmlns:a16="http://schemas.microsoft.com/office/drawing/2014/main" id="{556B5C28-9AA8-F5D5-AC18-1597F60DCB31}"/>
                </a:ext>
              </a:extLst>
            </p:cNvPr>
            <p:cNvSpPr/>
            <p:nvPr/>
          </p:nvSpPr>
          <p:spPr>
            <a:xfrm>
              <a:off x="360823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51" name="四角形: 角を丸くする 150">
              <a:extLst>
                <a:ext uri="{FF2B5EF4-FFF2-40B4-BE49-F238E27FC236}">
                  <a16:creationId xmlns:a16="http://schemas.microsoft.com/office/drawing/2014/main" id="{F7BD365B-91C0-160A-C505-C65C42FAD42D}"/>
                </a:ext>
              </a:extLst>
            </p:cNvPr>
            <p:cNvSpPr/>
            <p:nvPr/>
          </p:nvSpPr>
          <p:spPr>
            <a:xfrm>
              <a:off x="5181571" y="22682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52" name="四角形: 角を丸くする 151">
              <a:extLst>
                <a:ext uri="{FF2B5EF4-FFF2-40B4-BE49-F238E27FC236}">
                  <a16:creationId xmlns:a16="http://schemas.microsoft.com/office/drawing/2014/main" id="{6F79E5A0-619D-73ED-3963-F49601988620}"/>
                </a:ext>
              </a:extLst>
            </p:cNvPr>
            <p:cNvSpPr/>
            <p:nvPr/>
          </p:nvSpPr>
          <p:spPr>
            <a:xfrm>
              <a:off x="5258191"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53" name="四角形: 角を丸くする 152">
              <a:extLst>
                <a:ext uri="{FF2B5EF4-FFF2-40B4-BE49-F238E27FC236}">
                  <a16:creationId xmlns:a16="http://schemas.microsoft.com/office/drawing/2014/main" id="{E3DCDD55-64EF-8FE4-9A3C-315AA5A0B956}"/>
                </a:ext>
              </a:extLst>
            </p:cNvPr>
            <p:cNvSpPr/>
            <p:nvPr/>
          </p:nvSpPr>
          <p:spPr>
            <a:xfrm>
              <a:off x="7535205"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54" name="四角形: 角を丸くする 153">
              <a:extLst>
                <a:ext uri="{FF2B5EF4-FFF2-40B4-BE49-F238E27FC236}">
                  <a16:creationId xmlns:a16="http://schemas.microsoft.com/office/drawing/2014/main" id="{41E80527-1FAC-5EC5-911E-1FC04295BA1A}"/>
                </a:ext>
              </a:extLst>
            </p:cNvPr>
            <p:cNvSpPr/>
            <p:nvPr/>
          </p:nvSpPr>
          <p:spPr>
            <a:xfrm>
              <a:off x="7620279"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55" name="四角形: 角を丸くする 154">
              <a:extLst>
                <a:ext uri="{FF2B5EF4-FFF2-40B4-BE49-F238E27FC236}">
                  <a16:creationId xmlns:a16="http://schemas.microsoft.com/office/drawing/2014/main" id="{D1C58B52-8EEF-4BE2-976E-EEB91252B43C}"/>
                </a:ext>
              </a:extLst>
            </p:cNvPr>
            <p:cNvSpPr/>
            <p:nvPr/>
          </p:nvSpPr>
          <p:spPr>
            <a:xfrm>
              <a:off x="826329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56" name="四角形: 角を丸くする 155">
              <a:extLst>
                <a:ext uri="{FF2B5EF4-FFF2-40B4-BE49-F238E27FC236}">
                  <a16:creationId xmlns:a16="http://schemas.microsoft.com/office/drawing/2014/main" id="{7FF7582A-2E24-CE59-9C67-776C493AA639}"/>
                </a:ext>
              </a:extLst>
            </p:cNvPr>
            <p:cNvSpPr/>
            <p:nvPr/>
          </p:nvSpPr>
          <p:spPr>
            <a:xfrm>
              <a:off x="9871733"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57" name="四角形: 角を丸くする 156">
              <a:extLst>
                <a:ext uri="{FF2B5EF4-FFF2-40B4-BE49-F238E27FC236}">
                  <a16:creationId xmlns:a16="http://schemas.microsoft.com/office/drawing/2014/main" id="{0FF2FB86-E3B5-D941-7D98-993E29CF7678}"/>
                </a:ext>
              </a:extLst>
            </p:cNvPr>
            <p:cNvSpPr/>
            <p:nvPr/>
          </p:nvSpPr>
          <p:spPr>
            <a:xfrm>
              <a:off x="995204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58" name="四角形: 角を丸くする 157">
              <a:extLst>
                <a:ext uri="{FF2B5EF4-FFF2-40B4-BE49-F238E27FC236}">
                  <a16:creationId xmlns:a16="http://schemas.microsoft.com/office/drawing/2014/main" id="{4CC10F49-6B04-ECA9-80E3-83051A90E9CC}"/>
                </a:ext>
              </a:extLst>
            </p:cNvPr>
            <p:cNvSpPr/>
            <p:nvPr/>
          </p:nvSpPr>
          <p:spPr>
            <a:xfrm>
              <a:off x="10595071"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59" name="四角形: 角を丸くする 158">
              <a:extLst>
                <a:ext uri="{FF2B5EF4-FFF2-40B4-BE49-F238E27FC236}">
                  <a16:creationId xmlns:a16="http://schemas.microsoft.com/office/drawing/2014/main" id="{3AFE4417-F050-0983-32D5-2EA67B6D7D31}"/>
                </a:ext>
              </a:extLst>
            </p:cNvPr>
            <p:cNvSpPr/>
            <p:nvPr/>
          </p:nvSpPr>
          <p:spPr>
            <a:xfrm>
              <a:off x="588335"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60" name="四角形: 角を丸くする 159">
              <a:extLst>
                <a:ext uri="{FF2B5EF4-FFF2-40B4-BE49-F238E27FC236}">
                  <a16:creationId xmlns:a16="http://schemas.microsoft.com/office/drawing/2014/main" id="{81D64052-A700-0942-2431-158B0E3B0DD4}"/>
                </a:ext>
              </a:extLst>
            </p:cNvPr>
            <p:cNvSpPr/>
            <p:nvPr/>
          </p:nvSpPr>
          <p:spPr>
            <a:xfrm>
              <a:off x="67182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61" name="四角形: 角を丸くする 160">
              <a:extLst>
                <a:ext uri="{FF2B5EF4-FFF2-40B4-BE49-F238E27FC236}">
                  <a16:creationId xmlns:a16="http://schemas.microsoft.com/office/drawing/2014/main" id="{1BDE6AE8-A1DB-CC1E-FB31-C29023C7E977}"/>
                </a:ext>
              </a:extLst>
            </p:cNvPr>
            <p:cNvSpPr/>
            <p:nvPr/>
          </p:nvSpPr>
          <p:spPr>
            <a:xfrm>
              <a:off x="2882447" y="41696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62" name="四角形: 角を丸くする 161">
              <a:extLst>
                <a:ext uri="{FF2B5EF4-FFF2-40B4-BE49-F238E27FC236}">
                  <a16:creationId xmlns:a16="http://schemas.microsoft.com/office/drawing/2014/main" id="{CD0665AC-326A-B657-15BA-4C956B0DB7FC}"/>
                </a:ext>
              </a:extLst>
            </p:cNvPr>
            <p:cNvSpPr/>
            <p:nvPr/>
          </p:nvSpPr>
          <p:spPr>
            <a:xfrm>
              <a:off x="2962473"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63" name="四角形: 角を丸くする 162">
              <a:extLst>
                <a:ext uri="{FF2B5EF4-FFF2-40B4-BE49-F238E27FC236}">
                  <a16:creationId xmlns:a16="http://schemas.microsoft.com/office/drawing/2014/main" id="{1DFA387D-3D79-BB8F-2874-E6472718D6FB}"/>
                </a:ext>
              </a:extLst>
            </p:cNvPr>
            <p:cNvSpPr/>
            <p:nvPr/>
          </p:nvSpPr>
          <p:spPr>
            <a:xfrm>
              <a:off x="360322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64" name="四角形: 角を丸くする 163">
              <a:extLst>
                <a:ext uri="{FF2B5EF4-FFF2-40B4-BE49-F238E27FC236}">
                  <a16:creationId xmlns:a16="http://schemas.microsoft.com/office/drawing/2014/main" id="{B85AD6A8-2671-E9D3-F541-F3EEF011FBDB}"/>
                </a:ext>
              </a:extLst>
            </p:cNvPr>
            <p:cNvSpPr/>
            <p:nvPr/>
          </p:nvSpPr>
          <p:spPr>
            <a:xfrm>
              <a:off x="5176558" y="41696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65" name="四角形: 角を丸くする 164">
              <a:extLst>
                <a:ext uri="{FF2B5EF4-FFF2-40B4-BE49-F238E27FC236}">
                  <a16:creationId xmlns:a16="http://schemas.microsoft.com/office/drawing/2014/main" id="{886FBFC4-F5B2-2F34-1758-E1087C9DB855}"/>
                </a:ext>
              </a:extLst>
            </p:cNvPr>
            <p:cNvSpPr/>
            <p:nvPr/>
          </p:nvSpPr>
          <p:spPr>
            <a:xfrm>
              <a:off x="5253178"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66" name="四角形: 角を丸くする 165">
              <a:extLst>
                <a:ext uri="{FF2B5EF4-FFF2-40B4-BE49-F238E27FC236}">
                  <a16:creationId xmlns:a16="http://schemas.microsoft.com/office/drawing/2014/main" id="{08C29B3C-2F4B-4D43-BEE4-658B453063B3}"/>
                </a:ext>
              </a:extLst>
            </p:cNvPr>
            <p:cNvSpPr/>
            <p:nvPr/>
          </p:nvSpPr>
          <p:spPr>
            <a:xfrm>
              <a:off x="589250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67" name="四角形: 角を丸くする 166">
              <a:extLst>
                <a:ext uri="{FF2B5EF4-FFF2-40B4-BE49-F238E27FC236}">
                  <a16:creationId xmlns:a16="http://schemas.microsoft.com/office/drawing/2014/main" id="{2D95E1BE-4662-251F-F8A4-B38FD6D5918B}"/>
                </a:ext>
              </a:extLst>
            </p:cNvPr>
            <p:cNvSpPr/>
            <p:nvPr/>
          </p:nvSpPr>
          <p:spPr>
            <a:xfrm>
              <a:off x="7530192"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68" name="四角形: 角を丸くする 167">
              <a:extLst>
                <a:ext uri="{FF2B5EF4-FFF2-40B4-BE49-F238E27FC236}">
                  <a16:creationId xmlns:a16="http://schemas.microsoft.com/office/drawing/2014/main" id="{74CFD663-CEBC-2E0E-8D35-69C15A4407AE}"/>
                </a:ext>
              </a:extLst>
            </p:cNvPr>
            <p:cNvSpPr/>
            <p:nvPr/>
          </p:nvSpPr>
          <p:spPr>
            <a:xfrm>
              <a:off x="761526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69" name="四角形: 角を丸くする 168">
              <a:extLst>
                <a:ext uri="{FF2B5EF4-FFF2-40B4-BE49-F238E27FC236}">
                  <a16:creationId xmlns:a16="http://schemas.microsoft.com/office/drawing/2014/main" id="{E90A74B0-61EB-A559-4BCC-A9C8CA3CEAC8}"/>
                </a:ext>
              </a:extLst>
            </p:cNvPr>
            <p:cNvSpPr/>
            <p:nvPr/>
          </p:nvSpPr>
          <p:spPr>
            <a:xfrm>
              <a:off x="825828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0" name="四角形: 角を丸くする 169">
              <a:extLst>
                <a:ext uri="{FF2B5EF4-FFF2-40B4-BE49-F238E27FC236}">
                  <a16:creationId xmlns:a16="http://schemas.microsoft.com/office/drawing/2014/main" id="{21AC117B-E0A6-9708-50B8-373765069085}"/>
                </a:ext>
              </a:extLst>
            </p:cNvPr>
            <p:cNvSpPr/>
            <p:nvPr/>
          </p:nvSpPr>
          <p:spPr>
            <a:xfrm>
              <a:off x="9866720"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71" name="四角形: 角を丸くする 170">
              <a:extLst>
                <a:ext uri="{FF2B5EF4-FFF2-40B4-BE49-F238E27FC236}">
                  <a16:creationId xmlns:a16="http://schemas.microsoft.com/office/drawing/2014/main" id="{9E6F3761-F06F-6194-9CE1-878270D703A1}"/>
                </a:ext>
              </a:extLst>
            </p:cNvPr>
            <p:cNvSpPr/>
            <p:nvPr/>
          </p:nvSpPr>
          <p:spPr>
            <a:xfrm>
              <a:off x="994703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72" name="四角形: 角を丸くする 171">
              <a:extLst>
                <a:ext uri="{FF2B5EF4-FFF2-40B4-BE49-F238E27FC236}">
                  <a16:creationId xmlns:a16="http://schemas.microsoft.com/office/drawing/2014/main" id="{5A775ED4-4F35-7D23-90B3-CAC4F00A3B2C}"/>
                </a:ext>
              </a:extLst>
            </p:cNvPr>
            <p:cNvSpPr/>
            <p:nvPr/>
          </p:nvSpPr>
          <p:spPr>
            <a:xfrm>
              <a:off x="588335"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3" name="四角形: 角を丸くする 172">
              <a:extLst>
                <a:ext uri="{FF2B5EF4-FFF2-40B4-BE49-F238E27FC236}">
                  <a16:creationId xmlns:a16="http://schemas.microsoft.com/office/drawing/2014/main" id="{993AC8F7-DC88-B133-D6E5-65DC7AF4AEA9}"/>
                </a:ext>
              </a:extLst>
            </p:cNvPr>
            <p:cNvSpPr/>
            <p:nvPr/>
          </p:nvSpPr>
          <p:spPr>
            <a:xfrm>
              <a:off x="671822"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74" name="四角形: 角を丸くする 173">
              <a:extLst>
                <a:ext uri="{FF2B5EF4-FFF2-40B4-BE49-F238E27FC236}">
                  <a16:creationId xmlns:a16="http://schemas.microsoft.com/office/drawing/2014/main" id="{5FADC603-BF08-18BE-4A6C-437FAA94F58E}"/>
                </a:ext>
              </a:extLst>
            </p:cNvPr>
            <p:cNvSpPr/>
            <p:nvPr/>
          </p:nvSpPr>
          <p:spPr>
            <a:xfrm>
              <a:off x="2882447" y="60612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5" name="四角形: 角を丸くする 174">
              <a:extLst>
                <a:ext uri="{FF2B5EF4-FFF2-40B4-BE49-F238E27FC236}">
                  <a16:creationId xmlns:a16="http://schemas.microsoft.com/office/drawing/2014/main" id="{C52522D4-F75B-4CE8-2A91-6FFEECA1DFA0}"/>
                </a:ext>
              </a:extLst>
            </p:cNvPr>
            <p:cNvSpPr/>
            <p:nvPr/>
          </p:nvSpPr>
          <p:spPr>
            <a:xfrm>
              <a:off x="2962473"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6" name="四角形: 角を丸くする 175">
              <a:extLst>
                <a:ext uri="{FF2B5EF4-FFF2-40B4-BE49-F238E27FC236}">
                  <a16:creationId xmlns:a16="http://schemas.microsoft.com/office/drawing/2014/main" id="{6640ED8B-995C-3C83-738D-25C3F1D99A3D}"/>
                </a:ext>
              </a:extLst>
            </p:cNvPr>
            <p:cNvSpPr/>
            <p:nvPr/>
          </p:nvSpPr>
          <p:spPr>
            <a:xfrm>
              <a:off x="360322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7" name="四角形: 角を丸くする 176">
              <a:extLst>
                <a:ext uri="{FF2B5EF4-FFF2-40B4-BE49-F238E27FC236}">
                  <a16:creationId xmlns:a16="http://schemas.microsoft.com/office/drawing/2014/main" id="{F52F6CBA-409F-E77D-4A93-644EE37F9C0A}"/>
                </a:ext>
              </a:extLst>
            </p:cNvPr>
            <p:cNvSpPr/>
            <p:nvPr/>
          </p:nvSpPr>
          <p:spPr>
            <a:xfrm>
              <a:off x="5176558" y="60612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8" name="四角形: 角を丸くする 177">
              <a:extLst>
                <a:ext uri="{FF2B5EF4-FFF2-40B4-BE49-F238E27FC236}">
                  <a16:creationId xmlns:a16="http://schemas.microsoft.com/office/drawing/2014/main" id="{D4DE0189-885C-DC13-DA9E-74A9EF891C7C}"/>
                </a:ext>
              </a:extLst>
            </p:cNvPr>
            <p:cNvSpPr/>
            <p:nvPr/>
          </p:nvSpPr>
          <p:spPr>
            <a:xfrm>
              <a:off x="5253178"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79" name="四角形: 角を丸くする 178">
              <a:extLst>
                <a:ext uri="{FF2B5EF4-FFF2-40B4-BE49-F238E27FC236}">
                  <a16:creationId xmlns:a16="http://schemas.microsoft.com/office/drawing/2014/main" id="{34F2879E-6DE0-386E-FCDD-BFC7DECD3CBA}"/>
                </a:ext>
              </a:extLst>
            </p:cNvPr>
            <p:cNvSpPr/>
            <p:nvPr/>
          </p:nvSpPr>
          <p:spPr>
            <a:xfrm>
              <a:off x="589250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80" name="四角形: 角を丸くする 179">
              <a:extLst>
                <a:ext uri="{FF2B5EF4-FFF2-40B4-BE49-F238E27FC236}">
                  <a16:creationId xmlns:a16="http://schemas.microsoft.com/office/drawing/2014/main" id="{B4614459-177F-86E2-C63A-FF17A7C43AE4}"/>
                </a:ext>
              </a:extLst>
            </p:cNvPr>
            <p:cNvSpPr/>
            <p:nvPr/>
          </p:nvSpPr>
          <p:spPr>
            <a:xfrm>
              <a:off x="7530192"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1" name="四角形: 角を丸くする 180">
              <a:extLst>
                <a:ext uri="{FF2B5EF4-FFF2-40B4-BE49-F238E27FC236}">
                  <a16:creationId xmlns:a16="http://schemas.microsoft.com/office/drawing/2014/main" id="{8A022F76-3A18-2391-755F-D2EBDC74CB83}"/>
                </a:ext>
              </a:extLst>
            </p:cNvPr>
            <p:cNvSpPr/>
            <p:nvPr/>
          </p:nvSpPr>
          <p:spPr>
            <a:xfrm>
              <a:off x="761526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82" name="四角形: 角を丸くする 181">
              <a:extLst>
                <a:ext uri="{FF2B5EF4-FFF2-40B4-BE49-F238E27FC236}">
                  <a16:creationId xmlns:a16="http://schemas.microsoft.com/office/drawing/2014/main" id="{14F8D7B7-3495-3711-33A3-4B63EB56693B}"/>
                </a:ext>
              </a:extLst>
            </p:cNvPr>
            <p:cNvSpPr/>
            <p:nvPr/>
          </p:nvSpPr>
          <p:spPr>
            <a:xfrm>
              <a:off x="9866720"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3" name="四角形: 角を丸くする 182">
              <a:extLst>
                <a:ext uri="{FF2B5EF4-FFF2-40B4-BE49-F238E27FC236}">
                  <a16:creationId xmlns:a16="http://schemas.microsoft.com/office/drawing/2014/main" id="{175BA7E1-8CC6-0BA9-828E-AC177CFD9FB4}"/>
                </a:ext>
              </a:extLst>
            </p:cNvPr>
            <p:cNvSpPr/>
            <p:nvPr/>
          </p:nvSpPr>
          <p:spPr>
            <a:xfrm>
              <a:off x="994703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84" name="四角形: 角を丸くする 183">
              <a:extLst>
                <a:ext uri="{FF2B5EF4-FFF2-40B4-BE49-F238E27FC236}">
                  <a16:creationId xmlns:a16="http://schemas.microsoft.com/office/drawing/2014/main" id="{3CD3D4F9-9DA2-8518-36FB-E5038A9ECDA0}"/>
                </a:ext>
              </a:extLst>
            </p:cNvPr>
            <p:cNvSpPr/>
            <p:nvPr/>
          </p:nvSpPr>
          <p:spPr>
            <a:xfrm>
              <a:off x="10590058"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85" name="四角形: 角を丸くする 184">
              <a:extLst>
                <a:ext uri="{FF2B5EF4-FFF2-40B4-BE49-F238E27FC236}">
                  <a16:creationId xmlns:a16="http://schemas.microsoft.com/office/drawing/2014/main" id="{B800C575-2243-9C87-83C3-A1FCE7D23E36}"/>
                </a:ext>
              </a:extLst>
            </p:cNvPr>
            <p:cNvSpPr/>
            <p:nvPr/>
          </p:nvSpPr>
          <p:spPr>
            <a:xfrm>
              <a:off x="589250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86" name="四角形: 角を丸くする 185">
              <a:extLst>
                <a:ext uri="{FF2B5EF4-FFF2-40B4-BE49-F238E27FC236}">
                  <a16:creationId xmlns:a16="http://schemas.microsoft.com/office/drawing/2014/main" id="{FD2F8509-4284-B52F-6EA5-A7D102B17788}"/>
                </a:ext>
              </a:extLst>
            </p:cNvPr>
            <p:cNvSpPr/>
            <p:nvPr/>
          </p:nvSpPr>
          <p:spPr>
            <a:xfrm>
              <a:off x="8892954"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87" name="四角形: 角を丸くする 186">
              <a:extLst>
                <a:ext uri="{FF2B5EF4-FFF2-40B4-BE49-F238E27FC236}">
                  <a16:creationId xmlns:a16="http://schemas.microsoft.com/office/drawing/2014/main" id="{B01BB570-725B-A31D-65D8-1126D5B3E5EC}"/>
                </a:ext>
              </a:extLst>
            </p:cNvPr>
            <p:cNvSpPr/>
            <p:nvPr/>
          </p:nvSpPr>
          <p:spPr>
            <a:xfrm>
              <a:off x="8892954" y="42997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grpSp>
      <p:sp>
        <p:nvSpPr>
          <p:cNvPr id="188" name="四角形: 角を丸くする 187">
            <a:extLst>
              <a:ext uri="{FF2B5EF4-FFF2-40B4-BE49-F238E27FC236}">
                <a16:creationId xmlns:a16="http://schemas.microsoft.com/office/drawing/2014/main" id="{8E9692CA-11F1-F6B5-B770-2C373A3E7825}"/>
              </a:ext>
            </a:extLst>
          </p:cNvPr>
          <p:cNvSpPr/>
          <p:nvPr/>
        </p:nvSpPr>
        <p:spPr>
          <a:xfrm>
            <a:off x="440948" y="-1884623"/>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89" name="四角形: 角を丸くする 188">
            <a:extLst>
              <a:ext uri="{FF2B5EF4-FFF2-40B4-BE49-F238E27FC236}">
                <a16:creationId xmlns:a16="http://schemas.microsoft.com/office/drawing/2014/main" id="{33097ED1-A153-6330-1FB3-CF46AEE7F5EA}"/>
              </a:ext>
            </a:extLst>
          </p:cNvPr>
          <p:cNvSpPr/>
          <p:nvPr/>
        </p:nvSpPr>
        <p:spPr>
          <a:xfrm>
            <a:off x="524435"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0" name="四角形: 角を丸くする 189">
            <a:extLst>
              <a:ext uri="{FF2B5EF4-FFF2-40B4-BE49-F238E27FC236}">
                <a16:creationId xmlns:a16="http://schemas.microsoft.com/office/drawing/2014/main" id="{6BE81943-A571-67E9-2178-F2BB586EC4F9}"/>
              </a:ext>
            </a:extLst>
          </p:cNvPr>
          <p:cNvSpPr/>
          <p:nvPr/>
        </p:nvSpPr>
        <p:spPr>
          <a:xfrm>
            <a:off x="1167310"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91" name="四角形: 角を丸くする 190">
            <a:extLst>
              <a:ext uri="{FF2B5EF4-FFF2-40B4-BE49-F238E27FC236}">
                <a16:creationId xmlns:a16="http://schemas.microsoft.com/office/drawing/2014/main" id="{2AE5CC0C-A3F1-9B61-1D4A-6896DD87DD98}"/>
              </a:ext>
            </a:extLst>
          </p:cNvPr>
          <p:cNvSpPr/>
          <p:nvPr/>
        </p:nvSpPr>
        <p:spPr>
          <a:xfrm>
            <a:off x="2735060" y="-188462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92" name="四角形: 角を丸くする 191">
            <a:extLst>
              <a:ext uri="{FF2B5EF4-FFF2-40B4-BE49-F238E27FC236}">
                <a16:creationId xmlns:a16="http://schemas.microsoft.com/office/drawing/2014/main" id="{06D635D6-8334-0D45-0E99-65DFD0017A55}"/>
              </a:ext>
            </a:extLst>
          </p:cNvPr>
          <p:cNvSpPr/>
          <p:nvPr/>
        </p:nvSpPr>
        <p:spPr>
          <a:xfrm>
            <a:off x="2815086"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3" name="四角形: 角を丸くする 192">
            <a:extLst>
              <a:ext uri="{FF2B5EF4-FFF2-40B4-BE49-F238E27FC236}">
                <a16:creationId xmlns:a16="http://schemas.microsoft.com/office/drawing/2014/main" id="{AF7D4973-7DCF-E36B-3026-6D1843EC144B}"/>
              </a:ext>
            </a:extLst>
          </p:cNvPr>
          <p:cNvSpPr/>
          <p:nvPr/>
        </p:nvSpPr>
        <p:spPr>
          <a:xfrm>
            <a:off x="3455838" y="-175885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94" name="四角形: 角を丸くする 193">
            <a:extLst>
              <a:ext uri="{FF2B5EF4-FFF2-40B4-BE49-F238E27FC236}">
                <a16:creationId xmlns:a16="http://schemas.microsoft.com/office/drawing/2014/main" id="{3FBFB573-F25D-BF44-AF40-1D42C09D227C}"/>
              </a:ext>
            </a:extLst>
          </p:cNvPr>
          <p:cNvSpPr/>
          <p:nvPr/>
        </p:nvSpPr>
        <p:spPr>
          <a:xfrm>
            <a:off x="5029171" y="-188462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5" name="四角形: 角を丸くする 194">
            <a:extLst>
              <a:ext uri="{FF2B5EF4-FFF2-40B4-BE49-F238E27FC236}">
                <a16:creationId xmlns:a16="http://schemas.microsoft.com/office/drawing/2014/main" id="{5C0C3665-5CD6-0A46-6A2B-47B14C94434B}"/>
              </a:ext>
            </a:extLst>
          </p:cNvPr>
          <p:cNvSpPr/>
          <p:nvPr/>
        </p:nvSpPr>
        <p:spPr>
          <a:xfrm>
            <a:off x="5105791"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6" name="四角形: 角を丸くする 195">
            <a:extLst>
              <a:ext uri="{FF2B5EF4-FFF2-40B4-BE49-F238E27FC236}">
                <a16:creationId xmlns:a16="http://schemas.microsoft.com/office/drawing/2014/main" id="{706CAB32-C8AB-70CD-2A0E-57E87F489C7F}"/>
              </a:ext>
            </a:extLst>
          </p:cNvPr>
          <p:cNvSpPr/>
          <p:nvPr/>
        </p:nvSpPr>
        <p:spPr>
          <a:xfrm>
            <a:off x="7382805" y="-1884623"/>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97" name="四角形: 角を丸くする 196">
            <a:extLst>
              <a:ext uri="{FF2B5EF4-FFF2-40B4-BE49-F238E27FC236}">
                <a16:creationId xmlns:a16="http://schemas.microsoft.com/office/drawing/2014/main" id="{EB7C5170-28B0-47A2-17A8-2E5F74666915}"/>
              </a:ext>
            </a:extLst>
          </p:cNvPr>
          <p:cNvSpPr/>
          <p:nvPr/>
        </p:nvSpPr>
        <p:spPr>
          <a:xfrm>
            <a:off x="7467879"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98" name="四角形: 角を丸くする 197">
            <a:extLst>
              <a:ext uri="{FF2B5EF4-FFF2-40B4-BE49-F238E27FC236}">
                <a16:creationId xmlns:a16="http://schemas.microsoft.com/office/drawing/2014/main" id="{FF8BD14B-0A7F-74D4-F027-CE20ABB22F79}"/>
              </a:ext>
            </a:extLst>
          </p:cNvPr>
          <p:cNvSpPr/>
          <p:nvPr/>
        </p:nvSpPr>
        <p:spPr>
          <a:xfrm>
            <a:off x="8110895"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99" name="四角形: 角を丸くする 198">
            <a:extLst>
              <a:ext uri="{FF2B5EF4-FFF2-40B4-BE49-F238E27FC236}">
                <a16:creationId xmlns:a16="http://schemas.microsoft.com/office/drawing/2014/main" id="{BC918BF6-138E-5A5B-B91D-424036859A33}"/>
              </a:ext>
            </a:extLst>
          </p:cNvPr>
          <p:cNvSpPr/>
          <p:nvPr/>
        </p:nvSpPr>
        <p:spPr>
          <a:xfrm>
            <a:off x="9719333" y="-1884623"/>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00" name="四角形: 角を丸くする 199">
            <a:extLst>
              <a:ext uri="{FF2B5EF4-FFF2-40B4-BE49-F238E27FC236}">
                <a16:creationId xmlns:a16="http://schemas.microsoft.com/office/drawing/2014/main" id="{4141167B-8824-7450-1658-FB7E63C119E7}"/>
              </a:ext>
            </a:extLst>
          </p:cNvPr>
          <p:cNvSpPr/>
          <p:nvPr/>
        </p:nvSpPr>
        <p:spPr>
          <a:xfrm>
            <a:off x="9799648" y="-175885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01" name="四角形: 角を丸くする 200">
            <a:extLst>
              <a:ext uri="{FF2B5EF4-FFF2-40B4-BE49-F238E27FC236}">
                <a16:creationId xmlns:a16="http://schemas.microsoft.com/office/drawing/2014/main" id="{EBEF79DB-D529-60AB-8E6E-391A3385B0AD}"/>
              </a:ext>
            </a:extLst>
          </p:cNvPr>
          <p:cNvSpPr/>
          <p:nvPr/>
        </p:nvSpPr>
        <p:spPr>
          <a:xfrm>
            <a:off x="10442671" y="-175885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02" name="四角形: 角を丸くする 201">
            <a:extLst>
              <a:ext uri="{FF2B5EF4-FFF2-40B4-BE49-F238E27FC236}">
                <a16:creationId xmlns:a16="http://schemas.microsoft.com/office/drawing/2014/main" id="{6760B1BC-ED9F-1FB4-3C4A-119BF2336CAC}"/>
              </a:ext>
            </a:extLst>
          </p:cNvPr>
          <p:cNvSpPr/>
          <p:nvPr/>
        </p:nvSpPr>
        <p:spPr>
          <a:xfrm>
            <a:off x="435935" y="167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03" name="四角形: 角を丸くする 202">
            <a:extLst>
              <a:ext uri="{FF2B5EF4-FFF2-40B4-BE49-F238E27FC236}">
                <a16:creationId xmlns:a16="http://schemas.microsoft.com/office/drawing/2014/main" id="{FCE00FFD-083F-75E3-4445-E577DAE7EA8E}"/>
              </a:ext>
            </a:extLst>
          </p:cNvPr>
          <p:cNvSpPr/>
          <p:nvPr/>
        </p:nvSpPr>
        <p:spPr>
          <a:xfrm>
            <a:off x="519422"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204" name="四角形: 角を丸くする 203">
            <a:extLst>
              <a:ext uri="{FF2B5EF4-FFF2-40B4-BE49-F238E27FC236}">
                <a16:creationId xmlns:a16="http://schemas.microsoft.com/office/drawing/2014/main" id="{07E40D21-FEAB-245D-4C88-679DC49EF58D}"/>
              </a:ext>
            </a:extLst>
          </p:cNvPr>
          <p:cNvSpPr/>
          <p:nvPr/>
        </p:nvSpPr>
        <p:spPr>
          <a:xfrm>
            <a:off x="2730047" y="167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205" name="四角形: 角を丸くする 204">
            <a:extLst>
              <a:ext uri="{FF2B5EF4-FFF2-40B4-BE49-F238E27FC236}">
                <a16:creationId xmlns:a16="http://schemas.microsoft.com/office/drawing/2014/main" id="{7F458E06-0A38-1DEF-2C68-02D570423867}"/>
              </a:ext>
            </a:extLst>
          </p:cNvPr>
          <p:cNvSpPr/>
          <p:nvPr/>
        </p:nvSpPr>
        <p:spPr>
          <a:xfrm>
            <a:off x="2810073"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206" name="四角形: 角を丸くする 205">
            <a:extLst>
              <a:ext uri="{FF2B5EF4-FFF2-40B4-BE49-F238E27FC236}">
                <a16:creationId xmlns:a16="http://schemas.microsoft.com/office/drawing/2014/main" id="{31A284D9-DE9A-2C9F-5353-1D661D8FB5AC}"/>
              </a:ext>
            </a:extLst>
          </p:cNvPr>
          <p:cNvSpPr/>
          <p:nvPr/>
        </p:nvSpPr>
        <p:spPr>
          <a:xfrm>
            <a:off x="3450825" y="1425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07" name="四角形: 角を丸くする 206">
            <a:extLst>
              <a:ext uri="{FF2B5EF4-FFF2-40B4-BE49-F238E27FC236}">
                <a16:creationId xmlns:a16="http://schemas.microsoft.com/office/drawing/2014/main" id="{14C9DFBD-517F-0116-3C1E-B3929974A92B}"/>
              </a:ext>
            </a:extLst>
          </p:cNvPr>
          <p:cNvSpPr/>
          <p:nvPr/>
        </p:nvSpPr>
        <p:spPr>
          <a:xfrm>
            <a:off x="5024158" y="167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208" name="四角形: 角を丸くする 207">
            <a:extLst>
              <a:ext uri="{FF2B5EF4-FFF2-40B4-BE49-F238E27FC236}">
                <a16:creationId xmlns:a16="http://schemas.microsoft.com/office/drawing/2014/main" id="{98A7714D-BE8B-BB6F-1661-E8DAF7A33CED}"/>
              </a:ext>
            </a:extLst>
          </p:cNvPr>
          <p:cNvSpPr/>
          <p:nvPr/>
        </p:nvSpPr>
        <p:spPr>
          <a:xfrm>
            <a:off x="5100778"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209" name="四角形: 角を丸くする 208">
            <a:extLst>
              <a:ext uri="{FF2B5EF4-FFF2-40B4-BE49-F238E27FC236}">
                <a16:creationId xmlns:a16="http://schemas.microsoft.com/office/drawing/2014/main" id="{F350E3BB-8841-EA99-817A-811DD9120D7B}"/>
              </a:ext>
            </a:extLst>
          </p:cNvPr>
          <p:cNvSpPr/>
          <p:nvPr/>
        </p:nvSpPr>
        <p:spPr>
          <a:xfrm>
            <a:off x="5740106"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0" name="四角形: 角を丸くする 209">
            <a:extLst>
              <a:ext uri="{FF2B5EF4-FFF2-40B4-BE49-F238E27FC236}">
                <a16:creationId xmlns:a16="http://schemas.microsoft.com/office/drawing/2014/main" id="{ECC04362-C52F-1FDB-0FD0-8D014BEA7BE3}"/>
              </a:ext>
            </a:extLst>
          </p:cNvPr>
          <p:cNvSpPr/>
          <p:nvPr/>
        </p:nvSpPr>
        <p:spPr>
          <a:xfrm>
            <a:off x="7377792" y="167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211" name="四角形: 角を丸くする 210">
            <a:extLst>
              <a:ext uri="{FF2B5EF4-FFF2-40B4-BE49-F238E27FC236}">
                <a16:creationId xmlns:a16="http://schemas.microsoft.com/office/drawing/2014/main" id="{45A2F912-86E0-A7A1-E8A0-DA91A2B228D2}"/>
              </a:ext>
            </a:extLst>
          </p:cNvPr>
          <p:cNvSpPr/>
          <p:nvPr/>
        </p:nvSpPr>
        <p:spPr>
          <a:xfrm>
            <a:off x="7462866"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212" name="四角形: 角を丸くする 211">
            <a:extLst>
              <a:ext uri="{FF2B5EF4-FFF2-40B4-BE49-F238E27FC236}">
                <a16:creationId xmlns:a16="http://schemas.microsoft.com/office/drawing/2014/main" id="{C83122C1-A5A4-E96F-990F-C8B2F915117E}"/>
              </a:ext>
            </a:extLst>
          </p:cNvPr>
          <p:cNvSpPr/>
          <p:nvPr/>
        </p:nvSpPr>
        <p:spPr>
          <a:xfrm>
            <a:off x="8105882" y="1355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3" name="四角形: 角を丸くする 212">
            <a:extLst>
              <a:ext uri="{FF2B5EF4-FFF2-40B4-BE49-F238E27FC236}">
                <a16:creationId xmlns:a16="http://schemas.microsoft.com/office/drawing/2014/main" id="{9EA9A75A-843D-9313-A8EC-066EB4581B37}"/>
              </a:ext>
            </a:extLst>
          </p:cNvPr>
          <p:cNvSpPr/>
          <p:nvPr/>
        </p:nvSpPr>
        <p:spPr>
          <a:xfrm>
            <a:off x="9714320" y="167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214" name="四角形: 角を丸くする 213">
            <a:extLst>
              <a:ext uri="{FF2B5EF4-FFF2-40B4-BE49-F238E27FC236}">
                <a16:creationId xmlns:a16="http://schemas.microsoft.com/office/drawing/2014/main" id="{D8447720-DF94-9666-7397-E3D20BE30AD7}"/>
              </a:ext>
            </a:extLst>
          </p:cNvPr>
          <p:cNvSpPr/>
          <p:nvPr/>
        </p:nvSpPr>
        <p:spPr>
          <a:xfrm>
            <a:off x="9794635" y="1425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5" name="四角形: 角を丸くする 214">
            <a:extLst>
              <a:ext uri="{FF2B5EF4-FFF2-40B4-BE49-F238E27FC236}">
                <a16:creationId xmlns:a16="http://schemas.microsoft.com/office/drawing/2014/main" id="{6304E804-0AAA-DDEF-0B3C-F680B8E18E53}"/>
              </a:ext>
            </a:extLst>
          </p:cNvPr>
          <p:cNvSpPr/>
          <p:nvPr/>
        </p:nvSpPr>
        <p:spPr>
          <a:xfrm>
            <a:off x="435935" y="19083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6" name="四角形: 角を丸くする 215">
            <a:extLst>
              <a:ext uri="{FF2B5EF4-FFF2-40B4-BE49-F238E27FC236}">
                <a16:creationId xmlns:a16="http://schemas.microsoft.com/office/drawing/2014/main" id="{DF4C90CC-697B-82D4-3132-0992F5E92812}"/>
              </a:ext>
            </a:extLst>
          </p:cNvPr>
          <p:cNvSpPr/>
          <p:nvPr/>
        </p:nvSpPr>
        <p:spPr>
          <a:xfrm>
            <a:off x="519422"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217" name="四角形: 角を丸くする 216">
            <a:extLst>
              <a:ext uri="{FF2B5EF4-FFF2-40B4-BE49-F238E27FC236}">
                <a16:creationId xmlns:a16="http://schemas.microsoft.com/office/drawing/2014/main" id="{C197183A-6076-423F-2D37-F2DC81759A8A}"/>
              </a:ext>
            </a:extLst>
          </p:cNvPr>
          <p:cNvSpPr/>
          <p:nvPr/>
        </p:nvSpPr>
        <p:spPr>
          <a:xfrm>
            <a:off x="2730047" y="19083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8" name="四角形: 角を丸くする 217">
            <a:extLst>
              <a:ext uri="{FF2B5EF4-FFF2-40B4-BE49-F238E27FC236}">
                <a16:creationId xmlns:a16="http://schemas.microsoft.com/office/drawing/2014/main" id="{B9BCF6AD-3A79-9488-5048-428EA8BB83D4}"/>
              </a:ext>
            </a:extLst>
          </p:cNvPr>
          <p:cNvSpPr/>
          <p:nvPr/>
        </p:nvSpPr>
        <p:spPr>
          <a:xfrm>
            <a:off x="2810073"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9" name="四角形: 角を丸くする 218">
            <a:extLst>
              <a:ext uri="{FF2B5EF4-FFF2-40B4-BE49-F238E27FC236}">
                <a16:creationId xmlns:a16="http://schemas.microsoft.com/office/drawing/2014/main" id="{0F43C1B4-48AC-35E2-56A3-234E0128D878}"/>
              </a:ext>
            </a:extLst>
          </p:cNvPr>
          <p:cNvSpPr/>
          <p:nvPr/>
        </p:nvSpPr>
        <p:spPr>
          <a:xfrm>
            <a:off x="3450825" y="20341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0" name="四角形: 角を丸くする 219">
            <a:extLst>
              <a:ext uri="{FF2B5EF4-FFF2-40B4-BE49-F238E27FC236}">
                <a16:creationId xmlns:a16="http://schemas.microsoft.com/office/drawing/2014/main" id="{1E7DA871-A71F-07CD-CE3A-FF3B0714EEC0}"/>
              </a:ext>
            </a:extLst>
          </p:cNvPr>
          <p:cNvSpPr/>
          <p:nvPr/>
        </p:nvSpPr>
        <p:spPr>
          <a:xfrm>
            <a:off x="5024158" y="19083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1" name="四角形: 角を丸くする 220">
            <a:extLst>
              <a:ext uri="{FF2B5EF4-FFF2-40B4-BE49-F238E27FC236}">
                <a16:creationId xmlns:a16="http://schemas.microsoft.com/office/drawing/2014/main" id="{9A48D4E0-8087-3B36-1F30-84C669FA4A5A}"/>
              </a:ext>
            </a:extLst>
          </p:cNvPr>
          <p:cNvSpPr/>
          <p:nvPr/>
        </p:nvSpPr>
        <p:spPr>
          <a:xfrm>
            <a:off x="5100778"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222" name="四角形: 角を丸くする 221">
            <a:extLst>
              <a:ext uri="{FF2B5EF4-FFF2-40B4-BE49-F238E27FC236}">
                <a16:creationId xmlns:a16="http://schemas.microsoft.com/office/drawing/2014/main" id="{B2F6F7E7-C3BF-31CF-BF1F-071601335BB6}"/>
              </a:ext>
            </a:extLst>
          </p:cNvPr>
          <p:cNvSpPr/>
          <p:nvPr/>
        </p:nvSpPr>
        <p:spPr>
          <a:xfrm>
            <a:off x="5740106"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3" name="四角形: 角を丸くする 222">
            <a:extLst>
              <a:ext uri="{FF2B5EF4-FFF2-40B4-BE49-F238E27FC236}">
                <a16:creationId xmlns:a16="http://schemas.microsoft.com/office/drawing/2014/main" id="{8E9A798E-0688-DC98-B922-3F7C226F4FA4}"/>
              </a:ext>
            </a:extLst>
          </p:cNvPr>
          <p:cNvSpPr/>
          <p:nvPr/>
        </p:nvSpPr>
        <p:spPr>
          <a:xfrm>
            <a:off x="7377792" y="19083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4" name="四角形: 角を丸くする 223">
            <a:extLst>
              <a:ext uri="{FF2B5EF4-FFF2-40B4-BE49-F238E27FC236}">
                <a16:creationId xmlns:a16="http://schemas.microsoft.com/office/drawing/2014/main" id="{6AA25C89-B00B-8219-8DF4-FBFCD57E3C2C}"/>
              </a:ext>
            </a:extLst>
          </p:cNvPr>
          <p:cNvSpPr/>
          <p:nvPr/>
        </p:nvSpPr>
        <p:spPr>
          <a:xfrm>
            <a:off x="7462866" y="20270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225" name="四角形: 角を丸くする 224">
            <a:extLst>
              <a:ext uri="{FF2B5EF4-FFF2-40B4-BE49-F238E27FC236}">
                <a16:creationId xmlns:a16="http://schemas.microsoft.com/office/drawing/2014/main" id="{F5FC0E33-FF29-9892-0B9D-B294FBA21987}"/>
              </a:ext>
            </a:extLst>
          </p:cNvPr>
          <p:cNvSpPr/>
          <p:nvPr/>
        </p:nvSpPr>
        <p:spPr>
          <a:xfrm>
            <a:off x="9714320" y="19083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6" name="四角形: 角を丸くする 225">
            <a:extLst>
              <a:ext uri="{FF2B5EF4-FFF2-40B4-BE49-F238E27FC236}">
                <a16:creationId xmlns:a16="http://schemas.microsoft.com/office/drawing/2014/main" id="{1F90903F-026C-5187-5314-A94E12631706}"/>
              </a:ext>
            </a:extLst>
          </p:cNvPr>
          <p:cNvSpPr/>
          <p:nvPr/>
        </p:nvSpPr>
        <p:spPr>
          <a:xfrm>
            <a:off x="9794635" y="20341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227" name="四角形: 角を丸くする 226">
            <a:extLst>
              <a:ext uri="{FF2B5EF4-FFF2-40B4-BE49-F238E27FC236}">
                <a16:creationId xmlns:a16="http://schemas.microsoft.com/office/drawing/2014/main" id="{51DC4D43-0327-BD77-1906-340011296AD6}"/>
              </a:ext>
            </a:extLst>
          </p:cNvPr>
          <p:cNvSpPr/>
          <p:nvPr/>
        </p:nvSpPr>
        <p:spPr>
          <a:xfrm>
            <a:off x="10437658" y="20341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228" name="四角形: 角を丸くする 227">
            <a:extLst>
              <a:ext uri="{FF2B5EF4-FFF2-40B4-BE49-F238E27FC236}">
                <a16:creationId xmlns:a16="http://schemas.microsoft.com/office/drawing/2014/main" id="{B0F78F6A-0A17-A179-6148-2DB00C558ADC}"/>
              </a:ext>
            </a:extLst>
          </p:cNvPr>
          <p:cNvSpPr/>
          <p:nvPr/>
        </p:nvSpPr>
        <p:spPr>
          <a:xfrm>
            <a:off x="5740106"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229" name="四角形: 角を丸くする 228">
            <a:extLst>
              <a:ext uri="{FF2B5EF4-FFF2-40B4-BE49-F238E27FC236}">
                <a16:creationId xmlns:a16="http://schemas.microsoft.com/office/drawing/2014/main" id="{DF838A4E-EFF3-8A52-F95F-CC168FD99A99}"/>
              </a:ext>
            </a:extLst>
          </p:cNvPr>
          <p:cNvSpPr/>
          <p:nvPr/>
        </p:nvSpPr>
        <p:spPr>
          <a:xfrm>
            <a:off x="8740554" y="-176590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230" name="四角形: 角を丸くする 229">
            <a:extLst>
              <a:ext uri="{FF2B5EF4-FFF2-40B4-BE49-F238E27FC236}">
                <a16:creationId xmlns:a16="http://schemas.microsoft.com/office/drawing/2014/main" id="{49E3C14E-3E25-D655-B514-726175F3CCD6}"/>
              </a:ext>
            </a:extLst>
          </p:cNvPr>
          <p:cNvSpPr/>
          <p:nvPr/>
        </p:nvSpPr>
        <p:spPr>
          <a:xfrm>
            <a:off x="8740554" y="1468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8" name="四角形: 角を丸くする 7">
            <a:extLst>
              <a:ext uri="{FF2B5EF4-FFF2-40B4-BE49-F238E27FC236}">
                <a16:creationId xmlns:a16="http://schemas.microsoft.com/office/drawing/2014/main" id="{8C71E14B-9FC2-52C4-2B31-62E3513A0698}"/>
              </a:ext>
            </a:extLst>
          </p:cNvPr>
          <p:cNvSpPr/>
          <p:nvPr/>
        </p:nvSpPr>
        <p:spPr>
          <a:xfrm>
            <a:off x="11530519" y="-243900"/>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DCBEEE7D-232D-5139-3F6E-B36B362622D3}"/>
              </a:ext>
            </a:extLst>
          </p:cNvPr>
          <p:cNvSpPr/>
          <p:nvPr/>
        </p:nvSpPr>
        <p:spPr>
          <a:xfrm>
            <a:off x="289737" y="-347355"/>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15C0E417-0DD3-FD0D-6471-993A62838760}"/>
              </a:ext>
            </a:extLst>
          </p:cNvPr>
          <p:cNvSpPr/>
          <p:nvPr/>
        </p:nvSpPr>
        <p:spPr>
          <a:xfrm>
            <a:off x="281763" y="-363587"/>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D79D61F8-B9B2-E9AB-D7C3-951146386179}"/>
              </a:ext>
            </a:extLst>
          </p:cNvPr>
          <p:cNvSpPr/>
          <p:nvPr/>
        </p:nvSpPr>
        <p:spPr>
          <a:xfrm>
            <a:off x="435935" y="-243900"/>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7" name="テキスト ボックス 6">
            <a:extLst>
              <a:ext uri="{FF2B5EF4-FFF2-40B4-BE49-F238E27FC236}">
                <a16:creationId xmlns:a16="http://schemas.microsoft.com/office/drawing/2014/main" id="{6FE25804-A742-533F-74D2-9009C652AEFC}"/>
              </a:ext>
            </a:extLst>
          </p:cNvPr>
          <p:cNvSpPr txBox="1"/>
          <p:nvPr/>
        </p:nvSpPr>
        <p:spPr>
          <a:xfrm>
            <a:off x="10753344" y="496624"/>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6" name="テキスト ボックス 5">
            <a:extLst>
              <a:ext uri="{FF2B5EF4-FFF2-40B4-BE49-F238E27FC236}">
                <a16:creationId xmlns:a16="http://schemas.microsoft.com/office/drawing/2014/main" id="{903A7C98-AD0B-FC93-BEE0-CFD37BB6025F}"/>
              </a:ext>
            </a:extLst>
          </p:cNvPr>
          <p:cNvSpPr txBox="1"/>
          <p:nvPr/>
        </p:nvSpPr>
        <p:spPr>
          <a:xfrm>
            <a:off x="377457" y="145803"/>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正方形/長方形 4">
            <a:extLst>
              <a:ext uri="{FF2B5EF4-FFF2-40B4-BE49-F238E27FC236}">
                <a16:creationId xmlns:a16="http://schemas.microsoft.com/office/drawing/2014/main" id="{B50B5A93-41B9-474D-02DA-75F5794FE28E}"/>
              </a:ext>
            </a:extLst>
          </p:cNvPr>
          <p:cNvSpPr/>
          <p:nvPr/>
        </p:nvSpPr>
        <p:spPr>
          <a:xfrm>
            <a:off x="0" y="-366248"/>
            <a:ext cx="12192000" cy="1124789"/>
          </a:xfrm>
          <a:prstGeom prst="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7" name="正方形/長方形 56">
            <a:extLst>
              <a:ext uri="{FF2B5EF4-FFF2-40B4-BE49-F238E27FC236}">
                <a16:creationId xmlns:a16="http://schemas.microsoft.com/office/drawing/2014/main" id="{B1BDCAB9-CA98-A1A4-2A5B-E768F97391AD}"/>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4D19FE1D-A4ED-9E65-300C-D248FA867AC4}"/>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4" name="矢印: 上 3">
            <a:extLst>
              <a:ext uri="{FF2B5EF4-FFF2-40B4-BE49-F238E27FC236}">
                <a16:creationId xmlns:a16="http://schemas.microsoft.com/office/drawing/2014/main" id="{B47EAA65-A07E-615B-82A0-776B8013A531}"/>
              </a:ext>
            </a:extLst>
          </p:cNvPr>
          <p:cNvSpPr/>
          <p:nvPr/>
        </p:nvSpPr>
        <p:spPr>
          <a:xfrm rot="19449610">
            <a:off x="-248166" y="69880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2" name="テキスト ボックス 231">
            <a:extLst>
              <a:ext uri="{FF2B5EF4-FFF2-40B4-BE49-F238E27FC236}">
                <a16:creationId xmlns:a16="http://schemas.microsoft.com/office/drawing/2014/main" id="{F8F68CCC-6DF9-0B96-BC05-AF1AF218AFC4}"/>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ユーザーのアクションに合わせ</a:t>
            </a:r>
            <a:r>
              <a:rPr lang="ja-JP" altLang="en-US" dirty="0">
                <a:solidFill>
                  <a:schemeClr val="bg1"/>
                </a:solidFill>
              </a:rPr>
              <a:t>た動的な</a:t>
            </a:r>
            <a:r>
              <a:rPr kumimoji="1" lang="en-US" altLang="ja-JP" dirty="0">
                <a:solidFill>
                  <a:schemeClr val="bg1"/>
                </a:solidFill>
              </a:rPr>
              <a:t>UI</a:t>
            </a:r>
            <a:endParaRPr kumimoji="1" lang="ja-JP" altLang="en-US" dirty="0">
              <a:solidFill>
                <a:schemeClr val="bg1"/>
              </a:solidFill>
            </a:endParaRPr>
          </a:p>
        </p:txBody>
      </p:sp>
      <p:sp>
        <p:nvSpPr>
          <p:cNvPr id="9" name="楕円 8">
            <a:extLst>
              <a:ext uri="{FF2B5EF4-FFF2-40B4-BE49-F238E27FC236}">
                <a16:creationId xmlns:a16="http://schemas.microsoft.com/office/drawing/2014/main" id="{F8665460-9683-EB09-A557-796B2111FE8D}"/>
              </a:ext>
            </a:extLst>
          </p:cNvPr>
          <p:cNvSpPr/>
          <p:nvPr/>
        </p:nvSpPr>
        <p:spPr>
          <a:xfrm>
            <a:off x="11296640" y="6096797"/>
            <a:ext cx="467758" cy="467758"/>
          </a:xfrm>
          <a:prstGeom prst="ellipse">
            <a:avLst/>
          </a:prstGeom>
          <a:solidFill>
            <a:schemeClr val="tx1">
              <a:lumMod val="75000"/>
              <a:lumOff val="2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solidFill>
              </a:rPr>
              <a:t>↑</a:t>
            </a:r>
          </a:p>
        </p:txBody>
      </p:sp>
      <p:sp>
        <p:nvSpPr>
          <p:cNvPr id="10" name="テキスト ボックス 9">
            <a:extLst>
              <a:ext uri="{FF2B5EF4-FFF2-40B4-BE49-F238E27FC236}">
                <a16:creationId xmlns:a16="http://schemas.microsoft.com/office/drawing/2014/main" id="{1177704F-A0DE-7E9F-64DD-A6F7B72A3A5C}"/>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665272997"/>
      </p:ext>
    </p:extLst>
  </p:cSld>
  <p:clrMapOvr>
    <a:masterClrMapping/>
  </p:clrMapOvr>
  <mc:AlternateContent xmlns:mc="http://schemas.openxmlformats.org/markup-compatibility/2006" xmlns:p159="http://schemas.microsoft.com/office/powerpoint/2015/09/main">
    <mc:Choice Requires="p159">
      <p:transition advClick="0" advTm="1000">
        <p159:morph option="byObject"/>
      </p:transition>
    </mc:Choice>
    <mc:Fallback xmlns="">
      <p:transition advClick="0" advTm="1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D5266-5A76-C5FE-D688-83DA9CA8381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51F6A68-8BFD-2155-A79F-D3341F2F8328}"/>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3" name="グループ化 142">
            <a:extLst>
              <a:ext uri="{FF2B5EF4-FFF2-40B4-BE49-F238E27FC236}">
                <a16:creationId xmlns:a16="http://schemas.microsoft.com/office/drawing/2014/main" id="{02EAF351-5DB3-0047-1B2B-3DB5317D9B61}"/>
              </a:ext>
            </a:extLst>
          </p:cNvPr>
          <p:cNvGrpSpPr/>
          <p:nvPr/>
        </p:nvGrpSpPr>
        <p:grpSpPr>
          <a:xfrm>
            <a:off x="432608" y="7766638"/>
            <a:ext cx="11347184" cy="5568592"/>
            <a:chOff x="588335" y="2268277"/>
            <a:chExt cx="11347184" cy="5568592"/>
          </a:xfrm>
        </p:grpSpPr>
        <p:sp>
          <p:nvSpPr>
            <p:cNvPr id="144" name="四角形: 角を丸くする 143">
              <a:extLst>
                <a:ext uri="{FF2B5EF4-FFF2-40B4-BE49-F238E27FC236}">
                  <a16:creationId xmlns:a16="http://schemas.microsoft.com/office/drawing/2014/main" id="{54F11384-3BF0-8013-16D3-D2373EEC433E}"/>
                </a:ext>
              </a:extLst>
            </p:cNvPr>
            <p:cNvSpPr/>
            <p:nvPr/>
          </p:nvSpPr>
          <p:spPr>
            <a:xfrm>
              <a:off x="593348"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45" name="四角形: 角を丸くする 144">
              <a:extLst>
                <a:ext uri="{FF2B5EF4-FFF2-40B4-BE49-F238E27FC236}">
                  <a16:creationId xmlns:a16="http://schemas.microsoft.com/office/drawing/2014/main" id="{9EF40773-9C29-1F45-E887-51D0C882626D}"/>
                </a:ext>
              </a:extLst>
            </p:cNvPr>
            <p:cNvSpPr/>
            <p:nvPr/>
          </p:nvSpPr>
          <p:spPr>
            <a:xfrm>
              <a:off x="67683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6" name="四角形: 角を丸くする 145">
              <a:extLst>
                <a:ext uri="{FF2B5EF4-FFF2-40B4-BE49-F238E27FC236}">
                  <a16:creationId xmlns:a16="http://schemas.microsoft.com/office/drawing/2014/main" id="{88FA67D6-B91F-B15E-30EE-05CE0E4783A1}"/>
                </a:ext>
              </a:extLst>
            </p:cNvPr>
            <p:cNvSpPr/>
            <p:nvPr/>
          </p:nvSpPr>
          <p:spPr>
            <a:xfrm>
              <a:off x="1319710"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47" name="四角形: 角を丸くする 146">
              <a:extLst>
                <a:ext uri="{FF2B5EF4-FFF2-40B4-BE49-F238E27FC236}">
                  <a16:creationId xmlns:a16="http://schemas.microsoft.com/office/drawing/2014/main" id="{93F841B1-F17F-17B2-183F-5C1633A718D9}"/>
                </a:ext>
              </a:extLst>
            </p:cNvPr>
            <p:cNvSpPr/>
            <p:nvPr/>
          </p:nvSpPr>
          <p:spPr>
            <a:xfrm>
              <a:off x="2887460" y="22682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48" name="四角形: 角を丸くする 147">
              <a:extLst>
                <a:ext uri="{FF2B5EF4-FFF2-40B4-BE49-F238E27FC236}">
                  <a16:creationId xmlns:a16="http://schemas.microsoft.com/office/drawing/2014/main" id="{08984C78-9164-DE58-460D-E7407EFB274D}"/>
                </a:ext>
              </a:extLst>
            </p:cNvPr>
            <p:cNvSpPr/>
            <p:nvPr/>
          </p:nvSpPr>
          <p:spPr>
            <a:xfrm>
              <a:off x="296748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49" name="四角形: 角を丸くする 148">
              <a:extLst>
                <a:ext uri="{FF2B5EF4-FFF2-40B4-BE49-F238E27FC236}">
                  <a16:creationId xmlns:a16="http://schemas.microsoft.com/office/drawing/2014/main" id="{EB53D5B4-28E4-3B35-C8AE-F4BECCECDCA6}"/>
                </a:ext>
              </a:extLst>
            </p:cNvPr>
            <p:cNvSpPr/>
            <p:nvPr/>
          </p:nvSpPr>
          <p:spPr>
            <a:xfrm>
              <a:off x="360823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50" name="四角形: 角を丸くする 149">
              <a:extLst>
                <a:ext uri="{FF2B5EF4-FFF2-40B4-BE49-F238E27FC236}">
                  <a16:creationId xmlns:a16="http://schemas.microsoft.com/office/drawing/2014/main" id="{EF7900CD-5ACD-4F1C-169A-76F1E4418D1D}"/>
                </a:ext>
              </a:extLst>
            </p:cNvPr>
            <p:cNvSpPr/>
            <p:nvPr/>
          </p:nvSpPr>
          <p:spPr>
            <a:xfrm>
              <a:off x="5181571" y="22682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51" name="四角形: 角を丸くする 150">
              <a:extLst>
                <a:ext uri="{FF2B5EF4-FFF2-40B4-BE49-F238E27FC236}">
                  <a16:creationId xmlns:a16="http://schemas.microsoft.com/office/drawing/2014/main" id="{56467C80-65CA-6478-5238-5FC94744AF75}"/>
                </a:ext>
              </a:extLst>
            </p:cNvPr>
            <p:cNvSpPr/>
            <p:nvPr/>
          </p:nvSpPr>
          <p:spPr>
            <a:xfrm>
              <a:off x="5258191"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52" name="四角形: 角を丸くする 151">
              <a:extLst>
                <a:ext uri="{FF2B5EF4-FFF2-40B4-BE49-F238E27FC236}">
                  <a16:creationId xmlns:a16="http://schemas.microsoft.com/office/drawing/2014/main" id="{314BB892-BBB1-B97E-1B84-198CA2308C2F}"/>
                </a:ext>
              </a:extLst>
            </p:cNvPr>
            <p:cNvSpPr/>
            <p:nvPr/>
          </p:nvSpPr>
          <p:spPr>
            <a:xfrm>
              <a:off x="7535205"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53" name="四角形: 角を丸くする 152">
              <a:extLst>
                <a:ext uri="{FF2B5EF4-FFF2-40B4-BE49-F238E27FC236}">
                  <a16:creationId xmlns:a16="http://schemas.microsoft.com/office/drawing/2014/main" id="{01227358-A763-D645-5A0B-ED4559545D95}"/>
                </a:ext>
              </a:extLst>
            </p:cNvPr>
            <p:cNvSpPr/>
            <p:nvPr/>
          </p:nvSpPr>
          <p:spPr>
            <a:xfrm>
              <a:off x="7620279"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54" name="四角形: 角を丸くする 153">
              <a:extLst>
                <a:ext uri="{FF2B5EF4-FFF2-40B4-BE49-F238E27FC236}">
                  <a16:creationId xmlns:a16="http://schemas.microsoft.com/office/drawing/2014/main" id="{FB496EC2-290C-A65C-4062-281F1A615E74}"/>
                </a:ext>
              </a:extLst>
            </p:cNvPr>
            <p:cNvSpPr/>
            <p:nvPr/>
          </p:nvSpPr>
          <p:spPr>
            <a:xfrm>
              <a:off x="8263295"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55" name="四角形: 角を丸くする 154">
              <a:extLst>
                <a:ext uri="{FF2B5EF4-FFF2-40B4-BE49-F238E27FC236}">
                  <a16:creationId xmlns:a16="http://schemas.microsoft.com/office/drawing/2014/main" id="{234BCB8C-4CCA-B77B-C77B-4B6106E8DC58}"/>
                </a:ext>
              </a:extLst>
            </p:cNvPr>
            <p:cNvSpPr/>
            <p:nvPr/>
          </p:nvSpPr>
          <p:spPr>
            <a:xfrm>
              <a:off x="9871733" y="22682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56" name="四角形: 角を丸くする 155">
              <a:extLst>
                <a:ext uri="{FF2B5EF4-FFF2-40B4-BE49-F238E27FC236}">
                  <a16:creationId xmlns:a16="http://schemas.microsoft.com/office/drawing/2014/main" id="{2B45C403-2F09-FEB4-22B9-120D381CB5A1}"/>
                </a:ext>
              </a:extLst>
            </p:cNvPr>
            <p:cNvSpPr/>
            <p:nvPr/>
          </p:nvSpPr>
          <p:spPr>
            <a:xfrm>
              <a:off x="9952048"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57" name="四角形: 角を丸くする 156">
              <a:extLst>
                <a:ext uri="{FF2B5EF4-FFF2-40B4-BE49-F238E27FC236}">
                  <a16:creationId xmlns:a16="http://schemas.microsoft.com/office/drawing/2014/main" id="{33459731-4065-2922-00EB-C94C18EE1BBD}"/>
                </a:ext>
              </a:extLst>
            </p:cNvPr>
            <p:cNvSpPr/>
            <p:nvPr/>
          </p:nvSpPr>
          <p:spPr>
            <a:xfrm>
              <a:off x="10595071" y="23940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58" name="四角形: 角を丸くする 157">
              <a:extLst>
                <a:ext uri="{FF2B5EF4-FFF2-40B4-BE49-F238E27FC236}">
                  <a16:creationId xmlns:a16="http://schemas.microsoft.com/office/drawing/2014/main" id="{016D822F-EFC9-EC93-F480-FAE8FBDE8B9C}"/>
                </a:ext>
              </a:extLst>
            </p:cNvPr>
            <p:cNvSpPr/>
            <p:nvPr/>
          </p:nvSpPr>
          <p:spPr>
            <a:xfrm>
              <a:off x="588335"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59" name="四角形: 角を丸くする 158">
              <a:extLst>
                <a:ext uri="{FF2B5EF4-FFF2-40B4-BE49-F238E27FC236}">
                  <a16:creationId xmlns:a16="http://schemas.microsoft.com/office/drawing/2014/main" id="{609FB419-8664-FF08-CBD5-D2B6528C85C3}"/>
                </a:ext>
              </a:extLst>
            </p:cNvPr>
            <p:cNvSpPr/>
            <p:nvPr/>
          </p:nvSpPr>
          <p:spPr>
            <a:xfrm>
              <a:off x="67182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60" name="四角形: 角を丸くする 159">
              <a:extLst>
                <a:ext uri="{FF2B5EF4-FFF2-40B4-BE49-F238E27FC236}">
                  <a16:creationId xmlns:a16="http://schemas.microsoft.com/office/drawing/2014/main" id="{C17743AC-C3FB-2AEB-F445-AAC31F997EE9}"/>
                </a:ext>
              </a:extLst>
            </p:cNvPr>
            <p:cNvSpPr/>
            <p:nvPr/>
          </p:nvSpPr>
          <p:spPr>
            <a:xfrm>
              <a:off x="2882447" y="41696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61" name="四角形: 角を丸くする 160">
              <a:extLst>
                <a:ext uri="{FF2B5EF4-FFF2-40B4-BE49-F238E27FC236}">
                  <a16:creationId xmlns:a16="http://schemas.microsoft.com/office/drawing/2014/main" id="{E37B728B-58CB-23C5-1E73-52C5F8FEE87C}"/>
                </a:ext>
              </a:extLst>
            </p:cNvPr>
            <p:cNvSpPr/>
            <p:nvPr/>
          </p:nvSpPr>
          <p:spPr>
            <a:xfrm>
              <a:off x="2962473"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62" name="四角形: 角を丸くする 161">
              <a:extLst>
                <a:ext uri="{FF2B5EF4-FFF2-40B4-BE49-F238E27FC236}">
                  <a16:creationId xmlns:a16="http://schemas.microsoft.com/office/drawing/2014/main" id="{BCD583FB-14B6-3A99-D26D-F7C58218B9BC}"/>
                </a:ext>
              </a:extLst>
            </p:cNvPr>
            <p:cNvSpPr/>
            <p:nvPr/>
          </p:nvSpPr>
          <p:spPr>
            <a:xfrm>
              <a:off x="360322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63" name="四角形: 角を丸くする 162">
              <a:extLst>
                <a:ext uri="{FF2B5EF4-FFF2-40B4-BE49-F238E27FC236}">
                  <a16:creationId xmlns:a16="http://schemas.microsoft.com/office/drawing/2014/main" id="{1590716D-1C7D-559C-5535-3ACEE05A6968}"/>
                </a:ext>
              </a:extLst>
            </p:cNvPr>
            <p:cNvSpPr/>
            <p:nvPr/>
          </p:nvSpPr>
          <p:spPr>
            <a:xfrm>
              <a:off x="5176558" y="41696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64" name="四角形: 角を丸くする 163">
              <a:extLst>
                <a:ext uri="{FF2B5EF4-FFF2-40B4-BE49-F238E27FC236}">
                  <a16:creationId xmlns:a16="http://schemas.microsoft.com/office/drawing/2014/main" id="{651FCB7E-B404-E1BF-348C-AF4D3E710C48}"/>
                </a:ext>
              </a:extLst>
            </p:cNvPr>
            <p:cNvSpPr/>
            <p:nvPr/>
          </p:nvSpPr>
          <p:spPr>
            <a:xfrm>
              <a:off x="5253178"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65" name="四角形: 角を丸くする 164">
              <a:extLst>
                <a:ext uri="{FF2B5EF4-FFF2-40B4-BE49-F238E27FC236}">
                  <a16:creationId xmlns:a16="http://schemas.microsoft.com/office/drawing/2014/main" id="{5D36471C-7305-0C2D-CF9E-947BF7E20DB8}"/>
                </a:ext>
              </a:extLst>
            </p:cNvPr>
            <p:cNvSpPr/>
            <p:nvPr/>
          </p:nvSpPr>
          <p:spPr>
            <a:xfrm>
              <a:off x="589250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66" name="四角形: 角を丸くする 165">
              <a:extLst>
                <a:ext uri="{FF2B5EF4-FFF2-40B4-BE49-F238E27FC236}">
                  <a16:creationId xmlns:a16="http://schemas.microsoft.com/office/drawing/2014/main" id="{264C405B-F5A7-98DA-EF68-1592537F77DB}"/>
                </a:ext>
              </a:extLst>
            </p:cNvPr>
            <p:cNvSpPr/>
            <p:nvPr/>
          </p:nvSpPr>
          <p:spPr>
            <a:xfrm>
              <a:off x="7530192"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67" name="四角形: 角を丸くする 166">
              <a:extLst>
                <a:ext uri="{FF2B5EF4-FFF2-40B4-BE49-F238E27FC236}">
                  <a16:creationId xmlns:a16="http://schemas.microsoft.com/office/drawing/2014/main" id="{68F60E75-8F6C-C07C-A83D-7DB8B5824FBA}"/>
                </a:ext>
              </a:extLst>
            </p:cNvPr>
            <p:cNvSpPr/>
            <p:nvPr/>
          </p:nvSpPr>
          <p:spPr>
            <a:xfrm>
              <a:off x="7615266"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68" name="四角形: 角を丸くする 167">
              <a:extLst>
                <a:ext uri="{FF2B5EF4-FFF2-40B4-BE49-F238E27FC236}">
                  <a16:creationId xmlns:a16="http://schemas.microsoft.com/office/drawing/2014/main" id="{A7739F90-8FF3-8E5E-7BA9-21C35BB78D60}"/>
                </a:ext>
              </a:extLst>
            </p:cNvPr>
            <p:cNvSpPr/>
            <p:nvPr/>
          </p:nvSpPr>
          <p:spPr>
            <a:xfrm>
              <a:off x="8258282" y="42884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9" name="四角形: 角を丸くする 168">
              <a:extLst>
                <a:ext uri="{FF2B5EF4-FFF2-40B4-BE49-F238E27FC236}">
                  <a16:creationId xmlns:a16="http://schemas.microsoft.com/office/drawing/2014/main" id="{BB3DF21F-9961-594B-F438-EA5FDF74CCB1}"/>
                </a:ext>
              </a:extLst>
            </p:cNvPr>
            <p:cNvSpPr/>
            <p:nvPr/>
          </p:nvSpPr>
          <p:spPr>
            <a:xfrm>
              <a:off x="9866720" y="41696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70" name="四角形: 角を丸くする 169">
              <a:extLst>
                <a:ext uri="{FF2B5EF4-FFF2-40B4-BE49-F238E27FC236}">
                  <a16:creationId xmlns:a16="http://schemas.microsoft.com/office/drawing/2014/main" id="{5517F8E3-BC46-1C9E-2E4E-BD6A30FBFC21}"/>
                </a:ext>
              </a:extLst>
            </p:cNvPr>
            <p:cNvSpPr/>
            <p:nvPr/>
          </p:nvSpPr>
          <p:spPr>
            <a:xfrm>
              <a:off x="9947035" y="42954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71" name="四角形: 角を丸くする 170">
              <a:extLst>
                <a:ext uri="{FF2B5EF4-FFF2-40B4-BE49-F238E27FC236}">
                  <a16:creationId xmlns:a16="http://schemas.microsoft.com/office/drawing/2014/main" id="{2A992C57-76EE-330D-01AA-B3D345C5F199}"/>
                </a:ext>
              </a:extLst>
            </p:cNvPr>
            <p:cNvSpPr/>
            <p:nvPr/>
          </p:nvSpPr>
          <p:spPr>
            <a:xfrm>
              <a:off x="588335"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2" name="四角形: 角を丸くする 171">
              <a:extLst>
                <a:ext uri="{FF2B5EF4-FFF2-40B4-BE49-F238E27FC236}">
                  <a16:creationId xmlns:a16="http://schemas.microsoft.com/office/drawing/2014/main" id="{C4D5C2A5-697D-352B-7188-B1E1D98D9895}"/>
                </a:ext>
              </a:extLst>
            </p:cNvPr>
            <p:cNvSpPr/>
            <p:nvPr/>
          </p:nvSpPr>
          <p:spPr>
            <a:xfrm>
              <a:off x="671822"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73" name="四角形: 角を丸くする 172">
              <a:extLst>
                <a:ext uri="{FF2B5EF4-FFF2-40B4-BE49-F238E27FC236}">
                  <a16:creationId xmlns:a16="http://schemas.microsoft.com/office/drawing/2014/main" id="{0F15CBF8-1DC1-45A1-2078-62B1580D99BE}"/>
                </a:ext>
              </a:extLst>
            </p:cNvPr>
            <p:cNvSpPr/>
            <p:nvPr/>
          </p:nvSpPr>
          <p:spPr>
            <a:xfrm>
              <a:off x="2882447" y="60612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4" name="四角形: 角を丸くする 173">
              <a:extLst>
                <a:ext uri="{FF2B5EF4-FFF2-40B4-BE49-F238E27FC236}">
                  <a16:creationId xmlns:a16="http://schemas.microsoft.com/office/drawing/2014/main" id="{C8590EA2-6EAB-72CA-2D8D-4E0C7FD0CBFD}"/>
                </a:ext>
              </a:extLst>
            </p:cNvPr>
            <p:cNvSpPr/>
            <p:nvPr/>
          </p:nvSpPr>
          <p:spPr>
            <a:xfrm>
              <a:off x="2962473"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5" name="四角形: 角を丸くする 174">
              <a:extLst>
                <a:ext uri="{FF2B5EF4-FFF2-40B4-BE49-F238E27FC236}">
                  <a16:creationId xmlns:a16="http://schemas.microsoft.com/office/drawing/2014/main" id="{31D056DE-DACB-84B1-F712-723452222500}"/>
                </a:ext>
              </a:extLst>
            </p:cNvPr>
            <p:cNvSpPr/>
            <p:nvPr/>
          </p:nvSpPr>
          <p:spPr>
            <a:xfrm>
              <a:off x="360322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6" name="四角形: 角を丸くする 175">
              <a:extLst>
                <a:ext uri="{FF2B5EF4-FFF2-40B4-BE49-F238E27FC236}">
                  <a16:creationId xmlns:a16="http://schemas.microsoft.com/office/drawing/2014/main" id="{FA07CC5F-CA01-B142-9BB4-7693FB99E01B}"/>
                </a:ext>
              </a:extLst>
            </p:cNvPr>
            <p:cNvSpPr/>
            <p:nvPr/>
          </p:nvSpPr>
          <p:spPr>
            <a:xfrm>
              <a:off x="5176558" y="60612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77" name="四角形: 角を丸くする 176">
              <a:extLst>
                <a:ext uri="{FF2B5EF4-FFF2-40B4-BE49-F238E27FC236}">
                  <a16:creationId xmlns:a16="http://schemas.microsoft.com/office/drawing/2014/main" id="{AAD9AB09-601E-17FF-FB75-AD939BECDD95}"/>
                </a:ext>
              </a:extLst>
            </p:cNvPr>
            <p:cNvSpPr/>
            <p:nvPr/>
          </p:nvSpPr>
          <p:spPr>
            <a:xfrm>
              <a:off x="5253178"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78" name="四角形: 角を丸くする 177">
              <a:extLst>
                <a:ext uri="{FF2B5EF4-FFF2-40B4-BE49-F238E27FC236}">
                  <a16:creationId xmlns:a16="http://schemas.microsoft.com/office/drawing/2014/main" id="{230D0A98-431C-398C-F82D-F1505F48871C}"/>
                </a:ext>
              </a:extLst>
            </p:cNvPr>
            <p:cNvSpPr/>
            <p:nvPr/>
          </p:nvSpPr>
          <p:spPr>
            <a:xfrm>
              <a:off x="589250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9" name="四角形: 角を丸くする 178">
              <a:extLst>
                <a:ext uri="{FF2B5EF4-FFF2-40B4-BE49-F238E27FC236}">
                  <a16:creationId xmlns:a16="http://schemas.microsoft.com/office/drawing/2014/main" id="{A5469A16-5EB8-5C3C-42D9-67CFEBF1E157}"/>
                </a:ext>
              </a:extLst>
            </p:cNvPr>
            <p:cNvSpPr/>
            <p:nvPr/>
          </p:nvSpPr>
          <p:spPr>
            <a:xfrm>
              <a:off x="7530192"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0" name="四角形: 角を丸くする 179">
              <a:extLst>
                <a:ext uri="{FF2B5EF4-FFF2-40B4-BE49-F238E27FC236}">
                  <a16:creationId xmlns:a16="http://schemas.microsoft.com/office/drawing/2014/main" id="{5DC7E157-EA03-03F2-3454-3A80A37627F1}"/>
                </a:ext>
              </a:extLst>
            </p:cNvPr>
            <p:cNvSpPr/>
            <p:nvPr/>
          </p:nvSpPr>
          <p:spPr>
            <a:xfrm>
              <a:off x="7615266" y="61799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81" name="四角形: 角を丸くする 180">
              <a:extLst>
                <a:ext uri="{FF2B5EF4-FFF2-40B4-BE49-F238E27FC236}">
                  <a16:creationId xmlns:a16="http://schemas.microsoft.com/office/drawing/2014/main" id="{927E2C0C-41F7-D69C-0254-FA3080806FF3}"/>
                </a:ext>
              </a:extLst>
            </p:cNvPr>
            <p:cNvSpPr/>
            <p:nvPr/>
          </p:nvSpPr>
          <p:spPr>
            <a:xfrm>
              <a:off x="9866720" y="60612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82" name="四角形: 角を丸くする 181">
              <a:extLst>
                <a:ext uri="{FF2B5EF4-FFF2-40B4-BE49-F238E27FC236}">
                  <a16:creationId xmlns:a16="http://schemas.microsoft.com/office/drawing/2014/main" id="{34FCB2A9-0C37-164D-2E3C-4859043BCB7F}"/>
                </a:ext>
              </a:extLst>
            </p:cNvPr>
            <p:cNvSpPr/>
            <p:nvPr/>
          </p:nvSpPr>
          <p:spPr>
            <a:xfrm>
              <a:off x="9947035"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83" name="四角形: 角を丸くする 182">
              <a:extLst>
                <a:ext uri="{FF2B5EF4-FFF2-40B4-BE49-F238E27FC236}">
                  <a16:creationId xmlns:a16="http://schemas.microsoft.com/office/drawing/2014/main" id="{504B7CD1-714A-CD70-A09F-AA3BB376797C}"/>
                </a:ext>
              </a:extLst>
            </p:cNvPr>
            <p:cNvSpPr/>
            <p:nvPr/>
          </p:nvSpPr>
          <p:spPr>
            <a:xfrm>
              <a:off x="10590058" y="61870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84" name="四角形: 角を丸くする 183">
              <a:extLst>
                <a:ext uri="{FF2B5EF4-FFF2-40B4-BE49-F238E27FC236}">
                  <a16:creationId xmlns:a16="http://schemas.microsoft.com/office/drawing/2014/main" id="{C0BD1726-4EE5-AC02-5CA7-29BD46969C63}"/>
                </a:ext>
              </a:extLst>
            </p:cNvPr>
            <p:cNvSpPr/>
            <p:nvPr/>
          </p:nvSpPr>
          <p:spPr>
            <a:xfrm>
              <a:off x="5892506"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85" name="四角形: 角を丸くする 184">
              <a:extLst>
                <a:ext uri="{FF2B5EF4-FFF2-40B4-BE49-F238E27FC236}">
                  <a16:creationId xmlns:a16="http://schemas.microsoft.com/office/drawing/2014/main" id="{2649C1E3-5645-35A7-9A81-9697708F98A4}"/>
                </a:ext>
              </a:extLst>
            </p:cNvPr>
            <p:cNvSpPr/>
            <p:nvPr/>
          </p:nvSpPr>
          <p:spPr>
            <a:xfrm>
              <a:off x="8892954" y="23869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86" name="四角形: 角を丸くする 185">
              <a:extLst>
                <a:ext uri="{FF2B5EF4-FFF2-40B4-BE49-F238E27FC236}">
                  <a16:creationId xmlns:a16="http://schemas.microsoft.com/office/drawing/2014/main" id="{1A43DC2B-24B5-9494-70F0-0CA23F30A17A}"/>
                </a:ext>
              </a:extLst>
            </p:cNvPr>
            <p:cNvSpPr/>
            <p:nvPr/>
          </p:nvSpPr>
          <p:spPr>
            <a:xfrm>
              <a:off x="8892954" y="42997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grpSp>
      <p:sp>
        <p:nvSpPr>
          <p:cNvPr id="187" name="四角形: 角を丸くする 186">
            <a:extLst>
              <a:ext uri="{FF2B5EF4-FFF2-40B4-BE49-F238E27FC236}">
                <a16:creationId xmlns:a16="http://schemas.microsoft.com/office/drawing/2014/main" id="{AD0512FD-DC4A-2FCB-8CC0-A27B752B1174}"/>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88" name="四角形: 角を丸くする 187">
            <a:extLst>
              <a:ext uri="{FF2B5EF4-FFF2-40B4-BE49-F238E27FC236}">
                <a16:creationId xmlns:a16="http://schemas.microsoft.com/office/drawing/2014/main" id="{265D0EC3-39B8-FEAA-864C-8A6B3F60FDF5}"/>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89" name="四角形: 角を丸くする 188">
            <a:extLst>
              <a:ext uri="{FF2B5EF4-FFF2-40B4-BE49-F238E27FC236}">
                <a16:creationId xmlns:a16="http://schemas.microsoft.com/office/drawing/2014/main" id="{C419E8F3-F019-C61F-1D1A-EFE9F83F0ED5}"/>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90" name="四角形: 角を丸くする 189">
            <a:extLst>
              <a:ext uri="{FF2B5EF4-FFF2-40B4-BE49-F238E27FC236}">
                <a16:creationId xmlns:a16="http://schemas.microsoft.com/office/drawing/2014/main" id="{5B4941C9-9E53-BE5C-C1F3-1F77C18B67FF}"/>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91" name="四角形: 角を丸くする 190">
            <a:extLst>
              <a:ext uri="{FF2B5EF4-FFF2-40B4-BE49-F238E27FC236}">
                <a16:creationId xmlns:a16="http://schemas.microsoft.com/office/drawing/2014/main" id="{E9B3B15D-BDF7-1FA7-47D7-E07D4AC71E1F}"/>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2" name="四角形: 角を丸くする 191">
            <a:extLst>
              <a:ext uri="{FF2B5EF4-FFF2-40B4-BE49-F238E27FC236}">
                <a16:creationId xmlns:a16="http://schemas.microsoft.com/office/drawing/2014/main" id="{C3131393-2B79-8606-1336-BE4660C6F93D}"/>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93" name="四角形: 角を丸くする 192">
            <a:extLst>
              <a:ext uri="{FF2B5EF4-FFF2-40B4-BE49-F238E27FC236}">
                <a16:creationId xmlns:a16="http://schemas.microsoft.com/office/drawing/2014/main" id="{BFF947BB-5FD7-D60B-2BDC-155376756EA8}"/>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4" name="四角形: 角を丸くする 193">
            <a:extLst>
              <a:ext uri="{FF2B5EF4-FFF2-40B4-BE49-F238E27FC236}">
                <a16:creationId xmlns:a16="http://schemas.microsoft.com/office/drawing/2014/main" id="{7A6C002D-CB2D-C3E7-9E7E-4E63EB6E9BDA}"/>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5" name="四角形: 角を丸くする 194">
            <a:extLst>
              <a:ext uri="{FF2B5EF4-FFF2-40B4-BE49-F238E27FC236}">
                <a16:creationId xmlns:a16="http://schemas.microsoft.com/office/drawing/2014/main" id="{22802394-60DD-75DD-8D9F-293F55ACA395}"/>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96" name="四角形: 角を丸くする 195">
            <a:extLst>
              <a:ext uri="{FF2B5EF4-FFF2-40B4-BE49-F238E27FC236}">
                <a16:creationId xmlns:a16="http://schemas.microsoft.com/office/drawing/2014/main" id="{6F5F7616-9DF1-64C9-7B82-12668DC933B2}"/>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97" name="四角形: 角を丸くする 196">
            <a:extLst>
              <a:ext uri="{FF2B5EF4-FFF2-40B4-BE49-F238E27FC236}">
                <a16:creationId xmlns:a16="http://schemas.microsoft.com/office/drawing/2014/main" id="{4D29BCE1-BB6B-B09D-2CC3-44AD978AD90B}"/>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98" name="四角形: 角を丸くする 197">
            <a:extLst>
              <a:ext uri="{FF2B5EF4-FFF2-40B4-BE49-F238E27FC236}">
                <a16:creationId xmlns:a16="http://schemas.microsoft.com/office/drawing/2014/main" id="{52249CA7-C65A-DB7E-E8E1-22585F2192FB}"/>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99" name="四角形: 角を丸くする 198">
            <a:extLst>
              <a:ext uri="{FF2B5EF4-FFF2-40B4-BE49-F238E27FC236}">
                <a16:creationId xmlns:a16="http://schemas.microsoft.com/office/drawing/2014/main" id="{3043727B-2093-6179-DE5B-501826AE2D8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00" name="四角形: 角を丸くする 199">
            <a:extLst>
              <a:ext uri="{FF2B5EF4-FFF2-40B4-BE49-F238E27FC236}">
                <a16:creationId xmlns:a16="http://schemas.microsoft.com/office/drawing/2014/main" id="{FA370267-C96A-EC33-DBCA-182D1C19FF92}"/>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01" name="四角形: 角を丸くする 200">
            <a:extLst>
              <a:ext uri="{FF2B5EF4-FFF2-40B4-BE49-F238E27FC236}">
                <a16:creationId xmlns:a16="http://schemas.microsoft.com/office/drawing/2014/main" id="{4EA96145-2BAC-C680-5C53-238312B68767}"/>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02" name="四角形: 角を丸くする 201">
            <a:extLst>
              <a:ext uri="{FF2B5EF4-FFF2-40B4-BE49-F238E27FC236}">
                <a16:creationId xmlns:a16="http://schemas.microsoft.com/office/drawing/2014/main" id="{AF414A6F-8CE5-CBDF-887F-3322E8ADD173}"/>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203" name="四角形: 角を丸くする 202">
            <a:extLst>
              <a:ext uri="{FF2B5EF4-FFF2-40B4-BE49-F238E27FC236}">
                <a16:creationId xmlns:a16="http://schemas.microsoft.com/office/drawing/2014/main" id="{38BB8F7A-39AA-23D5-BBE5-A75EBE1EAE0A}"/>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204" name="四角形: 角を丸くする 203">
            <a:extLst>
              <a:ext uri="{FF2B5EF4-FFF2-40B4-BE49-F238E27FC236}">
                <a16:creationId xmlns:a16="http://schemas.microsoft.com/office/drawing/2014/main" id="{EDBCD4C0-D5DB-661A-3AF7-8F65E87D1D7A}"/>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205" name="四角形: 角を丸くする 204">
            <a:extLst>
              <a:ext uri="{FF2B5EF4-FFF2-40B4-BE49-F238E27FC236}">
                <a16:creationId xmlns:a16="http://schemas.microsoft.com/office/drawing/2014/main" id="{FF7853C0-326D-4ADE-A66A-58BDC658EFC4}"/>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06" name="四角形: 角を丸くする 205">
            <a:extLst>
              <a:ext uri="{FF2B5EF4-FFF2-40B4-BE49-F238E27FC236}">
                <a16:creationId xmlns:a16="http://schemas.microsoft.com/office/drawing/2014/main" id="{B37FE480-1745-0506-6CC9-FAA9B7366EA2}"/>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207" name="四角形: 角を丸くする 206">
            <a:extLst>
              <a:ext uri="{FF2B5EF4-FFF2-40B4-BE49-F238E27FC236}">
                <a16:creationId xmlns:a16="http://schemas.microsoft.com/office/drawing/2014/main" id="{F4E4AC0A-13E7-77D7-3A0B-706C17FAB05B}"/>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208" name="四角形: 角を丸くする 207">
            <a:extLst>
              <a:ext uri="{FF2B5EF4-FFF2-40B4-BE49-F238E27FC236}">
                <a16:creationId xmlns:a16="http://schemas.microsoft.com/office/drawing/2014/main" id="{13CF5039-CDA4-11F8-6FEF-921969DB5ABA}"/>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09" name="四角形: 角を丸くする 208">
            <a:extLst>
              <a:ext uri="{FF2B5EF4-FFF2-40B4-BE49-F238E27FC236}">
                <a16:creationId xmlns:a16="http://schemas.microsoft.com/office/drawing/2014/main" id="{306A603A-BBC8-3044-A81B-FCB275304A4D}"/>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210" name="四角形: 角を丸くする 209">
            <a:extLst>
              <a:ext uri="{FF2B5EF4-FFF2-40B4-BE49-F238E27FC236}">
                <a16:creationId xmlns:a16="http://schemas.microsoft.com/office/drawing/2014/main" id="{5EB9A908-1578-F6ED-6328-78B16476131B}"/>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211" name="四角形: 角を丸くする 210">
            <a:extLst>
              <a:ext uri="{FF2B5EF4-FFF2-40B4-BE49-F238E27FC236}">
                <a16:creationId xmlns:a16="http://schemas.microsoft.com/office/drawing/2014/main" id="{5F3683D9-DFB1-2109-C800-346362FD7BBA}"/>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2" name="四角形: 角を丸くする 211">
            <a:extLst>
              <a:ext uri="{FF2B5EF4-FFF2-40B4-BE49-F238E27FC236}">
                <a16:creationId xmlns:a16="http://schemas.microsoft.com/office/drawing/2014/main" id="{B55E1B0D-1C5E-115D-6086-0C04F316DF02}"/>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213" name="四角形: 角を丸くする 212">
            <a:extLst>
              <a:ext uri="{FF2B5EF4-FFF2-40B4-BE49-F238E27FC236}">
                <a16:creationId xmlns:a16="http://schemas.microsoft.com/office/drawing/2014/main" id="{3F1943E6-0E93-852C-850B-493386BA9035}"/>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4" name="四角形: 角を丸くする 213">
            <a:extLst>
              <a:ext uri="{FF2B5EF4-FFF2-40B4-BE49-F238E27FC236}">
                <a16:creationId xmlns:a16="http://schemas.microsoft.com/office/drawing/2014/main" id="{96B8C558-4025-AB92-A47F-2C0B4EBA0091}"/>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5" name="四角形: 角を丸くする 214">
            <a:extLst>
              <a:ext uri="{FF2B5EF4-FFF2-40B4-BE49-F238E27FC236}">
                <a16:creationId xmlns:a16="http://schemas.microsoft.com/office/drawing/2014/main" id="{17BD53DC-E144-539B-DAA9-3AF1444F7D27}"/>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216" name="四角形: 角を丸くする 215">
            <a:extLst>
              <a:ext uri="{FF2B5EF4-FFF2-40B4-BE49-F238E27FC236}">
                <a16:creationId xmlns:a16="http://schemas.microsoft.com/office/drawing/2014/main" id="{8B2412FB-1970-4E7D-A3FF-3124AF5D6EB7}"/>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7" name="四角形: 角を丸くする 216">
            <a:extLst>
              <a:ext uri="{FF2B5EF4-FFF2-40B4-BE49-F238E27FC236}">
                <a16:creationId xmlns:a16="http://schemas.microsoft.com/office/drawing/2014/main" id="{96161300-8439-FE79-3D80-E73E49CEBA95}"/>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8" name="四角形: 角を丸くする 217">
            <a:extLst>
              <a:ext uri="{FF2B5EF4-FFF2-40B4-BE49-F238E27FC236}">
                <a16:creationId xmlns:a16="http://schemas.microsoft.com/office/drawing/2014/main" id="{6C4C03E3-614E-BD6B-1F62-C7E90E2CD954}"/>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19" name="四角形: 角を丸くする 218">
            <a:extLst>
              <a:ext uri="{FF2B5EF4-FFF2-40B4-BE49-F238E27FC236}">
                <a16:creationId xmlns:a16="http://schemas.microsoft.com/office/drawing/2014/main" id="{DDCA9D1A-88F4-CAC1-0141-FA2DBFE51FCF}"/>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0" name="四角形: 角を丸くする 219">
            <a:extLst>
              <a:ext uri="{FF2B5EF4-FFF2-40B4-BE49-F238E27FC236}">
                <a16:creationId xmlns:a16="http://schemas.microsoft.com/office/drawing/2014/main" id="{82075608-6ED4-F830-8131-188259D3A7A3}"/>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221" name="四角形: 角を丸くする 220">
            <a:extLst>
              <a:ext uri="{FF2B5EF4-FFF2-40B4-BE49-F238E27FC236}">
                <a16:creationId xmlns:a16="http://schemas.microsoft.com/office/drawing/2014/main" id="{A7FCDF06-FD2F-DBAA-C52B-3888363D531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2" name="四角形: 角を丸くする 221">
            <a:extLst>
              <a:ext uri="{FF2B5EF4-FFF2-40B4-BE49-F238E27FC236}">
                <a16:creationId xmlns:a16="http://schemas.microsoft.com/office/drawing/2014/main" id="{FBCC468E-B5BB-9851-8486-E777D73646AF}"/>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3" name="四角形: 角を丸くする 222">
            <a:extLst>
              <a:ext uri="{FF2B5EF4-FFF2-40B4-BE49-F238E27FC236}">
                <a16:creationId xmlns:a16="http://schemas.microsoft.com/office/drawing/2014/main" id="{A1082217-FA8A-DEFF-7EB5-B38EA0A4C2A5}"/>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224" name="四角形: 角を丸くする 223">
            <a:extLst>
              <a:ext uri="{FF2B5EF4-FFF2-40B4-BE49-F238E27FC236}">
                <a16:creationId xmlns:a16="http://schemas.microsoft.com/office/drawing/2014/main" id="{8A35A082-0F2D-EFA0-7CE5-B27E07EC675A}"/>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5" name="四角形: 角を丸くする 224">
            <a:extLst>
              <a:ext uri="{FF2B5EF4-FFF2-40B4-BE49-F238E27FC236}">
                <a16:creationId xmlns:a16="http://schemas.microsoft.com/office/drawing/2014/main" id="{35F56062-7F26-DEE1-8F12-13758142DA44}"/>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226" name="四角形: 角を丸くする 225">
            <a:extLst>
              <a:ext uri="{FF2B5EF4-FFF2-40B4-BE49-F238E27FC236}">
                <a16:creationId xmlns:a16="http://schemas.microsoft.com/office/drawing/2014/main" id="{6DD57D61-528E-6584-51D1-4EC96A7B18E3}"/>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227" name="四角形: 角を丸くする 226">
            <a:extLst>
              <a:ext uri="{FF2B5EF4-FFF2-40B4-BE49-F238E27FC236}">
                <a16:creationId xmlns:a16="http://schemas.microsoft.com/office/drawing/2014/main" id="{62FBAC84-E730-E27D-DE56-BB588EA6B98F}"/>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228" name="四角形: 角を丸くする 227">
            <a:extLst>
              <a:ext uri="{FF2B5EF4-FFF2-40B4-BE49-F238E27FC236}">
                <a16:creationId xmlns:a16="http://schemas.microsoft.com/office/drawing/2014/main" id="{4D9AE483-13C2-EC2A-C3B2-4C80BCD9F2C0}"/>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229" name="四角形: 角を丸くする 228">
            <a:extLst>
              <a:ext uri="{FF2B5EF4-FFF2-40B4-BE49-F238E27FC236}">
                <a16:creationId xmlns:a16="http://schemas.microsoft.com/office/drawing/2014/main" id="{9C868062-ED2D-53BF-F8D6-CF12F8C0903A}"/>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57" name="正方形/長方形 56">
            <a:extLst>
              <a:ext uri="{FF2B5EF4-FFF2-40B4-BE49-F238E27FC236}">
                <a16:creationId xmlns:a16="http://schemas.microsoft.com/office/drawing/2014/main" id="{72BF4D9A-4DC9-A514-C4B3-EF9DB39E7676}"/>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矢印: 上 3">
            <a:extLst>
              <a:ext uri="{FF2B5EF4-FFF2-40B4-BE49-F238E27FC236}">
                <a16:creationId xmlns:a16="http://schemas.microsoft.com/office/drawing/2014/main" id="{0752A4ED-7755-A81E-E997-EFE3D3BA5E4C}"/>
              </a:ext>
            </a:extLst>
          </p:cNvPr>
          <p:cNvSpPr/>
          <p:nvPr/>
        </p:nvSpPr>
        <p:spPr>
          <a:xfrm rot="19449610">
            <a:off x="-248166" y="69880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F111E35-AE4D-406D-BEA1-5831ED43657B}"/>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9ADBDE4-D982-3A96-05EF-AB27852C153F}"/>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F429AF8-7D08-65B2-AA91-A43265764E2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テキスト ボックス 4">
            <a:extLst>
              <a:ext uri="{FF2B5EF4-FFF2-40B4-BE49-F238E27FC236}">
                <a16:creationId xmlns:a16="http://schemas.microsoft.com/office/drawing/2014/main" id="{7E1C922A-577D-E1ED-C881-7790120857D6}"/>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3" name="四角形: 角を丸くする 2">
            <a:extLst>
              <a:ext uri="{FF2B5EF4-FFF2-40B4-BE49-F238E27FC236}">
                <a16:creationId xmlns:a16="http://schemas.microsoft.com/office/drawing/2014/main" id="{E473BDCB-5D76-D790-4FB9-5630ED08124E}"/>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4F7BC63F-3083-7624-ECE9-4922A0334EAD}"/>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29" name="正方形/長方形 28">
            <a:extLst>
              <a:ext uri="{FF2B5EF4-FFF2-40B4-BE49-F238E27FC236}">
                <a16:creationId xmlns:a16="http://schemas.microsoft.com/office/drawing/2014/main" id="{1EC45D22-F61F-D445-D802-B0697EB25349}"/>
              </a:ext>
            </a:extLst>
          </p:cNvPr>
          <p:cNvSpPr/>
          <p:nvPr/>
        </p:nvSpPr>
        <p:spPr>
          <a:xfrm>
            <a:off x="0" y="-366248"/>
            <a:ext cx="12192000" cy="1124789"/>
          </a:xfrm>
          <a:prstGeom prst="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1" name="四角形: 角を丸くする 60">
            <a:extLst>
              <a:ext uri="{FF2B5EF4-FFF2-40B4-BE49-F238E27FC236}">
                <a16:creationId xmlns:a16="http://schemas.microsoft.com/office/drawing/2014/main" id="{103C6B65-20FD-36CD-13A9-783C52C68773}"/>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231" name="テキスト ボックス 230">
            <a:extLst>
              <a:ext uri="{FF2B5EF4-FFF2-40B4-BE49-F238E27FC236}">
                <a16:creationId xmlns:a16="http://schemas.microsoft.com/office/drawing/2014/main" id="{79D872F9-286E-CF9D-1344-88FAF602900A}"/>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ユーザーのアクションに合わせ</a:t>
            </a:r>
            <a:r>
              <a:rPr lang="ja-JP" altLang="en-US" dirty="0">
                <a:solidFill>
                  <a:schemeClr val="bg1"/>
                </a:solidFill>
              </a:rPr>
              <a:t>た動的な</a:t>
            </a:r>
            <a:r>
              <a:rPr kumimoji="1" lang="en-US" altLang="ja-JP" dirty="0">
                <a:solidFill>
                  <a:schemeClr val="bg1"/>
                </a:solidFill>
              </a:rPr>
              <a:t>UI</a:t>
            </a:r>
            <a:endParaRPr kumimoji="1" lang="ja-JP" altLang="en-US" dirty="0">
              <a:solidFill>
                <a:schemeClr val="bg1"/>
              </a:solidFill>
            </a:endParaRPr>
          </a:p>
        </p:txBody>
      </p:sp>
      <p:sp>
        <p:nvSpPr>
          <p:cNvPr id="7" name="テキスト ボックス 6">
            <a:extLst>
              <a:ext uri="{FF2B5EF4-FFF2-40B4-BE49-F238E27FC236}">
                <a16:creationId xmlns:a16="http://schemas.microsoft.com/office/drawing/2014/main" id="{76EDE943-EF8E-4F6B-4CF3-B845A6EA616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665970"/>
      </p:ext>
    </p:extLst>
  </p:cSld>
  <p:clrMapOvr>
    <a:masterClrMapping/>
  </p:clrMapOvr>
  <mc:AlternateContent xmlns:mc="http://schemas.openxmlformats.org/markup-compatibility/2006" xmlns:p159="http://schemas.microsoft.com/office/powerpoint/2015/09/main">
    <mc:Choice Requires="p159">
      <p:transition advClick="0" advTm="1000">
        <p159:morph option="byObject"/>
      </p:transition>
    </mc:Choice>
    <mc:Fallback xmlns="">
      <p:transition advClick="0" advTm="1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88A0B-36FD-5792-ED3B-90D6F8FE3C36}"/>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5B06B88-DB9F-C7A6-4DD2-D69971633580}"/>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543CD77E-8796-8F0E-E949-C9D4EAAABDB6}"/>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9" name="四角形: 角を丸くする 28">
            <a:extLst>
              <a:ext uri="{FF2B5EF4-FFF2-40B4-BE49-F238E27FC236}">
                <a16:creationId xmlns:a16="http://schemas.microsoft.com/office/drawing/2014/main" id="{B96AACC6-805D-C36D-C45D-091129072857}"/>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1" name="四角形: 角を丸くする 40">
            <a:extLst>
              <a:ext uri="{FF2B5EF4-FFF2-40B4-BE49-F238E27FC236}">
                <a16:creationId xmlns:a16="http://schemas.microsoft.com/office/drawing/2014/main" id="{C1F7BA87-4A41-555E-1C6C-6CCF50DB0C13}"/>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4" name="四角形: 角を丸くする 43">
            <a:extLst>
              <a:ext uri="{FF2B5EF4-FFF2-40B4-BE49-F238E27FC236}">
                <a16:creationId xmlns:a16="http://schemas.microsoft.com/office/drawing/2014/main" id="{E61C4011-A9EA-9B48-2F9B-B7A901DD5104}"/>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53" name="四角形: 角を丸くする 52">
            <a:extLst>
              <a:ext uri="{FF2B5EF4-FFF2-40B4-BE49-F238E27FC236}">
                <a16:creationId xmlns:a16="http://schemas.microsoft.com/office/drawing/2014/main" id="{5BB8F2C0-A05E-18D4-610A-B3849BC61A54}"/>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58" name="四角形: 角を丸くする 57">
            <a:extLst>
              <a:ext uri="{FF2B5EF4-FFF2-40B4-BE49-F238E27FC236}">
                <a16:creationId xmlns:a16="http://schemas.microsoft.com/office/drawing/2014/main" id="{FC877EA5-FE93-2E3C-953F-0330446B370E}"/>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59" name="四角形: 角を丸くする 58">
            <a:extLst>
              <a:ext uri="{FF2B5EF4-FFF2-40B4-BE49-F238E27FC236}">
                <a16:creationId xmlns:a16="http://schemas.microsoft.com/office/drawing/2014/main" id="{E01B60E0-E4BB-126E-B5D8-E82BEFECFE35}"/>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62" name="四角形: 角を丸くする 61">
            <a:extLst>
              <a:ext uri="{FF2B5EF4-FFF2-40B4-BE49-F238E27FC236}">
                <a16:creationId xmlns:a16="http://schemas.microsoft.com/office/drawing/2014/main" id="{3037AB15-B592-9A9F-4432-7EA56EE37FC7}"/>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63" name="四角形: 角を丸くする 62">
            <a:extLst>
              <a:ext uri="{FF2B5EF4-FFF2-40B4-BE49-F238E27FC236}">
                <a16:creationId xmlns:a16="http://schemas.microsoft.com/office/drawing/2014/main" id="{E2D101B0-8A55-2737-8D5A-31A243A5D2DD}"/>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64" name="四角形: 角を丸くする 63">
            <a:extLst>
              <a:ext uri="{FF2B5EF4-FFF2-40B4-BE49-F238E27FC236}">
                <a16:creationId xmlns:a16="http://schemas.microsoft.com/office/drawing/2014/main" id="{89B337B7-DAFB-9911-2366-02791C8EF750}"/>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65" name="四角形: 角を丸くする 64">
            <a:extLst>
              <a:ext uri="{FF2B5EF4-FFF2-40B4-BE49-F238E27FC236}">
                <a16:creationId xmlns:a16="http://schemas.microsoft.com/office/drawing/2014/main" id="{3AF3B088-3676-B3FD-73A0-CFEF59DC8FA4}"/>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66" name="四角形: 角を丸くする 65">
            <a:extLst>
              <a:ext uri="{FF2B5EF4-FFF2-40B4-BE49-F238E27FC236}">
                <a16:creationId xmlns:a16="http://schemas.microsoft.com/office/drawing/2014/main" id="{6745B5E7-59C4-08C4-921C-AC747EA6BC86}"/>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67" name="四角形: 角を丸くする 66">
            <a:extLst>
              <a:ext uri="{FF2B5EF4-FFF2-40B4-BE49-F238E27FC236}">
                <a16:creationId xmlns:a16="http://schemas.microsoft.com/office/drawing/2014/main" id="{799F5070-4995-24BC-A5B7-5298282FFBE6}"/>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68" name="四角形: 角を丸くする 67">
            <a:extLst>
              <a:ext uri="{FF2B5EF4-FFF2-40B4-BE49-F238E27FC236}">
                <a16:creationId xmlns:a16="http://schemas.microsoft.com/office/drawing/2014/main" id="{D25EC479-D458-F7C5-70BD-D87FBCF0554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69" name="四角形: 角を丸くする 68">
            <a:extLst>
              <a:ext uri="{FF2B5EF4-FFF2-40B4-BE49-F238E27FC236}">
                <a16:creationId xmlns:a16="http://schemas.microsoft.com/office/drawing/2014/main" id="{04FE4D14-74E6-C5E2-7BB0-6E3C4022AA21}"/>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70" name="四角形: 角を丸くする 69">
            <a:extLst>
              <a:ext uri="{FF2B5EF4-FFF2-40B4-BE49-F238E27FC236}">
                <a16:creationId xmlns:a16="http://schemas.microsoft.com/office/drawing/2014/main" id="{6317D665-BCA5-3B4D-D8EC-A802EDF7F6C6}"/>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71" name="四角形: 角を丸くする 70">
            <a:extLst>
              <a:ext uri="{FF2B5EF4-FFF2-40B4-BE49-F238E27FC236}">
                <a16:creationId xmlns:a16="http://schemas.microsoft.com/office/drawing/2014/main" id="{DE034F78-6F40-809F-7944-671D61F14ED0}"/>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72" name="四角形: 角を丸くする 71">
            <a:extLst>
              <a:ext uri="{FF2B5EF4-FFF2-40B4-BE49-F238E27FC236}">
                <a16:creationId xmlns:a16="http://schemas.microsoft.com/office/drawing/2014/main" id="{23C57FB3-AF97-0169-C30A-58115C60D3AB}"/>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73" name="四角形: 角を丸くする 72">
            <a:extLst>
              <a:ext uri="{FF2B5EF4-FFF2-40B4-BE49-F238E27FC236}">
                <a16:creationId xmlns:a16="http://schemas.microsoft.com/office/drawing/2014/main" id="{0FEAAE1B-347F-4930-62D8-D1BBF636701C}"/>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74" name="四角形: 角を丸くする 73">
            <a:extLst>
              <a:ext uri="{FF2B5EF4-FFF2-40B4-BE49-F238E27FC236}">
                <a16:creationId xmlns:a16="http://schemas.microsoft.com/office/drawing/2014/main" id="{454D659B-8188-4BF5-8895-17BFD23C90C8}"/>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75" name="四角形: 角を丸くする 74">
            <a:extLst>
              <a:ext uri="{FF2B5EF4-FFF2-40B4-BE49-F238E27FC236}">
                <a16:creationId xmlns:a16="http://schemas.microsoft.com/office/drawing/2014/main" id="{71A50A09-DA43-8EB9-7E69-F25CA58E83D3}"/>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76" name="四角形: 角を丸くする 75">
            <a:extLst>
              <a:ext uri="{FF2B5EF4-FFF2-40B4-BE49-F238E27FC236}">
                <a16:creationId xmlns:a16="http://schemas.microsoft.com/office/drawing/2014/main" id="{E70DBB09-9FBD-702E-A07F-3474E057D37C}"/>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77" name="四角形: 角を丸くする 76">
            <a:extLst>
              <a:ext uri="{FF2B5EF4-FFF2-40B4-BE49-F238E27FC236}">
                <a16:creationId xmlns:a16="http://schemas.microsoft.com/office/drawing/2014/main" id="{5B1641E0-5A59-153B-BF05-7179454780BB}"/>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78" name="四角形: 角を丸くする 77">
            <a:extLst>
              <a:ext uri="{FF2B5EF4-FFF2-40B4-BE49-F238E27FC236}">
                <a16:creationId xmlns:a16="http://schemas.microsoft.com/office/drawing/2014/main" id="{3BD1353D-25FF-79D6-C793-4D83023AC3B8}"/>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79" name="四角形: 角を丸くする 78">
            <a:extLst>
              <a:ext uri="{FF2B5EF4-FFF2-40B4-BE49-F238E27FC236}">
                <a16:creationId xmlns:a16="http://schemas.microsoft.com/office/drawing/2014/main" id="{A72D9D88-6828-24C0-E0D9-9315A258FB1A}"/>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80" name="四角形: 角を丸くする 79">
            <a:extLst>
              <a:ext uri="{FF2B5EF4-FFF2-40B4-BE49-F238E27FC236}">
                <a16:creationId xmlns:a16="http://schemas.microsoft.com/office/drawing/2014/main" id="{AD15C1AF-65F3-2F5C-4204-605306475B13}"/>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81" name="四角形: 角を丸くする 80">
            <a:extLst>
              <a:ext uri="{FF2B5EF4-FFF2-40B4-BE49-F238E27FC236}">
                <a16:creationId xmlns:a16="http://schemas.microsoft.com/office/drawing/2014/main" id="{89DCC257-3927-5FDA-9CFB-8FC999127308}"/>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82" name="四角形: 角を丸くする 81">
            <a:extLst>
              <a:ext uri="{FF2B5EF4-FFF2-40B4-BE49-F238E27FC236}">
                <a16:creationId xmlns:a16="http://schemas.microsoft.com/office/drawing/2014/main" id="{16190F5C-096C-A0CD-262C-06E0AFF1FA37}"/>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3" name="四角形: 角を丸くする 82">
            <a:extLst>
              <a:ext uri="{FF2B5EF4-FFF2-40B4-BE49-F238E27FC236}">
                <a16:creationId xmlns:a16="http://schemas.microsoft.com/office/drawing/2014/main" id="{CAF75E2E-7B59-2940-7630-ECE62A3CCEE9}"/>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84" name="四角形: 角を丸くする 83">
            <a:extLst>
              <a:ext uri="{FF2B5EF4-FFF2-40B4-BE49-F238E27FC236}">
                <a16:creationId xmlns:a16="http://schemas.microsoft.com/office/drawing/2014/main" id="{05FAD342-0EE1-255B-14C8-FA220515F3C1}"/>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5" name="四角形: 角を丸くする 84">
            <a:extLst>
              <a:ext uri="{FF2B5EF4-FFF2-40B4-BE49-F238E27FC236}">
                <a16:creationId xmlns:a16="http://schemas.microsoft.com/office/drawing/2014/main" id="{107AAEEB-7B22-C28E-DD76-8DDC8D697EE6}"/>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86" name="四角形: 角を丸くする 85">
            <a:extLst>
              <a:ext uri="{FF2B5EF4-FFF2-40B4-BE49-F238E27FC236}">
                <a16:creationId xmlns:a16="http://schemas.microsoft.com/office/drawing/2014/main" id="{64D8C81C-ADFD-6EDE-6D36-286F03AFAD65}"/>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87" name="四角形: 角を丸くする 86">
            <a:extLst>
              <a:ext uri="{FF2B5EF4-FFF2-40B4-BE49-F238E27FC236}">
                <a16:creationId xmlns:a16="http://schemas.microsoft.com/office/drawing/2014/main" id="{8D7D8324-F997-DEF9-AE13-E30060745D7B}"/>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8" name="四角形: 角を丸くする 87">
            <a:extLst>
              <a:ext uri="{FF2B5EF4-FFF2-40B4-BE49-F238E27FC236}">
                <a16:creationId xmlns:a16="http://schemas.microsoft.com/office/drawing/2014/main" id="{86745733-DED1-5CBE-CC37-8C0909F407A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89" name="四角形: 角を丸くする 88">
            <a:extLst>
              <a:ext uri="{FF2B5EF4-FFF2-40B4-BE49-F238E27FC236}">
                <a16:creationId xmlns:a16="http://schemas.microsoft.com/office/drawing/2014/main" id="{D609E466-EA38-966E-B413-104E11B24989}"/>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90" name="四角形: 角を丸くする 89">
            <a:extLst>
              <a:ext uri="{FF2B5EF4-FFF2-40B4-BE49-F238E27FC236}">
                <a16:creationId xmlns:a16="http://schemas.microsoft.com/office/drawing/2014/main" id="{0BFE56B4-272C-3174-2EE3-67D62BD31A4A}"/>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1" name="四角形: 角を丸くする 90">
            <a:extLst>
              <a:ext uri="{FF2B5EF4-FFF2-40B4-BE49-F238E27FC236}">
                <a16:creationId xmlns:a16="http://schemas.microsoft.com/office/drawing/2014/main" id="{263CEC40-03D0-7F1C-5BD8-DCC9D1E4841E}"/>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92" name="四角形: 角を丸くする 91">
            <a:extLst>
              <a:ext uri="{FF2B5EF4-FFF2-40B4-BE49-F238E27FC236}">
                <a16:creationId xmlns:a16="http://schemas.microsoft.com/office/drawing/2014/main" id="{20848239-6199-77D6-AC37-E9BD0E3D7DDF}"/>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3" name="四角形: 角を丸くする 92">
            <a:extLst>
              <a:ext uri="{FF2B5EF4-FFF2-40B4-BE49-F238E27FC236}">
                <a16:creationId xmlns:a16="http://schemas.microsoft.com/office/drawing/2014/main" id="{1B0CF735-21D4-5FA2-C429-1A48F62F7ED3}"/>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94" name="四角形: 角を丸くする 93">
            <a:extLst>
              <a:ext uri="{FF2B5EF4-FFF2-40B4-BE49-F238E27FC236}">
                <a16:creationId xmlns:a16="http://schemas.microsoft.com/office/drawing/2014/main" id="{CE175C34-327D-334D-714C-E314B87DD362}"/>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95" name="四角形: 角を丸くする 94">
            <a:extLst>
              <a:ext uri="{FF2B5EF4-FFF2-40B4-BE49-F238E27FC236}">
                <a16:creationId xmlns:a16="http://schemas.microsoft.com/office/drawing/2014/main" id="{1ADF357D-1096-540D-C5BC-80F90CE1FA49}"/>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96" name="四角形: 角を丸くする 95">
            <a:extLst>
              <a:ext uri="{FF2B5EF4-FFF2-40B4-BE49-F238E27FC236}">
                <a16:creationId xmlns:a16="http://schemas.microsoft.com/office/drawing/2014/main" id="{8615C5B0-B1AC-1459-3A60-347D25010FC0}"/>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97" name="四角形: 角を丸くする 96">
            <a:extLst>
              <a:ext uri="{FF2B5EF4-FFF2-40B4-BE49-F238E27FC236}">
                <a16:creationId xmlns:a16="http://schemas.microsoft.com/office/drawing/2014/main" id="{6F400E59-CE4E-0A0F-525D-4FBCCA4D1EF8}"/>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6949D5FC-AE1A-D5B9-2708-6021498DCC1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13AED8A6-09C9-4D7B-8EA1-0A6FAAAD2174}"/>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95AF8ADF-B882-23F1-B5A1-B9ABB7993FC4}"/>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90CB01DE-B8C7-0CD6-C5B7-AAD1CE4B9BB5}"/>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4" name="テキスト ボックス 3">
            <a:extLst>
              <a:ext uri="{FF2B5EF4-FFF2-40B4-BE49-F238E27FC236}">
                <a16:creationId xmlns:a16="http://schemas.microsoft.com/office/drawing/2014/main" id="{8F2F1013-14F7-62E2-63E9-0CB46B92FFF7}"/>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D6DE6DB4-00A5-5B5A-F936-7C739707DAE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CA305F8F-EA40-6FB7-79FA-98C926A79195}"/>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0FCB3A78-D4CA-1DC2-C4E5-FD2F3B4F39D9}"/>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矢印: 上 4">
            <a:extLst>
              <a:ext uri="{FF2B5EF4-FFF2-40B4-BE49-F238E27FC236}">
                <a16:creationId xmlns:a16="http://schemas.microsoft.com/office/drawing/2014/main" id="{1AD31C94-7AA4-CB22-CAC0-62DE5F6B8CF1}"/>
              </a:ext>
            </a:extLst>
          </p:cNvPr>
          <p:cNvSpPr/>
          <p:nvPr/>
        </p:nvSpPr>
        <p:spPr>
          <a:xfrm rot="19449610">
            <a:off x="11647341"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テキスト ボックス 98">
            <a:extLst>
              <a:ext uri="{FF2B5EF4-FFF2-40B4-BE49-F238E27FC236}">
                <a16:creationId xmlns:a16="http://schemas.microsoft.com/office/drawing/2014/main" id="{50765598-C598-6AB5-5834-EDA5C1F9B2D3}"/>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7" name="テキスト ボックス 6">
            <a:extLst>
              <a:ext uri="{FF2B5EF4-FFF2-40B4-BE49-F238E27FC236}">
                <a16:creationId xmlns:a16="http://schemas.microsoft.com/office/drawing/2014/main" id="{BD392EFD-B8B3-C77E-549E-3BD83C834D4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67341755"/>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1CDF5-C6CE-EE71-0C5E-76BA73F50358}"/>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A88BFFD-B61A-1C96-6B86-C539276E5762}"/>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0" name="四角形: 角を丸くする 189">
            <a:extLst>
              <a:ext uri="{FF2B5EF4-FFF2-40B4-BE49-F238E27FC236}">
                <a16:creationId xmlns:a16="http://schemas.microsoft.com/office/drawing/2014/main" id="{BBB184BB-395A-B01B-62AD-3702BB6C907F}"/>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91" name="四角形: 角を丸くする 190">
            <a:extLst>
              <a:ext uri="{FF2B5EF4-FFF2-40B4-BE49-F238E27FC236}">
                <a16:creationId xmlns:a16="http://schemas.microsoft.com/office/drawing/2014/main" id="{D29DD2E6-1684-0D70-6DBD-C199BAB04993}"/>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2" name="四角形: 角を丸くする 191">
            <a:extLst>
              <a:ext uri="{FF2B5EF4-FFF2-40B4-BE49-F238E27FC236}">
                <a16:creationId xmlns:a16="http://schemas.microsoft.com/office/drawing/2014/main" id="{866C5B78-6EEF-343B-FB43-4847E20B52E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93" name="四角形: 角を丸くする 192">
            <a:extLst>
              <a:ext uri="{FF2B5EF4-FFF2-40B4-BE49-F238E27FC236}">
                <a16:creationId xmlns:a16="http://schemas.microsoft.com/office/drawing/2014/main" id="{A15EC6EE-0113-B386-5748-D7FB0A1BEC4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94" name="四角形: 角を丸くする 193">
            <a:extLst>
              <a:ext uri="{FF2B5EF4-FFF2-40B4-BE49-F238E27FC236}">
                <a16:creationId xmlns:a16="http://schemas.microsoft.com/office/drawing/2014/main" id="{D35CBFFC-7F1F-5133-6013-47E8C31F4275}"/>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5" name="四角形: 角を丸くする 194">
            <a:extLst>
              <a:ext uri="{FF2B5EF4-FFF2-40B4-BE49-F238E27FC236}">
                <a16:creationId xmlns:a16="http://schemas.microsoft.com/office/drawing/2014/main" id="{4E7D4DFC-8086-629A-0FC3-91F50D18C2D3}"/>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96" name="四角形: 角を丸くする 195">
            <a:extLst>
              <a:ext uri="{FF2B5EF4-FFF2-40B4-BE49-F238E27FC236}">
                <a16:creationId xmlns:a16="http://schemas.microsoft.com/office/drawing/2014/main" id="{FD602640-6AEF-544E-FD68-3EBE13B36D4D}"/>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97" name="四角形: 角を丸くする 196">
            <a:extLst>
              <a:ext uri="{FF2B5EF4-FFF2-40B4-BE49-F238E27FC236}">
                <a16:creationId xmlns:a16="http://schemas.microsoft.com/office/drawing/2014/main" id="{DF2D222D-63C2-7BC4-BEEC-54D406B4E960}"/>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98" name="四角形: 角を丸くする 197">
            <a:extLst>
              <a:ext uri="{FF2B5EF4-FFF2-40B4-BE49-F238E27FC236}">
                <a16:creationId xmlns:a16="http://schemas.microsoft.com/office/drawing/2014/main" id="{BF7E6E39-9D2A-CB4F-1FC4-C5113CA42D94}"/>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99" name="四角形: 角を丸くする 198">
            <a:extLst>
              <a:ext uri="{FF2B5EF4-FFF2-40B4-BE49-F238E27FC236}">
                <a16:creationId xmlns:a16="http://schemas.microsoft.com/office/drawing/2014/main" id="{5D854DCE-9CDE-6004-5FEB-5DA064798BA7}"/>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00" name="四角形: 角を丸くする 199">
            <a:extLst>
              <a:ext uri="{FF2B5EF4-FFF2-40B4-BE49-F238E27FC236}">
                <a16:creationId xmlns:a16="http://schemas.microsoft.com/office/drawing/2014/main" id="{C920137F-26AD-C80B-16D6-2868C05D9127}"/>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01" name="四角形: 角を丸くする 200">
            <a:extLst>
              <a:ext uri="{FF2B5EF4-FFF2-40B4-BE49-F238E27FC236}">
                <a16:creationId xmlns:a16="http://schemas.microsoft.com/office/drawing/2014/main" id="{02F7C6A7-F2F4-DE5F-4C2E-22E2E864A3F6}"/>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02" name="四角形: 角を丸くする 201">
            <a:extLst>
              <a:ext uri="{FF2B5EF4-FFF2-40B4-BE49-F238E27FC236}">
                <a16:creationId xmlns:a16="http://schemas.microsoft.com/office/drawing/2014/main" id="{59F0E656-43AD-60D3-906B-1996D160901F}"/>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03" name="四角形: 角を丸くする 202">
            <a:extLst>
              <a:ext uri="{FF2B5EF4-FFF2-40B4-BE49-F238E27FC236}">
                <a16:creationId xmlns:a16="http://schemas.microsoft.com/office/drawing/2014/main" id="{79AAF890-26CE-EE45-E6B8-0503E87AAC19}"/>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04" name="四角形: 角を丸くする 203">
            <a:extLst>
              <a:ext uri="{FF2B5EF4-FFF2-40B4-BE49-F238E27FC236}">
                <a16:creationId xmlns:a16="http://schemas.microsoft.com/office/drawing/2014/main" id="{F310B2BA-585B-1633-46CE-99E2AF98686A}"/>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05" name="四角形: 角を丸くする 204">
            <a:extLst>
              <a:ext uri="{FF2B5EF4-FFF2-40B4-BE49-F238E27FC236}">
                <a16:creationId xmlns:a16="http://schemas.microsoft.com/office/drawing/2014/main" id="{2A53681A-4A57-F20B-21E0-C7F1F105460C}"/>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206" name="四角形: 角を丸くする 205">
            <a:extLst>
              <a:ext uri="{FF2B5EF4-FFF2-40B4-BE49-F238E27FC236}">
                <a16:creationId xmlns:a16="http://schemas.microsoft.com/office/drawing/2014/main" id="{8187FF56-007D-0FCB-790F-95C645DD0FCC}"/>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207" name="四角形: 角を丸くする 206">
            <a:extLst>
              <a:ext uri="{FF2B5EF4-FFF2-40B4-BE49-F238E27FC236}">
                <a16:creationId xmlns:a16="http://schemas.microsoft.com/office/drawing/2014/main" id="{6D8B3D8A-93C2-FB8A-BDA1-7F039D5390C5}"/>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208" name="四角形: 角を丸くする 207">
            <a:extLst>
              <a:ext uri="{FF2B5EF4-FFF2-40B4-BE49-F238E27FC236}">
                <a16:creationId xmlns:a16="http://schemas.microsoft.com/office/drawing/2014/main" id="{986D5B48-D31F-9CE9-744C-721C9A6462BB}"/>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09" name="四角形: 角を丸くする 208">
            <a:extLst>
              <a:ext uri="{FF2B5EF4-FFF2-40B4-BE49-F238E27FC236}">
                <a16:creationId xmlns:a16="http://schemas.microsoft.com/office/drawing/2014/main" id="{9327FB34-E4A5-4F30-60B1-7D2523B6D0F2}"/>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210" name="四角形: 角を丸くする 209">
            <a:extLst>
              <a:ext uri="{FF2B5EF4-FFF2-40B4-BE49-F238E27FC236}">
                <a16:creationId xmlns:a16="http://schemas.microsoft.com/office/drawing/2014/main" id="{813B4669-95B4-156D-6770-28B857157274}"/>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211" name="四角形: 角を丸くする 210">
            <a:extLst>
              <a:ext uri="{FF2B5EF4-FFF2-40B4-BE49-F238E27FC236}">
                <a16:creationId xmlns:a16="http://schemas.microsoft.com/office/drawing/2014/main" id="{8D33C77F-9511-B6FD-A063-482510C465F3}"/>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2" name="四角形: 角を丸くする 211">
            <a:extLst>
              <a:ext uri="{FF2B5EF4-FFF2-40B4-BE49-F238E27FC236}">
                <a16:creationId xmlns:a16="http://schemas.microsoft.com/office/drawing/2014/main" id="{FD40AC10-51E0-56EF-5605-312DDA5DCD1B}"/>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213" name="四角形: 角を丸くする 212">
            <a:extLst>
              <a:ext uri="{FF2B5EF4-FFF2-40B4-BE49-F238E27FC236}">
                <a16:creationId xmlns:a16="http://schemas.microsoft.com/office/drawing/2014/main" id="{81BCB779-D960-D1BE-0F68-AF102312BB7A}"/>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214" name="四角形: 角を丸くする 213">
            <a:extLst>
              <a:ext uri="{FF2B5EF4-FFF2-40B4-BE49-F238E27FC236}">
                <a16:creationId xmlns:a16="http://schemas.microsoft.com/office/drawing/2014/main" id="{DD250C21-9A2D-D3CB-91DC-E85F000F86A7}"/>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15" name="四角形: 角を丸くする 214">
            <a:extLst>
              <a:ext uri="{FF2B5EF4-FFF2-40B4-BE49-F238E27FC236}">
                <a16:creationId xmlns:a16="http://schemas.microsoft.com/office/drawing/2014/main" id="{ED1BDC9B-6780-14F9-FE08-1B1E47F20629}"/>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216" name="四角形: 角を丸くする 215">
            <a:extLst>
              <a:ext uri="{FF2B5EF4-FFF2-40B4-BE49-F238E27FC236}">
                <a16:creationId xmlns:a16="http://schemas.microsoft.com/office/drawing/2014/main" id="{A2963AD3-9558-A0C7-A3BA-401695D13B97}"/>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217" name="四角形: 角を丸くする 216">
            <a:extLst>
              <a:ext uri="{FF2B5EF4-FFF2-40B4-BE49-F238E27FC236}">
                <a16:creationId xmlns:a16="http://schemas.microsoft.com/office/drawing/2014/main" id="{403EC344-FF56-1979-FAE7-904E3E999FDA}"/>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18" name="四角形: 角を丸くする 217">
            <a:extLst>
              <a:ext uri="{FF2B5EF4-FFF2-40B4-BE49-F238E27FC236}">
                <a16:creationId xmlns:a16="http://schemas.microsoft.com/office/drawing/2014/main" id="{D7119575-AB20-4389-358D-20E6E2FDE556}"/>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219" name="四角形: 角を丸くする 218">
            <a:extLst>
              <a:ext uri="{FF2B5EF4-FFF2-40B4-BE49-F238E27FC236}">
                <a16:creationId xmlns:a16="http://schemas.microsoft.com/office/drawing/2014/main" id="{541440BD-57F7-FF06-1C30-E1F67692560B}"/>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0" name="四角形: 角を丸くする 219">
            <a:extLst>
              <a:ext uri="{FF2B5EF4-FFF2-40B4-BE49-F238E27FC236}">
                <a16:creationId xmlns:a16="http://schemas.microsoft.com/office/drawing/2014/main" id="{4A30CEDC-4DAE-2686-4C94-40E05B1284C8}"/>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21" name="四角形: 角を丸くする 220">
            <a:extLst>
              <a:ext uri="{FF2B5EF4-FFF2-40B4-BE49-F238E27FC236}">
                <a16:creationId xmlns:a16="http://schemas.microsoft.com/office/drawing/2014/main" id="{3142E810-3B73-56EB-9792-FC45B053934B}"/>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2" name="四角形: 角を丸くする 221">
            <a:extLst>
              <a:ext uri="{FF2B5EF4-FFF2-40B4-BE49-F238E27FC236}">
                <a16:creationId xmlns:a16="http://schemas.microsoft.com/office/drawing/2014/main" id="{FCBC8B0E-449A-100F-60F2-7582FF3ACA1B}"/>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23" name="四角形: 角を丸くする 222">
            <a:extLst>
              <a:ext uri="{FF2B5EF4-FFF2-40B4-BE49-F238E27FC236}">
                <a16:creationId xmlns:a16="http://schemas.microsoft.com/office/drawing/2014/main" id="{F4FBD074-790C-262B-A188-DB54D66768E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224" name="四角形: 角を丸くする 223">
            <a:extLst>
              <a:ext uri="{FF2B5EF4-FFF2-40B4-BE49-F238E27FC236}">
                <a16:creationId xmlns:a16="http://schemas.microsoft.com/office/drawing/2014/main" id="{AD122C86-2C99-8004-E38A-E85E89E0D269}"/>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225" name="四角形: 角を丸くする 224">
            <a:extLst>
              <a:ext uri="{FF2B5EF4-FFF2-40B4-BE49-F238E27FC236}">
                <a16:creationId xmlns:a16="http://schemas.microsoft.com/office/drawing/2014/main" id="{F6FD6152-00EF-2D0D-559C-96068A5FF409}"/>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6" name="四角形: 角を丸くする 225">
            <a:extLst>
              <a:ext uri="{FF2B5EF4-FFF2-40B4-BE49-F238E27FC236}">
                <a16:creationId xmlns:a16="http://schemas.microsoft.com/office/drawing/2014/main" id="{BB9CA8D1-30E4-1E53-DCBE-D0362C028EFE}"/>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227" name="四角形: 角を丸くする 226">
            <a:extLst>
              <a:ext uri="{FF2B5EF4-FFF2-40B4-BE49-F238E27FC236}">
                <a16:creationId xmlns:a16="http://schemas.microsoft.com/office/drawing/2014/main" id="{E58AE737-071B-35E3-B76F-C7CD8AD822D3}"/>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228" name="四角形: 角を丸くする 227">
            <a:extLst>
              <a:ext uri="{FF2B5EF4-FFF2-40B4-BE49-F238E27FC236}">
                <a16:creationId xmlns:a16="http://schemas.microsoft.com/office/drawing/2014/main" id="{3101F87C-50F4-5447-3226-FCE31986FAC0}"/>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229" name="四角形: 角を丸くする 228">
            <a:extLst>
              <a:ext uri="{FF2B5EF4-FFF2-40B4-BE49-F238E27FC236}">
                <a16:creationId xmlns:a16="http://schemas.microsoft.com/office/drawing/2014/main" id="{A5AB0FCA-2EA8-E358-D027-5F26F61090D8}"/>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230" name="四角形: 角を丸くする 229">
            <a:extLst>
              <a:ext uri="{FF2B5EF4-FFF2-40B4-BE49-F238E27FC236}">
                <a16:creationId xmlns:a16="http://schemas.microsoft.com/office/drawing/2014/main" id="{93CA93D9-EF62-D49F-F8F0-1950BADC0506}"/>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231" name="四角形: 角を丸くする 230">
            <a:extLst>
              <a:ext uri="{FF2B5EF4-FFF2-40B4-BE49-F238E27FC236}">
                <a16:creationId xmlns:a16="http://schemas.microsoft.com/office/drawing/2014/main" id="{42FE0410-5361-CFDF-91EC-A4AF2DD7B984}"/>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232" name="四角形: 角を丸くする 231">
            <a:extLst>
              <a:ext uri="{FF2B5EF4-FFF2-40B4-BE49-F238E27FC236}">
                <a16:creationId xmlns:a16="http://schemas.microsoft.com/office/drawing/2014/main" id="{686EB49D-D917-9543-D206-7EB6A6EEDFDE}"/>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2288AD75-026E-8708-BEC1-3029E6A0DFF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C5CCE374-7B74-9D19-02E6-4F4BA051F66B}"/>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7E9846D2-C75C-78BB-C7E5-274F98F440F7}"/>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95F8F1FC-470A-E6C7-1C13-6A025BC1AEC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7" name="テキスト ボックス 6">
            <a:extLst>
              <a:ext uri="{FF2B5EF4-FFF2-40B4-BE49-F238E27FC236}">
                <a16:creationId xmlns:a16="http://schemas.microsoft.com/office/drawing/2014/main" id="{35E66A78-07D6-3171-06E9-EC23EDA2D675}"/>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C2F8466A-A82F-50B3-84AC-61B0A53850BA}"/>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0059F935-62B4-B191-F701-EA74EE38C831}"/>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ADC9D1BC-DC1D-E886-806F-850BEE52C13B}"/>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2CB04791-27D2-D07D-3524-819E6BDA16FA}"/>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44E201AE-7363-39EB-0CDF-7D7BD1085290}"/>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654EE68C-140A-C242-A3C1-BCBB10D2A4E6}"/>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36CC6DAA-1624-F030-4370-32CFD640800D}"/>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BA0EFB7D-0B49-B320-F9B9-9FF689CA1FA1}"/>
              </a:ext>
            </a:extLst>
          </p:cNvPr>
          <p:cNvSpPr/>
          <p:nvPr/>
        </p:nvSpPr>
        <p:spPr>
          <a:xfrm rot="19449610">
            <a:off x="11647341"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2AE024A3-AC8D-2B50-551C-A4358876EDFF}"/>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233" name="テキスト ボックス 232">
            <a:extLst>
              <a:ext uri="{FF2B5EF4-FFF2-40B4-BE49-F238E27FC236}">
                <a16:creationId xmlns:a16="http://schemas.microsoft.com/office/drawing/2014/main" id="{E15EFC68-F99D-EA40-848F-242FE731141E}"/>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3F6804A4-E72E-EF35-E384-99ADBFDF32D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02980819"/>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2F5F-5D15-33FE-9B2C-6293F66C303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DBA03CFC-0954-4AEF-E2D1-0B662EA6B2C4}"/>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四角形: 角を丸くする 101">
            <a:extLst>
              <a:ext uri="{FF2B5EF4-FFF2-40B4-BE49-F238E27FC236}">
                <a16:creationId xmlns:a16="http://schemas.microsoft.com/office/drawing/2014/main" id="{B2B606B7-8761-AB33-E75F-73E7569C2E8D}"/>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3" name="四角形: 角を丸くする 102">
            <a:extLst>
              <a:ext uri="{FF2B5EF4-FFF2-40B4-BE49-F238E27FC236}">
                <a16:creationId xmlns:a16="http://schemas.microsoft.com/office/drawing/2014/main" id="{D65A8EA7-CFF1-3A64-080C-57040D32D24A}"/>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4" name="四角形: 角を丸くする 103">
            <a:extLst>
              <a:ext uri="{FF2B5EF4-FFF2-40B4-BE49-F238E27FC236}">
                <a16:creationId xmlns:a16="http://schemas.microsoft.com/office/drawing/2014/main" id="{38F23859-5D8A-BD24-63B6-04D367307E0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5" name="四角形: 角を丸くする 104">
            <a:extLst>
              <a:ext uri="{FF2B5EF4-FFF2-40B4-BE49-F238E27FC236}">
                <a16:creationId xmlns:a16="http://schemas.microsoft.com/office/drawing/2014/main" id="{D9F1782A-EEFB-B589-A174-F7CA038E7CE3}"/>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6" name="四角形: 角を丸くする 105">
            <a:extLst>
              <a:ext uri="{FF2B5EF4-FFF2-40B4-BE49-F238E27FC236}">
                <a16:creationId xmlns:a16="http://schemas.microsoft.com/office/drawing/2014/main" id="{B504DFE2-2FDA-0736-6474-F86FC1EEA3AB}"/>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7" name="四角形: 角を丸くする 106">
            <a:extLst>
              <a:ext uri="{FF2B5EF4-FFF2-40B4-BE49-F238E27FC236}">
                <a16:creationId xmlns:a16="http://schemas.microsoft.com/office/drawing/2014/main" id="{0CCC41C4-AAB3-F96D-C03E-D32F5413C5C7}"/>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08" name="四角形: 角を丸くする 107">
            <a:extLst>
              <a:ext uri="{FF2B5EF4-FFF2-40B4-BE49-F238E27FC236}">
                <a16:creationId xmlns:a16="http://schemas.microsoft.com/office/drawing/2014/main" id="{007A5C6E-0E5F-5E14-638D-8A1A0DB076B1}"/>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09" name="四角形: 角を丸くする 108">
            <a:extLst>
              <a:ext uri="{FF2B5EF4-FFF2-40B4-BE49-F238E27FC236}">
                <a16:creationId xmlns:a16="http://schemas.microsoft.com/office/drawing/2014/main" id="{1C31D558-ACF5-F99B-CEDA-10AF35E91663}"/>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10" name="四角形: 角を丸くする 109">
            <a:extLst>
              <a:ext uri="{FF2B5EF4-FFF2-40B4-BE49-F238E27FC236}">
                <a16:creationId xmlns:a16="http://schemas.microsoft.com/office/drawing/2014/main" id="{23E0AF5E-E565-4D29-D802-833F9AC71998}"/>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1" name="四角形: 角を丸くする 110">
            <a:extLst>
              <a:ext uri="{FF2B5EF4-FFF2-40B4-BE49-F238E27FC236}">
                <a16:creationId xmlns:a16="http://schemas.microsoft.com/office/drawing/2014/main" id="{4C23F61F-3ED5-E113-7331-28E5968269AE}"/>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2" name="四角形: 角を丸くする 111">
            <a:extLst>
              <a:ext uri="{FF2B5EF4-FFF2-40B4-BE49-F238E27FC236}">
                <a16:creationId xmlns:a16="http://schemas.microsoft.com/office/drawing/2014/main" id="{D71C7148-4A3C-932C-E32D-3CD8709BD6A1}"/>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3" name="四角形: 角を丸くする 112">
            <a:extLst>
              <a:ext uri="{FF2B5EF4-FFF2-40B4-BE49-F238E27FC236}">
                <a16:creationId xmlns:a16="http://schemas.microsoft.com/office/drawing/2014/main" id="{B497C8C5-8508-E372-4565-BB23B8C8F4BD}"/>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4" name="四角形: 角を丸くする 113">
            <a:extLst>
              <a:ext uri="{FF2B5EF4-FFF2-40B4-BE49-F238E27FC236}">
                <a16:creationId xmlns:a16="http://schemas.microsoft.com/office/drawing/2014/main" id="{3F420CA2-04F3-087D-4037-F2E7DDB3FC5F}"/>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5" name="四角形: 角を丸くする 114">
            <a:extLst>
              <a:ext uri="{FF2B5EF4-FFF2-40B4-BE49-F238E27FC236}">
                <a16:creationId xmlns:a16="http://schemas.microsoft.com/office/drawing/2014/main" id="{AFDECD94-3D57-C278-2720-AB6727B54B3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6" name="四角形: 角を丸くする 115">
            <a:extLst>
              <a:ext uri="{FF2B5EF4-FFF2-40B4-BE49-F238E27FC236}">
                <a16:creationId xmlns:a16="http://schemas.microsoft.com/office/drawing/2014/main" id="{51D3C1C0-9A85-774F-F8B3-70BE36E6012B}"/>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7" name="四角形: 角を丸くする 116">
            <a:extLst>
              <a:ext uri="{FF2B5EF4-FFF2-40B4-BE49-F238E27FC236}">
                <a16:creationId xmlns:a16="http://schemas.microsoft.com/office/drawing/2014/main" id="{B32EB474-8AE2-A1F4-7BC2-18E4A18915E4}"/>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18" name="四角形: 角を丸くする 117">
            <a:extLst>
              <a:ext uri="{FF2B5EF4-FFF2-40B4-BE49-F238E27FC236}">
                <a16:creationId xmlns:a16="http://schemas.microsoft.com/office/drawing/2014/main" id="{C2FC9BC2-AA9C-777C-9389-1CEE779D1C19}"/>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19" name="四角形: 角を丸くする 118">
            <a:extLst>
              <a:ext uri="{FF2B5EF4-FFF2-40B4-BE49-F238E27FC236}">
                <a16:creationId xmlns:a16="http://schemas.microsoft.com/office/drawing/2014/main" id="{F41BACBB-8FDF-0C7C-4908-633F9EEA6B88}"/>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EC3C257B-A6C3-07F7-5544-D3EB0767382B}"/>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1" name="四角形: 角を丸くする 120">
            <a:extLst>
              <a:ext uri="{FF2B5EF4-FFF2-40B4-BE49-F238E27FC236}">
                <a16:creationId xmlns:a16="http://schemas.microsoft.com/office/drawing/2014/main" id="{AA2B2D8D-350D-DD79-BCA3-3A36928102EF}"/>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2" name="四角形: 角を丸くする 121">
            <a:extLst>
              <a:ext uri="{FF2B5EF4-FFF2-40B4-BE49-F238E27FC236}">
                <a16:creationId xmlns:a16="http://schemas.microsoft.com/office/drawing/2014/main" id="{40BFDB27-1252-6448-FC72-69044150DB38}"/>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3" name="四角形: 角を丸くする 122">
            <a:extLst>
              <a:ext uri="{FF2B5EF4-FFF2-40B4-BE49-F238E27FC236}">
                <a16:creationId xmlns:a16="http://schemas.microsoft.com/office/drawing/2014/main" id="{58270363-88E0-1898-15ED-D60FF48197FD}"/>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4" name="四角形: 角を丸くする 123">
            <a:extLst>
              <a:ext uri="{FF2B5EF4-FFF2-40B4-BE49-F238E27FC236}">
                <a16:creationId xmlns:a16="http://schemas.microsoft.com/office/drawing/2014/main" id="{B95583A7-B494-626F-5984-CBAE2D64995D}"/>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5" name="四角形: 角を丸くする 124">
            <a:extLst>
              <a:ext uri="{FF2B5EF4-FFF2-40B4-BE49-F238E27FC236}">
                <a16:creationId xmlns:a16="http://schemas.microsoft.com/office/drawing/2014/main" id="{8B162800-F256-ECC7-4A4D-D64B8B61D5B7}"/>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6" name="四角形: 角を丸くする 125">
            <a:extLst>
              <a:ext uri="{FF2B5EF4-FFF2-40B4-BE49-F238E27FC236}">
                <a16:creationId xmlns:a16="http://schemas.microsoft.com/office/drawing/2014/main" id="{890F9D8D-B8C1-B763-E826-3DB8150AFCC9}"/>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7" name="四角形: 角を丸くする 126">
            <a:extLst>
              <a:ext uri="{FF2B5EF4-FFF2-40B4-BE49-F238E27FC236}">
                <a16:creationId xmlns:a16="http://schemas.microsoft.com/office/drawing/2014/main" id="{2B932CC9-193B-87C8-8EDA-31A8F3E93BE6}"/>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28" name="四角形: 角を丸くする 127">
            <a:extLst>
              <a:ext uri="{FF2B5EF4-FFF2-40B4-BE49-F238E27FC236}">
                <a16:creationId xmlns:a16="http://schemas.microsoft.com/office/drawing/2014/main" id="{7EE9C530-CAB6-1A71-1543-B062E4C4F45C}"/>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9" name="四角形: 角を丸くする 128">
            <a:extLst>
              <a:ext uri="{FF2B5EF4-FFF2-40B4-BE49-F238E27FC236}">
                <a16:creationId xmlns:a16="http://schemas.microsoft.com/office/drawing/2014/main" id="{B7189293-8366-CC43-953B-B3C4E5854BE6}"/>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0" name="四角形: 角を丸くする 129">
            <a:extLst>
              <a:ext uri="{FF2B5EF4-FFF2-40B4-BE49-F238E27FC236}">
                <a16:creationId xmlns:a16="http://schemas.microsoft.com/office/drawing/2014/main" id="{34DFCC98-165C-8546-D194-78617D142096}"/>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1" name="四角形: 角を丸くする 130">
            <a:extLst>
              <a:ext uri="{FF2B5EF4-FFF2-40B4-BE49-F238E27FC236}">
                <a16:creationId xmlns:a16="http://schemas.microsoft.com/office/drawing/2014/main" id="{308C11DF-B974-96F2-9C99-5267E1CD181A}"/>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2" name="四角形: 角を丸くする 131">
            <a:extLst>
              <a:ext uri="{FF2B5EF4-FFF2-40B4-BE49-F238E27FC236}">
                <a16:creationId xmlns:a16="http://schemas.microsoft.com/office/drawing/2014/main" id="{0F375C24-A80D-995A-58C4-73BC59CE879A}"/>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3" name="四角形: 角を丸くする 132">
            <a:extLst>
              <a:ext uri="{FF2B5EF4-FFF2-40B4-BE49-F238E27FC236}">
                <a16:creationId xmlns:a16="http://schemas.microsoft.com/office/drawing/2014/main" id="{4BDB1DC3-E459-6336-DA64-90DA9F281A27}"/>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4" name="四角形: 角を丸くする 133">
            <a:extLst>
              <a:ext uri="{FF2B5EF4-FFF2-40B4-BE49-F238E27FC236}">
                <a16:creationId xmlns:a16="http://schemas.microsoft.com/office/drawing/2014/main" id="{15A76ADE-73F5-3619-FFB4-F7DA6BE21838}"/>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5" name="四角形: 角を丸くする 134">
            <a:extLst>
              <a:ext uri="{FF2B5EF4-FFF2-40B4-BE49-F238E27FC236}">
                <a16:creationId xmlns:a16="http://schemas.microsoft.com/office/drawing/2014/main" id="{55C4BB6C-2B61-7CA1-AD94-F892C945CD88}"/>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2DD40FAF-29A0-365B-8FC9-642468D7F033}"/>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7" name="四角形: 角を丸くする 136">
            <a:extLst>
              <a:ext uri="{FF2B5EF4-FFF2-40B4-BE49-F238E27FC236}">
                <a16:creationId xmlns:a16="http://schemas.microsoft.com/office/drawing/2014/main" id="{3438B833-6BCE-6F5B-DCE6-75F93EF0C699}"/>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8" name="四角形: 角を丸くする 137">
            <a:extLst>
              <a:ext uri="{FF2B5EF4-FFF2-40B4-BE49-F238E27FC236}">
                <a16:creationId xmlns:a16="http://schemas.microsoft.com/office/drawing/2014/main" id="{D040268D-4AB0-C0E9-8EA9-BF099CEFC792}"/>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39" name="四角形: 角を丸くする 138">
            <a:extLst>
              <a:ext uri="{FF2B5EF4-FFF2-40B4-BE49-F238E27FC236}">
                <a16:creationId xmlns:a16="http://schemas.microsoft.com/office/drawing/2014/main" id="{2FA3C98C-E27A-D569-F01B-C78F2099117E}"/>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0" name="四角形: 角を丸くする 139">
            <a:extLst>
              <a:ext uri="{FF2B5EF4-FFF2-40B4-BE49-F238E27FC236}">
                <a16:creationId xmlns:a16="http://schemas.microsoft.com/office/drawing/2014/main" id="{23EFA8E8-7401-A0A4-50D4-4FBC25FEE56E}"/>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1" name="四角形: 角を丸くする 140">
            <a:extLst>
              <a:ext uri="{FF2B5EF4-FFF2-40B4-BE49-F238E27FC236}">
                <a16:creationId xmlns:a16="http://schemas.microsoft.com/office/drawing/2014/main" id="{A1EB6DAB-33F3-4FF1-0743-FF505F1DAF5D}"/>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2" name="四角形: 角を丸くする 141">
            <a:extLst>
              <a:ext uri="{FF2B5EF4-FFF2-40B4-BE49-F238E27FC236}">
                <a16:creationId xmlns:a16="http://schemas.microsoft.com/office/drawing/2014/main" id="{1398D9E0-DBA0-BF18-83D2-F60DA1F57C59}"/>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3" name="四角形: 角を丸くする 142">
            <a:extLst>
              <a:ext uri="{FF2B5EF4-FFF2-40B4-BE49-F238E27FC236}">
                <a16:creationId xmlns:a16="http://schemas.microsoft.com/office/drawing/2014/main" id="{BA99FB2D-7C08-9E7A-4C84-FB037E0ADA21}"/>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4" name="四角形: 角を丸くする 143">
            <a:extLst>
              <a:ext uri="{FF2B5EF4-FFF2-40B4-BE49-F238E27FC236}">
                <a16:creationId xmlns:a16="http://schemas.microsoft.com/office/drawing/2014/main" id="{D6EC850B-2C72-A2D2-7197-85EF6508CEBD}"/>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A85BDAF9-B795-8DC6-5CE4-A5CD4BF76CC1}"/>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BCEE2497-3E6E-E18E-07EC-249A08F64805}"/>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7AE539EC-BC42-7171-C83F-91D8B903993D}"/>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89A35A60-8C21-4F7E-4EE1-D8880D9D2EE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7" name="テキスト ボックス 6">
            <a:extLst>
              <a:ext uri="{FF2B5EF4-FFF2-40B4-BE49-F238E27FC236}">
                <a16:creationId xmlns:a16="http://schemas.microsoft.com/office/drawing/2014/main" id="{F9E825A6-A38B-C93C-4C5F-E254B8D2CCE6}"/>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6C8B13D7-2103-1866-58F2-580FEB33C522}"/>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61751ED2-19E4-EE0C-F598-BE3FDAED355F}"/>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7471425D-59CB-5F69-61C1-24F83E91261D}"/>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4917C5BB-3593-FCB8-ABDF-2692AD8B1E40}"/>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47B742FA-8627-5599-03EB-ED527895DF2C}"/>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1E92A710-8D57-0820-50A8-3061D4772169}"/>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7103BECE-23C2-A10E-7F87-AAED3BB3FFF9}"/>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4C811086-B093-94F4-F463-6F46F27FC2E1}"/>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61D506CF-AF5B-6CF7-3D65-5D2562576CC2}"/>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145" name="テキスト ボックス 144">
            <a:extLst>
              <a:ext uri="{FF2B5EF4-FFF2-40B4-BE49-F238E27FC236}">
                <a16:creationId xmlns:a16="http://schemas.microsoft.com/office/drawing/2014/main" id="{4B71D5F8-C479-C876-0036-4A7A64E54602}"/>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50A45D7F-9CE5-B2B3-9184-964038CED849}"/>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8812049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E089D-4BE1-84D4-9D0A-92649B053713}"/>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E0AB892-8C65-3926-ECF1-8EADEF5D1411}"/>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四角形: 角を丸くする 57">
            <a:extLst>
              <a:ext uri="{FF2B5EF4-FFF2-40B4-BE49-F238E27FC236}">
                <a16:creationId xmlns:a16="http://schemas.microsoft.com/office/drawing/2014/main" id="{320BECFD-5F3E-D4A3-4251-28E2FFE163A8}"/>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59" name="四角形: 角を丸くする 58">
            <a:extLst>
              <a:ext uri="{FF2B5EF4-FFF2-40B4-BE49-F238E27FC236}">
                <a16:creationId xmlns:a16="http://schemas.microsoft.com/office/drawing/2014/main" id="{A6D7CE80-AC7D-4125-6308-B194E088E19B}"/>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62" name="四角形: 角を丸くする 61">
            <a:extLst>
              <a:ext uri="{FF2B5EF4-FFF2-40B4-BE49-F238E27FC236}">
                <a16:creationId xmlns:a16="http://schemas.microsoft.com/office/drawing/2014/main" id="{2D30CC14-01C3-AE69-4B19-330D8310150A}"/>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63" name="四角形: 角を丸くする 62">
            <a:extLst>
              <a:ext uri="{FF2B5EF4-FFF2-40B4-BE49-F238E27FC236}">
                <a16:creationId xmlns:a16="http://schemas.microsoft.com/office/drawing/2014/main" id="{86613A74-B2E4-D8E2-3F99-DE76119EAB7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64" name="四角形: 角を丸くする 63">
            <a:extLst>
              <a:ext uri="{FF2B5EF4-FFF2-40B4-BE49-F238E27FC236}">
                <a16:creationId xmlns:a16="http://schemas.microsoft.com/office/drawing/2014/main" id="{D5042C53-3A34-D23E-1976-11232046B786}"/>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65" name="四角形: 角を丸くする 64">
            <a:extLst>
              <a:ext uri="{FF2B5EF4-FFF2-40B4-BE49-F238E27FC236}">
                <a16:creationId xmlns:a16="http://schemas.microsoft.com/office/drawing/2014/main" id="{2EB690BB-F75C-32C4-EA4E-207D91323FEF}"/>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66" name="四角形: 角を丸くする 65">
            <a:extLst>
              <a:ext uri="{FF2B5EF4-FFF2-40B4-BE49-F238E27FC236}">
                <a16:creationId xmlns:a16="http://schemas.microsoft.com/office/drawing/2014/main" id="{8A3636AF-8AD4-B331-0357-9EFEA3FD7A8C}"/>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67" name="四角形: 角を丸くする 66">
            <a:extLst>
              <a:ext uri="{FF2B5EF4-FFF2-40B4-BE49-F238E27FC236}">
                <a16:creationId xmlns:a16="http://schemas.microsoft.com/office/drawing/2014/main" id="{468D00C3-5BD4-9023-D631-B9FF9C1522FD}"/>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68" name="四角形: 角を丸くする 67">
            <a:extLst>
              <a:ext uri="{FF2B5EF4-FFF2-40B4-BE49-F238E27FC236}">
                <a16:creationId xmlns:a16="http://schemas.microsoft.com/office/drawing/2014/main" id="{A372034F-F996-4E8E-BC36-0983FBB6EBCD}"/>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69" name="四角形: 角を丸くする 68">
            <a:extLst>
              <a:ext uri="{FF2B5EF4-FFF2-40B4-BE49-F238E27FC236}">
                <a16:creationId xmlns:a16="http://schemas.microsoft.com/office/drawing/2014/main" id="{3ECF27D3-FAA3-C49B-E667-6B78E89D69C5}"/>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70" name="四角形: 角を丸くする 69">
            <a:extLst>
              <a:ext uri="{FF2B5EF4-FFF2-40B4-BE49-F238E27FC236}">
                <a16:creationId xmlns:a16="http://schemas.microsoft.com/office/drawing/2014/main" id="{90ACBC8E-38ED-8685-4014-72372CEE5BC8}"/>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71" name="四角形: 角を丸くする 70">
            <a:extLst>
              <a:ext uri="{FF2B5EF4-FFF2-40B4-BE49-F238E27FC236}">
                <a16:creationId xmlns:a16="http://schemas.microsoft.com/office/drawing/2014/main" id="{74334C2E-F8A0-4287-00A8-A6B4962377EC}"/>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72" name="四角形: 角を丸くする 71">
            <a:extLst>
              <a:ext uri="{FF2B5EF4-FFF2-40B4-BE49-F238E27FC236}">
                <a16:creationId xmlns:a16="http://schemas.microsoft.com/office/drawing/2014/main" id="{B0C45E91-4176-1830-D34E-25B2C5F7ACCA}"/>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73" name="四角形: 角を丸くする 72">
            <a:extLst>
              <a:ext uri="{FF2B5EF4-FFF2-40B4-BE49-F238E27FC236}">
                <a16:creationId xmlns:a16="http://schemas.microsoft.com/office/drawing/2014/main" id="{D54A3D31-F4C7-F7AB-EC16-A4F2B68A5D6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74" name="四角形: 角を丸くする 73">
            <a:extLst>
              <a:ext uri="{FF2B5EF4-FFF2-40B4-BE49-F238E27FC236}">
                <a16:creationId xmlns:a16="http://schemas.microsoft.com/office/drawing/2014/main" id="{86861EFB-0E17-1D79-DEB2-72BBC3B79837}"/>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75" name="四角形: 角を丸くする 74">
            <a:extLst>
              <a:ext uri="{FF2B5EF4-FFF2-40B4-BE49-F238E27FC236}">
                <a16:creationId xmlns:a16="http://schemas.microsoft.com/office/drawing/2014/main" id="{26581FB2-64F8-4C3E-5B7A-7AA59C41C564}"/>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76" name="四角形: 角を丸くする 75">
            <a:extLst>
              <a:ext uri="{FF2B5EF4-FFF2-40B4-BE49-F238E27FC236}">
                <a16:creationId xmlns:a16="http://schemas.microsoft.com/office/drawing/2014/main" id="{794E5A0A-4700-2E4C-0A42-060B2111BC28}"/>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77" name="四角形: 角を丸くする 76">
            <a:extLst>
              <a:ext uri="{FF2B5EF4-FFF2-40B4-BE49-F238E27FC236}">
                <a16:creationId xmlns:a16="http://schemas.microsoft.com/office/drawing/2014/main" id="{C896D3DA-1D0D-D4CD-6A86-2926494AAAD2}"/>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78" name="四角形: 角を丸くする 77">
            <a:extLst>
              <a:ext uri="{FF2B5EF4-FFF2-40B4-BE49-F238E27FC236}">
                <a16:creationId xmlns:a16="http://schemas.microsoft.com/office/drawing/2014/main" id="{D79E1B31-B5F2-BFCB-D483-4545818F2001}"/>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79" name="四角形: 角を丸くする 78">
            <a:extLst>
              <a:ext uri="{FF2B5EF4-FFF2-40B4-BE49-F238E27FC236}">
                <a16:creationId xmlns:a16="http://schemas.microsoft.com/office/drawing/2014/main" id="{1213D0CF-A570-8A0F-9862-41A8E2232676}"/>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80" name="四角形: 角を丸くする 79">
            <a:extLst>
              <a:ext uri="{FF2B5EF4-FFF2-40B4-BE49-F238E27FC236}">
                <a16:creationId xmlns:a16="http://schemas.microsoft.com/office/drawing/2014/main" id="{84B5FE05-8467-C063-2405-D85B02C50C10}"/>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81" name="四角形: 角を丸くする 80">
            <a:extLst>
              <a:ext uri="{FF2B5EF4-FFF2-40B4-BE49-F238E27FC236}">
                <a16:creationId xmlns:a16="http://schemas.microsoft.com/office/drawing/2014/main" id="{09A870F4-6F7B-B692-14AD-3A0D87F98D8D}"/>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82" name="四角形: 角を丸くする 81">
            <a:extLst>
              <a:ext uri="{FF2B5EF4-FFF2-40B4-BE49-F238E27FC236}">
                <a16:creationId xmlns:a16="http://schemas.microsoft.com/office/drawing/2014/main" id="{76E019BA-2CE5-8679-2E9C-4DD93E896885}"/>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83" name="四角形: 角を丸くする 82">
            <a:extLst>
              <a:ext uri="{FF2B5EF4-FFF2-40B4-BE49-F238E27FC236}">
                <a16:creationId xmlns:a16="http://schemas.microsoft.com/office/drawing/2014/main" id="{316AC965-BFDF-2B9B-D28C-53F69FC5D2BF}"/>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84" name="四角形: 角を丸くする 83">
            <a:extLst>
              <a:ext uri="{FF2B5EF4-FFF2-40B4-BE49-F238E27FC236}">
                <a16:creationId xmlns:a16="http://schemas.microsoft.com/office/drawing/2014/main" id="{2BD902F3-57E4-B840-36F3-67DC05A1BBE6}"/>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85" name="四角形: 角を丸くする 84">
            <a:extLst>
              <a:ext uri="{FF2B5EF4-FFF2-40B4-BE49-F238E27FC236}">
                <a16:creationId xmlns:a16="http://schemas.microsoft.com/office/drawing/2014/main" id="{9A456A75-8297-0FD8-2E29-E761A46D348D}"/>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86" name="四角形: 角を丸くする 85">
            <a:extLst>
              <a:ext uri="{FF2B5EF4-FFF2-40B4-BE49-F238E27FC236}">
                <a16:creationId xmlns:a16="http://schemas.microsoft.com/office/drawing/2014/main" id="{379A7A18-33E4-5482-9BF2-41707B8E32A8}"/>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87" name="四角形: 角を丸くする 86">
            <a:extLst>
              <a:ext uri="{FF2B5EF4-FFF2-40B4-BE49-F238E27FC236}">
                <a16:creationId xmlns:a16="http://schemas.microsoft.com/office/drawing/2014/main" id="{7D14E04B-A029-29BE-FCB4-170E1108D4F8}"/>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88" name="四角形: 角を丸くする 87">
            <a:extLst>
              <a:ext uri="{FF2B5EF4-FFF2-40B4-BE49-F238E27FC236}">
                <a16:creationId xmlns:a16="http://schemas.microsoft.com/office/drawing/2014/main" id="{538A31F8-EA2E-E200-11B3-B2DA2926DE75}"/>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89" name="四角形: 角を丸くする 88">
            <a:extLst>
              <a:ext uri="{FF2B5EF4-FFF2-40B4-BE49-F238E27FC236}">
                <a16:creationId xmlns:a16="http://schemas.microsoft.com/office/drawing/2014/main" id="{0BBCD797-9442-CFC9-8C06-4C5E3C4C180A}"/>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90" name="四角形: 角を丸くする 89">
            <a:extLst>
              <a:ext uri="{FF2B5EF4-FFF2-40B4-BE49-F238E27FC236}">
                <a16:creationId xmlns:a16="http://schemas.microsoft.com/office/drawing/2014/main" id="{CB39101B-64AA-B627-47F1-19876FB49537}"/>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91" name="四角形: 角を丸くする 90">
            <a:extLst>
              <a:ext uri="{FF2B5EF4-FFF2-40B4-BE49-F238E27FC236}">
                <a16:creationId xmlns:a16="http://schemas.microsoft.com/office/drawing/2014/main" id="{C567BF93-C5C8-7767-70AC-4BE70B5F4433}"/>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92" name="四角形: 角を丸くする 91">
            <a:extLst>
              <a:ext uri="{FF2B5EF4-FFF2-40B4-BE49-F238E27FC236}">
                <a16:creationId xmlns:a16="http://schemas.microsoft.com/office/drawing/2014/main" id="{29AD5431-B0E0-15C4-3422-9747EE3EF67B}"/>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93" name="四角形: 角を丸くする 92">
            <a:extLst>
              <a:ext uri="{FF2B5EF4-FFF2-40B4-BE49-F238E27FC236}">
                <a16:creationId xmlns:a16="http://schemas.microsoft.com/office/drawing/2014/main" id="{1FD03F3D-80F7-8213-61D6-C6E1167D980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94" name="四角形: 角を丸くする 93">
            <a:extLst>
              <a:ext uri="{FF2B5EF4-FFF2-40B4-BE49-F238E27FC236}">
                <a16:creationId xmlns:a16="http://schemas.microsoft.com/office/drawing/2014/main" id="{CB50FD49-CFDB-1CB9-D9BE-6A8C184C6CAE}"/>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95" name="四角形: 角を丸くする 94">
            <a:extLst>
              <a:ext uri="{FF2B5EF4-FFF2-40B4-BE49-F238E27FC236}">
                <a16:creationId xmlns:a16="http://schemas.microsoft.com/office/drawing/2014/main" id="{0EC84A26-934B-BAD8-97A5-E60DA413298A}"/>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6" name="四角形: 角を丸くする 95">
            <a:extLst>
              <a:ext uri="{FF2B5EF4-FFF2-40B4-BE49-F238E27FC236}">
                <a16:creationId xmlns:a16="http://schemas.microsoft.com/office/drawing/2014/main" id="{5B65F0A8-1561-C547-209C-9151F9A14C69}"/>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97" name="四角形: 角を丸くする 96">
            <a:extLst>
              <a:ext uri="{FF2B5EF4-FFF2-40B4-BE49-F238E27FC236}">
                <a16:creationId xmlns:a16="http://schemas.microsoft.com/office/drawing/2014/main" id="{CA6F7883-417D-BE5C-91B6-05B65B6B33D6}"/>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98" name="四角形: 角を丸くする 97">
            <a:extLst>
              <a:ext uri="{FF2B5EF4-FFF2-40B4-BE49-F238E27FC236}">
                <a16:creationId xmlns:a16="http://schemas.microsoft.com/office/drawing/2014/main" id="{35BAF9DC-4514-5BC5-BB93-DA5F05DB19DF}"/>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99" name="四角形: 角を丸くする 98">
            <a:extLst>
              <a:ext uri="{FF2B5EF4-FFF2-40B4-BE49-F238E27FC236}">
                <a16:creationId xmlns:a16="http://schemas.microsoft.com/office/drawing/2014/main" id="{B3088AC1-A245-05F6-BE5C-73B7E4ABA960}"/>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00" name="四角形: 角を丸くする 99">
            <a:extLst>
              <a:ext uri="{FF2B5EF4-FFF2-40B4-BE49-F238E27FC236}">
                <a16:creationId xmlns:a16="http://schemas.microsoft.com/office/drawing/2014/main" id="{3EACFB55-445B-8266-1B30-E1D65CF193A7}"/>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01" name="四角形: 角を丸くする 100">
            <a:extLst>
              <a:ext uri="{FF2B5EF4-FFF2-40B4-BE49-F238E27FC236}">
                <a16:creationId xmlns:a16="http://schemas.microsoft.com/office/drawing/2014/main" id="{376F370A-3E42-94F2-6CF3-2F880B587781}"/>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02" name="四角形: 角を丸くする 101">
            <a:extLst>
              <a:ext uri="{FF2B5EF4-FFF2-40B4-BE49-F238E27FC236}">
                <a16:creationId xmlns:a16="http://schemas.microsoft.com/office/drawing/2014/main" id="{B45074C9-448F-2118-2C3A-6FE754A63C2E}"/>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D1C427DA-F1A2-C520-5874-562C7F5D1563}"/>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56BD7DF-695B-FBB5-D0C8-692CE022DB7A}"/>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4CA114DF-5CDC-DB48-D961-CDC605BC4179}"/>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341E89B5-24A1-DD6C-3C97-998E5FA3C419}"/>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4" name="テキスト ボックス 3">
            <a:extLst>
              <a:ext uri="{FF2B5EF4-FFF2-40B4-BE49-F238E27FC236}">
                <a16:creationId xmlns:a16="http://schemas.microsoft.com/office/drawing/2014/main" id="{2C9346B0-17E9-C81A-39A2-C63AEF7A7E33}"/>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067FBD3C-CF3D-6F58-16C2-AE73B2738A2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6569063C-E5A3-4C61-B043-8F550DFC561E}"/>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45C10BB5-6F11-8402-D5B1-4A38A1F379EA}"/>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5311F24C-10C5-2650-E0A2-231B42E8DBCB}"/>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E004BF65-609B-6895-1EF4-1E0525BB93AF}"/>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7109A6DD-6A90-6C66-897B-7F64E46B1773}"/>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E84CB497-FBF7-8BBC-3CF0-934CD13742C0}"/>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20" name="テキスト ボックス 19">
            <a:extLst>
              <a:ext uri="{FF2B5EF4-FFF2-40B4-BE49-F238E27FC236}">
                <a16:creationId xmlns:a16="http://schemas.microsoft.com/office/drawing/2014/main" id="{8616BF1C-383B-8EE8-1EB8-1940CCECF28D}"/>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29" name="矢印: 上 28">
            <a:extLst>
              <a:ext uri="{FF2B5EF4-FFF2-40B4-BE49-F238E27FC236}">
                <a16:creationId xmlns:a16="http://schemas.microsoft.com/office/drawing/2014/main" id="{BFB9A47E-4155-653E-6396-7147485FCD0F}"/>
              </a:ext>
            </a:extLst>
          </p:cNvPr>
          <p:cNvSpPr/>
          <p:nvPr/>
        </p:nvSpPr>
        <p:spPr>
          <a:xfrm rot="19449610">
            <a:off x="11332407" y="1774094"/>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テキスト ボックス 102">
            <a:extLst>
              <a:ext uri="{FF2B5EF4-FFF2-40B4-BE49-F238E27FC236}">
                <a16:creationId xmlns:a16="http://schemas.microsoft.com/office/drawing/2014/main" id="{7F9811D7-C97E-9E91-B4F0-2E01AA99FD71}"/>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7" name="テキスト ボックス 6">
            <a:extLst>
              <a:ext uri="{FF2B5EF4-FFF2-40B4-BE49-F238E27FC236}">
                <a16:creationId xmlns:a16="http://schemas.microsoft.com/office/drawing/2014/main" id="{B0FE14EE-AD97-1E90-EA4A-8C17383B9B13}"/>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723691895"/>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401ED-AEC5-CDBA-BE59-9428EF9EE4A0}"/>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1DD64B4-EB79-CD0F-78AB-3D56ED28C1F1}"/>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四角形: 角を丸くする 101">
            <a:extLst>
              <a:ext uri="{FF2B5EF4-FFF2-40B4-BE49-F238E27FC236}">
                <a16:creationId xmlns:a16="http://schemas.microsoft.com/office/drawing/2014/main" id="{10823913-C6AE-260E-133B-39BBDCE33A4A}"/>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3" name="四角形: 角を丸くする 102">
            <a:extLst>
              <a:ext uri="{FF2B5EF4-FFF2-40B4-BE49-F238E27FC236}">
                <a16:creationId xmlns:a16="http://schemas.microsoft.com/office/drawing/2014/main" id="{C5BD141B-87FA-F6AA-103D-4817C2E690D5}"/>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4" name="四角形: 角を丸くする 103">
            <a:extLst>
              <a:ext uri="{FF2B5EF4-FFF2-40B4-BE49-F238E27FC236}">
                <a16:creationId xmlns:a16="http://schemas.microsoft.com/office/drawing/2014/main" id="{73F14C58-C703-854D-962C-629C8C1FC801}"/>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5" name="四角形: 角を丸くする 104">
            <a:extLst>
              <a:ext uri="{FF2B5EF4-FFF2-40B4-BE49-F238E27FC236}">
                <a16:creationId xmlns:a16="http://schemas.microsoft.com/office/drawing/2014/main" id="{5B5D652C-91F9-BF8C-9A11-EAE890D2FC32}"/>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6" name="四角形: 角を丸くする 105">
            <a:extLst>
              <a:ext uri="{FF2B5EF4-FFF2-40B4-BE49-F238E27FC236}">
                <a16:creationId xmlns:a16="http://schemas.microsoft.com/office/drawing/2014/main" id="{8201EE2B-3941-7413-BF8E-5E158B1FD9BB}"/>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7" name="四角形: 角を丸くする 106">
            <a:extLst>
              <a:ext uri="{FF2B5EF4-FFF2-40B4-BE49-F238E27FC236}">
                <a16:creationId xmlns:a16="http://schemas.microsoft.com/office/drawing/2014/main" id="{3FA5DB01-2689-1CBC-D32C-7E8E3B4DBE05}"/>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08" name="四角形: 角を丸くする 107">
            <a:extLst>
              <a:ext uri="{FF2B5EF4-FFF2-40B4-BE49-F238E27FC236}">
                <a16:creationId xmlns:a16="http://schemas.microsoft.com/office/drawing/2014/main" id="{F61652D0-99B3-B097-8BAF-C76D3ED9E49F}"/>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09" name="四角形: 角を丸くする 108">
            <a:extLst>
              <a:ext uri="{FF2B5EF4-FFF2-40B4-BE49-F238E27FC236}">
                <a16:creationId xmlns:a16="http://schemas.microsoft.com/office/drawing/2014/main" id="{72289BE2-D8B8-C142-7C48-53AFFEC285D2}"/>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10" name="四角形: 角を丸くする 109">
            <a:extLst>
              <a:ext uri="{FF2B5EF4-FFF2-40B4-BE49-F238E27FC236}">
                <a16:creationId xmlns:a16="http://schemas.microsoft.com/office/drawing/2014/main" id="{EF66C770-1B45-FB79-138A-DD896D9DD8C7}"/>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1" name="四角形: 角を丸くする 110">
            <a:extLst>
              <a:ext uri="{FF2B5EF4-FFF2-40B4-BE49-F238E27FC236}">
                <a16:creationId xmlns:a16="http://schemas.microsoft.com/office/drawing/2014/main" id="{EB609E9F-876E-C487-5030-5365653B874E}"/>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2" name="四角形: 角を丸くする 111">
            <a:extLst>
              <a:ext uri="{FF2B5EF4-FFF2-40B4-BE49-F238E27FC236}">
                <a16:creationId xmlns:a16="http://schemas.microsoft.com/office/drawing/2014/main" id="{23FA1621-F43F-D0EF-3491-E76EB03E03C7}"/>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3" name="四角形: 角を丸くする 112">
            <a:extLst>
              <a:ext uri="{FF2B5EF4-FFF2-40B4-BE49-F238E27FC236}">
                <a16:creationId xmlns:a16="http://schemas.microsoft.com/office/drawing/2014/main" id="{367DE0EE-947D-86D1-8251-E3AA13DC84B1}"/>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4" name="四角形: 角を丸くする 113">
            <a:extLst>
              <a:ext uri="{FF2B5EF4-FFF2-40B4-BE49-F238E27FC236}">
                <a16:creationId xmlns:a16="http://schemas.microsoft.com/office/drawing/2014/main" id="{DA988426-742B-3A0B-3F17-A5C3DC542AA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5" name="四角形: 角を丸くする 114">
            <a:extLst>
              <a:ext uri="{FF2B5EF4-FFF2-40B4-BE49-F238E27FC236}">
                <a16:creationId xmlns:a16="http://schemas.microsoft.com/office/drawing/2014/main" id="{39C561A6-F2DB-C313-64A8-0AEDFB80D9B9}"/>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6" name="四角形: 角を丸くする 115">
            <a:extLst>
              <a:ext uri="{FF2B5EF4-FFF2-40B4-BE49-F238E27FC236}">
                <a16:creationId xmlns:a16="http://schemas.microsoft.com/office/drawing/2014/main" id="{93BE2907-9AC0-84CB-B6D5-101DB572F085}"/>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7" name="四角形: 角を丸くする 116">
            <a:extLst>
              <a:ext uri="{FF2B5EF4-FFF2-40B4-BE49-F238E27FC236}">
                <a16:creationId xmlns:a16="http://schemas.microsoft.com/office/drawing/2014/main" id="{C6294511-7EB1-4862-67F2-CC710774635D}"/>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18" name="四角形: 角を丸くする 117">
            <a:extLst>
              <a:ext uri="{FF2B5EF4-FFF2-40B4-BE49-F238E27FC236}">
                <a16:creationId xmlns:a16="http://schemas.microsoft.com/office/drawing/2014/main" id="{4A5816DC-3E69-4CE1-3D48-6C5879704BFA}"/>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19" name="四角形: 角を丸くする 118">
            <a:extLst>
              <a:ext uri="{FF2B5EF4-FFF2-40B4-BE49-F238E27FC236}">
                <a16:creationId xmlns:a16="http://schemas.microsoft.com/office/drawing/2014/main" id="{4B2F1100-4A4D-E15E-8743-221A767CF819}"/>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CAA07A3E-E9B1-EBDA-AE68-292EFA38917D}"/>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1" name="四角形: 角を丸くする 120">
            <a:extLst>
              <a:ext uri="{FF2B5EF4-FFF2-40B4-BE49-F238E27FC236}">
                <a16:creationId xmlns:a16="http://schemas.microsoft.com/office/drawing/2014/main" id="{D902170E-CE35-9E67-319C-F90E6CD40669}"/>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2" name="四角形: 角を丸くする 121">
            <a:extLst>
              <a:ext uri="{FF2B5EF4-FFF2-40B4-BE49-F238E27FC236}">
                <a16:creationId xmlns:a16="http://schemas.microsoft.com/office/drawing/2014/main" id="{DDFEC31B-B1E9-CA59-B614-35CC03BDC061}"/>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3" name="四角形: 角を丸くする 122">
            <a:extLst>
              <a:ext uri="{FF2B5EF4-FFF2-40B4-BE49-F238E27FC236}">
                <a16:creationId xmlns:a16="http://schemas.microsoft.com/office/drawing/2014/main" id="{B071FA6D-9319-1C08-344B-C32F959773BB}"/>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4" name="四角形: 角を丸くする 123">
            <a:extLst>
              <a:ext uri="{FF2B5EF4-FFF2-40B4-BE49-F238E27FC236}">
                <a16:creationId xmlns:a16="http://schemas.microsoft.com/office/drawing/2014/main" id="{5803DA90-4CD1-C824-BEAF-2FE37B95AEA4}"/>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5" name="四角形: 角を丸くする 124">
            <a:extLst>
              <a:ext uri="{FF2B5EF4-FFF2-40B4-BE49-F238E27FC236}">
                <a16:creationId xmlns:a16="http://schemas.microsoft.com/office/drawing/2014/main" id="{CE575883-16FD-81BD-342A-AA9EF3209605}"/>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6" name="四角形: 角を丸くする 125">
            <a:extLst>
              <a:ext uri="{FF2B5EF4-FFF2-40B4-BE49-F238E27FC236}">
                <a16:creationId xmlns:a16="http://schemas.microsoft.com/office/drawing/2014/main" id="{C0AACFE6-730A-505C-5922-96F36E05F321}"/>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7" name="四角形: 角を丸くする 126">
            <a:extLst>
              <a:ext uri="{FF2B5EF4-FFF2-40B4-BE49-F238E27FC236}">
                <a16:creationId xmlns:a16="http://schemas.microsoft.com/office/drawing/2014/main" id="{F3268029-3EE8-E328-53FD-53D17C6C52A0}"/>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28" name="四角形: 角を丸くする 127">
            <a:extLst>
              <a:ext uri="{FF2B5EF4-FFF2-40B4-BE49-F238E27FC236}">
                <a16:creationId xmlns:a16="http://schemas.microsoft.com/office/drawing/2014/main" id="{86497C11-FE78-8F1B-87DE-8DFE890D4F21}"/>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9" name="四角形: 角を丸くする 128">
            <a:extLst>
              <a:ext uri="{FF2B5EF4-FFF2-40B4-BE49-F238E27FC236}">
                <a16:creationId xmlns:a16="http://schemas.microsoft.com/office/drawing/2014/main" id="{58FB2F6A-6ABD-194B-1DC2-DB82D8C730CD}"/>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0" name="四角形: 角を丸くする 129">
            <a:extLst>
              <a:ext uri="{FF2B5EF4-FFF2-40B4-BE49-F238E27FC236}">
                <a16:creationId xmlns:a16="http://schemas.microsoft.com/office/drawing/2014/main" id="{8EE3631D-F70A-4545-99E7-74E8CB5E62CB}"/>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1" name="四角形: 角を丸くする 130">
            <a:extLst>
              <a:ext uri="{FF2B5EF4-FFF2-40B4-BE49-F238E27FC236}">
                <a16:creationId xmlns:a16="http://schemas.microsoft.com/office/drawing/2014/main" id="{0890E3BA-3D76-4FBC-F7ED-4D93F3764CB8}"/>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2" name="四角形: 角を丸くする 131">
            <a:extLst>
              <a:ext uri="{FF2B5EF4-FFF2-40B4-BE49-F238E27FC236}">
                <a16:creationId xmlns:a16="http://schemas.microsoft.com/office/drawing/2014/main" id="{6AD3EB96-2D7D-8F51-FC19-7453CE0E26BC}"/>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3" name="四角形: 角を丸くする 132">
            <a:extLst>
              <a:ext uri="{FF2B5EF4-FFF2-40B4-BE49-F238E27FC236}">
                <a16:creationId xmlns:a16="http://schemas.microsoft.com/office/drawing/2014/main" id="{8CEB50D4-60A6-0B6D-D752-343ECC0569FB}"/>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4" name="四角形: 角を丸くする 133">
            <a:extLst>
              <a:ext uri="{FF2B5EF4-FFF2-40B4-BE49-F238E27FC236}">
                <a16:creationId xmlns:a16="http://schemas.microsoft.com/office/drawing/2014/main" id="{4E402991-6F2A-CD70-F31C-5EB51733B04D}"/>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5" name="四角形: 角を丸くする 134">
            <a:extLst>
              <a:ext uri="{FF2B5EF4-FFF2-40B4-BE49-F238E27FC236}">
                <a16:creationId xmlns:a16="http://schemas.microsoft.com/office/drawing/2014/main" id="{1E593379-680A-9D82-C4C3-DAAFB30CA021}"/>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73212A89-DF52-C2CC-C7E6-1AC80FD0C7B8}"/>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7" name="四角形: 角を丸くする 136">
            <a:extLst>
              <a:ext uri="{FF2B5EF4-FFF2-40B4-BE49-F238E27FC236}">
                <a16:creationId xmlns:a16="http://schemas.microsoft.com/office/drawing/2014/main" id="{D6458208-F264-F19A-D91F-4246AADD6690}"/>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38" name="四角形: 角を丸くする 137">
            <a:extLst>
              <a:ext uri="{FF2B5EF4-FFF2-40B4-BE49-F238E27FC236}">
                <a16:creationId xmlns:a16="http://schemas.microsoft.com/office/drawing/2014/main" id="{95191985-0865-5BCB-F5E1-707310B157A0}"/>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39" name="四角形: 角を丸くする 138">
            <a:extLst>
              <a:ext uri="{FF2B5EF4-FFF2-40B4-BE49-F238E27FC236}">
                <a16:creationId xmlns:a16="http://schemas.microsoft.com/office/drawing/2014/main" id="{27AF32EF-4FC2-EFBC-2841-68A2B45F5808}"/>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0" name="四角形: 角を丸くする 139">
            <a:extLst>
              <a:ext uri="{FF2B5EF4-FFF2-40B4-BE49-F238E27FC236}">
                <a16:creationId xmlns:a16="http://schemas.microsoft.com/office/drawing/2014/main" id="{CF9BE550-53A8-3DB0-59C8-61EC91D305B0}"/>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1" name="四角形: 角を丸くする 140">
            <a:extLst>
              <a:ext uri="{FF2B5EF4-FFF2-40B4-BE49-F238E27FC236}">
                <a16:creationId xmlns:a16="http://schemas.microsoft.com/office/drawing/2014/main" id="{DED5DF17-03DD-BF04-98FD-5CB9A89BC45B}"/>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2" name="四角形: 角を丸くする 141">
            <a:extLst>
              <a:ext uri="{FF2B5EF4-FFF2-40B4-BE49-F238E27FC236}">
                <a16:creationId xmlns:a16="http://schemas.microsoft.com/office/drawing/2014/main" id="{8164F810-04D0-489C-BA23-6230F086057F}"/>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3" name="四角形: 角を丸くする 142">
            <a:extLst>
              <a:ext uri="{FF2B5EF4-FFF2-40B4-BE49-F238E27FC236}">
                <a16:creationId xmlns:a16="http://schemas.microsoft.com/office/drawing/2014/main" id="{0880B018-D0A8-83E7-8FC5-CA7943DA5CC0}"/>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4" name="四角形: 角を丸くする 143">
            <a:extLst>
              <a:ext uri="{FF2B5EF4-FFF2-40B4-BE49-F238E27FC236}">
                <a16:creationId xmlns:a16="http://schemas.microsoft.com/office/drawing/2014/main" id="{D0AC83B5-4703-44F3-9A62-01D488DA9B45}"/>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33D12307-0B2A-4942-47A6-F6CF6EB99385}"/>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BC8F6E15-660D-0090-BC5B-29A7A4EF1978}"/>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D3EEEA56-0D87-9564-F112-984B2A8E2097}"/>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1FE51228-6E63-FCB3-284E-70442D151A10}"/>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9" name="テキスト ボックス 8">
            <a:extLst>
              <a:ext uri="{FF2B5EF4-FFF2-40B4-BE49-F238E27FC236}">
                <a16:creationId xmlns:a16="http://schemas.microsoft.com/office/drawing/2014/main" id="{A88F9678-EE18-770A-2477-58CEEE4B45CC}"/>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8F365357-DE12-9876-B225-E92619BE4990}"/>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2C1FEF50-5290-33DB-B0B9-00ED33A9177C}"/>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9B9A92C6-3240-95B0-3F19-D2313F0D267A}"/>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7626DD5C-4FD3-AF3B-BE0C-A694B94AF6F2}"/>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A0825678-016B-E3C4-3B22-592D641CDD1F}"/>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CAA604DD-F3D8-3A4D-CA05-56C61B0C7DD7}"/>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B28FF695-B5A5-846F-D7A6-525CC023206E}"/>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8C05B532-0E6F-AD9B-48E8-F5EDAA24F365}"/>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7EBD181A-3E49-41C0-DE5A-1A5BD24C5625}"/>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7" name="テキスト ボックス 6">
            <a:extLst>
              <a:ext uri="{FF2B5EF4-FFF2-40B4-BE49-F238E27FC236}">
                <a16:creationId xmlns:a16="http://schemas.microsoft.com/office/drawing/2014/main" id="{E87B7086-55E9-DED5-D9C3-442815B65F6E}"/>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10" name="テキスト ボックス 9">
            <a:extLst>
              <a:ext uri="{FF2B5EF4-FFF2-40B4-BE49-F238E27FC236}">
                <a16:creationId xmlns:a16="http://schemas.microsoft.com/office/drawing/2014/main" id="{055774D0-7E21-92B9-8C35-050932E470C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45087505"/>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371D64-4EEC-6CFE-BF19-59E344D11F68}"/>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45E6E0E6-0201-85E4-8A34-635BE917384F}"/>
              </a:ext>
            </a:extLst>
          </p:cNvPr>
          <p:cNvSpPr>
            <a:spLocks noGrp="1" noRot="1" noMove="1" noResize="1" noEditPoints="1" noAdjustHandles="1" noChangeArrowheads="1" noChangeShapeType="1"/>
          </p:cNvSpPr>
          <p:nvPr/>
        </p:nvSpPr>
        <p:spPr>
          <a:xfrm>
            <a:off x="281763" y="761202"/>
            <a:ext cx="11637335" cy="5931994"/>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5F4C368B-D7C3-1A4C-B7F5-916B4F2F3DCF}"/>
              </a:ext>
            </a:extLst>
          </p:cNvPr>
          <p:cNvSpPr/>
          <p:nvPr/>
        </p:nvSpPr>
        <p:spPr>
          <a:xfrm>
            <a:off x="289737" y="777433"/>
            <a:ext cx="11637335" cy="1105897"/>
          </a:xfrm>
          <a:prstGeom prst="rect">
            <a:avLst/>
          </a:prstGeom>
          <a:solidFill>
            <a:srgbClr val="3D3D3D"/>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56875B0F-C0E6-96BF-20B1-2CAAEFAE7765}"/>
              </a:ext>
            </a:extLst>
          </p:cNvPr>
          <p:cNvSpPr/>
          <p:nvPr/>
        </p:nvSpPr>
        <p:spPr>
          <a:xfrm>
            <a:off x="281763" y="761201"/>
            <a:ext cx="11637335" cy="1105897"/>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 name="四角形: 角を丸くする 2">
            <a:extLst>
              <a:ext uri="{FF2B5EF4-FFF2-40B4-BE49-F238E27FC236}">
                <a16:creationId xmlns:a16="http://schemas.microsoft.com/office/drawing/2014/main" id="{D3F903EA-82AF-B47A-9FD4-75FE7E2D5B46}"/>
              </a:ext>
            </a:extLst>
          </p:cNvPr>
          <p:cNvSpPr/>
          <p:nvPr/>
        </p:nvSpPr>
        <p:spPr>
          <a:xfrm>
            <a:off x="435935" y="880888"/>
            <a:ext cx="1102284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24EE0568-7F63-980D-E039-FC95C1E48109}"/>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solidFill>
                  <a:schemeClr val="bg1"/>
                </a:solidFill>
              </a:rPr>
              <a:t>▢</a:t>
            </a:r>
            <a:r>
              <a:rPr kumimoji="1" lang="en-US" altLang="ja-JP" sz="1200" dirty="0">
                <a:solidFill>
                  <a:schemeClr val="bg1"/>
                </a:solidFill>
              </a:rPr>
              <a:t>15</a:t>
            </a:r>
            <a:r>
              <a:rPr kumimoji="1" lang="ja-JP" altLang="en-US" sz="1200" dirty="0">
                <a:solidFill>
                  <a:schemeClr val="bg1"/>
                </a:solidFill>
              </a:rPr>
              <a:t>期 ▢</a:t>
            </a:r>
            <a:r>
              <a:rPr kumimoji="1" lang="en-US" altLang="ja-JP" sz="1200" dirty="0">
                <a:solidFill>
                  <a:schemeClr val="bg1"/>
                </a:solidFill>
              </a:rPr>
              <a:t>16</a:t>
            </a:r>
            <a:r>
              <a:rPr kumimoji="1" lang="ja-JP" altLang="en-US" sz="1200" dirty="0">
                <a:solidFill>
                  <a:schemeClr val="bg1"/>
                </a:solidFill>
              </a:rPr>
              <a:t>期 ▢</a:t>
            </a:r>
            <a:r>
              <a:rPr kumimoji="1" lang="en-US" altLang="ja-JP" sz="1200" dirty="0">
                <a:solidFill>
                  <a:schemeClr val="bg1"/>
                </a:solidFill>
              </a:rPr>
              <a:t>17</a:t>
            </a:r>
            <a:r>
              <a:rPr kumimoji="1" lang="ja-JP" altLang="en-US" sz="1200" dirty="0">
                <a:solidFill>
                  <a:schemeClr val="bg1"/>
                </a:solidFill>
              </a:rPr>
              <a:t>期 ▢</a:t>
            </a:r>
            <a:r>
              <a:rPr kumimoji="1" lang="en-US" altLang="ja-JP" sz="1200" dirty="0">
                <a:solidFill>
                  <a:schemeClr val="bg1"/>
                </a:solidFill>
              </a:rPr>
              <a:t>18</a:t>
            </a:r>
            <a:r>
              <a:rPr kumimoji="1" lang="ja-JP" altLang="en-US" sz="1200" dirty="0">
                <a:solidFill>
                  <a:schemeClr val="bg1"/>
                </a:solidFill>
              </a:rPr>
              <a:t>期 ▢</a:t>
            </a:r>
            <a:r>
              <a:rPr kumimoji="1" lang="en-US" altLang="ja-JP" sz="1200" dirty="0">
                <a:solidFill>
                  <a:schemeClr val="bg1"/>
                </a:solidFill>
              </a:rPr>
              <a:t>19</a:t>
            </a:r>
            <a:r>
              <a:rPr kumimoji="1" lang="ja-JP" altLang="en-US" sz="1200" dirty="0">
                <a:solidFill>
                  <a:schemeClr val="bg1"/>
                </a:solidFill>
              </a:rPr>
              <a:t>期 ▢</a:t>
            </a:r>
            <a:r>
              <a:rPr kumimoji="1" lang="en-US" altLang="ja-JP" sz="1200" dirty="0">
                <a:solidFill>
                  <a:schemeClr val="bg1"/>
                </a:solidFill>
              </a:rPr>
              <a:t>20</a:t>
            </a:r>
            <a:r>
              <a:rPr kumimoji="1" lang="ja-JP" altLang="en-US" sz="1200" dirty="0">
                <a:solidFill>
                  <a:schemeClr val="bg1"/>
                </a:solidFill>
              </a:rPr>
              <a:t>期 ▢</a:t>
            </a:r>
            <a:r>
              <a:rPr kumimoji="1" lang="en-US" altLang="ja-JP" sz="1200" dirty="0">
                <a:solidFill>
                  <a:schemeClr val="bg1"/>
                </a:solidFill>
              </a:rPr>
              <a:t>21</a:t>
            </a:r>
            <a:r>
              <a:rPr kumimoji="1" lang="ja-JP" altLang="en-US" sz="1200" dirty="0">
                <a:solidFill>
                  <a:schemeClr val="bg1"/>
                </a:solidFill>
              </a:rPr>
              <a:t>期 ▢</a:t>
            </a:r>
            <a:r>
              <a:rPr kumimoji="1" lang="en-US" altLang="ja-JP" sz="1200" dirty="0">
                <a:solidFill>
                  <a:schemeClr val="bg1"/>
                </a:solidFill>
              </a:rPr>
              <a:t>22</a:t>
            </a:r>
            <a:r>
              <a:rPr kumimoji="1" lang="ja-JP" altLang="en-US" sz="1200" dirty="0">
                <a:solidFill>
                  <a:schemeClr val="bg1"/>
                </a:solidFill>
              </a:rPr>
              <a:t>期</a:t>
            </a:r>
            <a:endParaRPr kumimoji="1" lang="en-US" altLang="ja-JP" sz="1200" dirty="0">
              <a:solidFill>
                <a:schemeClr val="bg1"/>
              </a:solidFill>
            </a:endParaRPr>
          </a:p>
          <a:p>
            <a:r>
              <a:rPr lang="ja-JP" altLang="en-US" sz="1200" dirty="0">
                <a:solidFill>
                  <a:schemeClr val="bg1"/>
                </a:solidFill>
              </a:rPr>
              <a:t>▢化学 ▢環境 ▢教育 ▢経営 ▢経済 ▢芸術 ▢言語 ▢健康 ▢工学 ▢国際 ▢情報 ▢人権 ▢数学 ▢スポーツ ▢生物 ▢福祉 ▢物理 ▢文化 ▢歴史 ▢その他</a:t>
            </a:r>
            <a:endParaRPr lang="en-US" altLang="ja-JP" sz="1200" dirty="0">
              <a:solidFill>
                <a:schemeClr val="bg1"/>
              </a:solidFill>
            </a:endParaRPr>
          </a:p>
        </p:txBody>
      </p:sp>
      <p:sp>
        <p:nvSpPr>
          <p:cNvPr id="4" name="テキスト ボックス 3">
            <a:extLst>
              <a:ext uri="{FF2B5EF4-FFF2-40B4-BE49-F238E27FC236}">
                <a16:creationId xmlns:a16="http://schemas.microsoft.com/office/drawing/2014/main" id="{4F85EE75-16E5-2FC7-22B3-9FB64DD2D8A8}"/>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solidFill>
                  <a:schemeClr val="bg1"/>
                </a:solidFill>
              </a:rPr>
              <a:t>該当件数</a:t>
            </a:r>
            <a:r>
              <a:rPr lang="en-US" altLang="ja-JP" sz="800" dirty="0">
                <a:solidFill>
                  <a:schemeClr val="bg1"/>
                </a:solidFill>
              </a:rPr>
              <a:t>: </a:t>
            </a:r>
            <a:r>
              <a:rPr kumimoji="1" lang="en-US" altLang="ja-JP" sz="800" dirty="0">
                <a:solidFill>
                  <a:schemeClr val="bg1"/>
                </a:solidFill>
              </a:rPr>
              <a:t>119/</a:t>
            </a:r>
            <a:r>
              <a:rPr kumimoji="1" lang="ja-JP" altLang="en-US" sz="800" dirty="0">
                <a:solidFill>
                  <a:schemeClr val="bg1"/>
                </a:solidFill>
              </a:rPr>
              <a:t>全</a:t>
            </a:r>
            <a:r>
              <a:rPr kumimoji="1" lang="en-US" altLang="ja-JP" sz="800" dirty="0">
                <a:solidFill>
                  <a:schemeClr val="bg1"/>
                </a:solidFill>
              </a:rPr>
              <a:t>119</a:t>
            </a:r>
            <a:r>
              <a:rPr kumimoji="1" lang="ja-JP" altLang="en-US" sz="800" dirty="0">
                <a:solidFill>
                  <a:schemeClr val="bg1"/>
                </a:solidFill>
              </a:rPr>
              <a:t>件</a:t>
            </a:r>
          </a:p>
        </p:txBody>
      </p:sp>
      <p:sp>
        <p:nvSpPr>
          <p:cNvPr id="7" name="四角形: 角を丸くする 6">
            <a:extLst>
              <a:ext uri="{FF2B5EF4-FFF2-40B4-BE49-F238E27FC236}">
                <a16:creationId xmlns:a16="http://schemas.microsoft.com/office/drawing/2014/main" id="{D0B890F6-2723-02F8-3B7B-6708CEB8D6CD}"/>
              </a:ext>
            </a:extLst>
          </p:cNvPr>
          <p:cNvSpPr/>
          <p:nvPr/>
        </p:nvSpPr>
        <p:spPr>
          <a:xfrm>
            <a:off x="440948"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bg1"/>
                </a:solidFill>
              </a:rPr>
              <a:t>Shoun Poster Finder</a:t>
            </a: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13" name="四角形: 角を丸くする 12">
            <a:extLst>
              <a:ext uri="{FF2B5EF4-FFF2-40B4-BE49-F238E27FC236}">
                <a16:creationId xmlns:a16="http://schemas.microsoft.com/office/drawing/2014/main" id="{68D7FC7B-B042-A46B-95F6-7FC2C6B66E50}"/>
              </a:ext>
            </a:extLst>
          </p:cNvPr>
          <p:cNvSpPr/>
          <p:nvPr/>
        </p:nvSpPr>
        <p:spPr>
          <a:xfrm>
            <a:off x="52443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14" name="四角形: 角を丸くする 13">
            <a:extLst>
              <a:ext uri="{FF2B5EF4-FFF2-40B4-BE49-F238E27FC236}">
                <a16:creationId xmlns:a16="http://schemas.microsoft.com/office/drawing/2014/main" id="{C3590482-946B-FAB6-D242-396CCB61DE3F}"/>
              </a:ext>
            </a:extLst>
          </p:cNvPr>
          <p:cNvSpPr/>
          <p:nvPr/>
        </p:nvSpPr>
        <p:spPr>
          <a:xfrm>
            <a:off x="1167310"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15" name="四角形: 角を丸くする 14">
            <a:extLst>
              <a:ext uri="{FF2B5EF4-FFF2-40B4-BE49-F238E27FC236}">
                <a16:creationId xmlns:a16="http://schemas.microsoft.com/office/drawing/2014/main" id="{48E3CCCB-B61E-6513-57CE-4D3CA3A4857F}"/>
              </a:ext>
            </a:extLst>
          </p:cNvPr>
          <p:cNvSpPr/>
          <p:nvPr/>
        </p:nvSpPr>
        <p:spPr>
          <a:xfrm>
            <a:off x="2735060" y="2115878"/>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紫外線による肌へのダメージ ～漢三人で挑む～</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田中太郎 鈴木次郎 斎藤三郎</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日焼け ガン </a:t>
            </a:r>
            <a:endParaRPr kumimoji="1" lang="en-US" altLang="ja-JP" sz="800" dirty="0">
              <a:solidFill>
                <a:schemeClr val="bg1"/>
              </a:solidFill>
            </a:endParaRPr>
          </a:p>
        </p:txBody>
      </p:sp>
      <p:sp>
        <p:nvSpPr>
          <p:cNvPr id="16" name="四角形: 角を丸くする 15">
            <a:extLst>
              <a:ext uri="{FF2B5EF4-FFF2-40B4-BE49-F238E27FC236}">
                <a16:creationId xmlns:a16="http://schemas.microsoft.com/office/drawing/2014/main" id="{8C607F15-0D14-679B-B165-F8C2D5668870}"/>
              </a:ext>
            </a:extLst>
          </p:cNvPr>
          <p:cNvSpPr/>
          <p:nvPr/>
        </p:nvSpPr>
        <p:spPr>
          <a:xfrm>
            <a:off x="281508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17" name="四角形: 角を丸くする 16">
            <a:extLst>
              <a:ext uri="{FF2B5EF4-FFF2-40B4-BE49-F238E27FC236}">
                <a16:creationId xmlns:a16="http://schemas.microsoft.com/office/drawing/2014/main" id="{9D26BAA0-B468-19D1-5C43-459D5CF6AD12}"/>
              </a:ext>
            </a:extLst>
          </p:cNvPr>
          <p:cNvSpPr/>
          <p:nvPr/>
        </p:nvSpPr>
        <p:spPr>
          <a:xfrm>
            <a:off x="345583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健康</a:t>
            </a:r>
          </a:p>
        </p:txBody>
      </p:sp>
      <p:sp>
        <p:nvSpPr>
          <p:cNvPr id="18" name="四角形: 角を丸くする 17">
            <a:extLst>
              <a:ext uri="{FF2B5EF4-FFF2-40B4-BE49-F238E27FC236}">
                <a16:creationId xmlns:a16="http://schemas.microsoft.com/office/drawing/2014/main" id="{C3E54082-747A-C312-4FC5-86C4AEDA6F8C}"/>
              </a:ext>
            </a:extLst>
          </p:cNvPr>
          <p:cNvSpPr/>
          <p:nvPr/>
        </p:nvSpPr>
        <p:spPr>
          <a:xfrm>
            <a:off x="5029171" y="2115878"/>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絵本と呼べるのはどこから？ーマンガも絵本</a:t>
            </a:r>
            <a:r>
              <a:rPr lang="en-US" altLang="ja-JP" sz="1200" b="1" dirty="0">
                <a:solidFill>
                  <a:schemeClr val="bg1"/>
                </a:solidFill>
              </a:rPr>
              <a:t>!?</a:t>
            </a:r>
            <a:r>
              <a:rPr lang="ja-JP" altLang="en-US" sz="1200" b="1" dirty="0">
                <a:solidFill>
                  <a:schemeClr val="bg1"/>
                </a:solidFill>
              </a:rPr>
              <a:t>ー</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榊原眞己 駒井久美子</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統計 デザイン</a:t>
            </a:r>
            <a:endParaRPr kumimoji="1" lang="en-US" altLang="ja-JP" sz="800" dirty="0">
              <a:solidFill>
                <a:schemeClr val="bg1"/>
              </a:solidFill>
            </a:endParaRPr>
          </a:p>
        </p:txBody>
      </p:sp>
      <p:sp>
        <p:nvSpPr>
          <p:cNvPr id="19" name="四角形: 角を丸くする 18">
            <a:extLst>
              <a:ext uri="{FF2B5EF4-FFF2-40B4-BE49-F238E27FC236}">
                <a16:creationId xmlns:a16="http://schemas.microsoft.com/office/drawing/2014/main" id="{644143BA-EF3C-D538-026F-A660BDAF5314}"/>
              </a:ext>
            </a:extLst>
          </p:cNvPr>
          <p:cNvSpPr/>
          <p:nvPr/>
        </p:nvSpPr>
        <p:spPr>
          <a:xfrm>
            <a:off x="5105791"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21" name="四角形: 角を丸くする 20">
            <a:extLst>
              <a:ext uri="{FF2B5EF4-FFF2-40B4-BE49-F238E27FC236}">
                <a16:creationId xmlns:a16="http://schemas.microsoft.com/office/drawing/2014/main" id="{D3972D5C-4B18-69C2-CF0D-30257FB87DAB}"/>
              </a:ext>
            </a:extLst>
          </p:cNvPr>
          <p:cNvSpPr/>
          <p:nvPr/>
        </p:nvSpPr>
        <p:spPr>
          <a:xfrm>
            <a:off x="7382805"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世界共通の言葉を作ろう</a:t>
            </a:r>
            <a:r>
              <a:rPr lang="en-US" altLang="ja-JP" sz="1200" b="1" dirty="0">
                <a:solidFill>
                  <a:schemeClr val="bg1"/>
                </a:solidFill>
              </a:rPr>
              <a:t>!</a:t>
            </a:r>
          </a:p>
          <a:p>
            <a:endParaRPr lang="en-US" altLang="ja-JP" sz="800" dirty="0">
              <a:solidFill>
                <a:schemeClr val="bg1"/>
              </a:solidFill>
            </a:endParaRPr>
          </a:p>
          <a:p>
            <a:r>
              <a:rPr kumimoji="1" lang="ja-JP" altLang="en-US" sz="800" dirty="0">
                <a:solidFill>
                  <a:schemeClr val="bg1"/>
                </a:solidFill>
              </a:rPr>
              <a:t>占市悠太 九岡雄介 山木優</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英語 ユニバーサルデザイン </a:t>
            </a:r>
            <a:r>
              <a:rPr lang="en-US" altLang="ja-JP" sz="800" dirty="0">
                <a:solidFill>
                  <a:schemeClr val="bg1"/>
                </a:solidFill>
              </a:rPr>
              <a:t>SNS</a:t>
            </a:r>
            <a:r>
              <a:rPr lang="ja-JP" altLang="en-US" sz="800" dirty="0">
                <a:solidFill>
                  <a:schemeClr val="bg1"/>
                </a:solidFill>
              </a:rPr>
              <a:t> </a:t>
            </a:r>
            <a:r>
              <a:rPr lang="en-US" altLang="ja-JP" sz="800" dirty="0">
                <a:solidFill>
                  <a:schemeClr val="bg1"/>
                </a:solidFill>
              </a:rPr>
              <a:t>AI</a:t>
            </a:r>
            <a:r>
              <a:rPr lang="ja-JP" altLang="en-US" sz="800" dirty="0">
                <a:solidFill>
                  <a:schemeClr val="bg1"/>
                </a:solidFill>
              </a:rPr>
              <a:t> 言語ベクトル</a:t>
            </a:r>
            <a:endParaRPr kumimoji="1" lang="en-US" altLang="ja-JP" sz="1050" dirty="0">
              <a:solidFill>
                <a:schemeClr val="bg1"/>
              </a:solidFill>
            </a:endParaRPr>
          </a:p>
        </p:txBody>
      </p:sp>
      <p:sp>
        <p:nvSpPr>
          <p:cNvPr id="22" name="四角形: 角を丸くする 21">
            <a:extLst>
              <a:ext uri="{FF2B5EF4-FFF2-40B4-BE49-F238E27FC236}">
                <a16:creationId xmlns:a16="http://schemas.microsoft.com/office/drawing/2014/main" id="{BE789FB9-22B7-75CB-83CC-647AA9352946}"/>
              </a:ext>
            </a:extLst>
          </p:cNvPr>
          <p:cNvSpPr/>
          <p:nvPr/>
        </p:nvSpPr>
        <p:spPr>
          <a:xfrm>
            <a:off x="7467879"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言語</a:t>
            </a:r>
            <a:endParaRPr kumimoji="1" lang="ja-JP" altLang="en-US" sz="1200" dirty="0">
              <a:solidFill>
                <a:schemeClr val="bg1"/>
              </a:solidFill>
            </a:endParaRPr>
          </a:p>
        </p:txBody>
      </p:sp>
      <p:sp>
        <p:nvSpPr>
          <p:cNvPr id="23" name="四角形: 角を丸くする 22">
            <a:extLst>
              <a:ext uri="{FF2B5EF4-FFF2-40B4-BE49-F238E27FC236}">
                <a16:creationId xmlns:a16="http://schemas.microsoft.com/office/drawing/2014/main" id="{6518A3F5-21FA-4D5C-2061-B0941FB695B3}"/>
              </a:ext>
            </a:extLst>
          </p:cNvPr>
          <p:cNvSpPr/>
          <p:nvPr/>
        </p:nvSpPr>
        <p:spPr>
          <a:xfrm>
            <a:off x="811089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国際</a:t>
            </a:r>
          </a:p>
        </p:txBody>
      </p:sp>
      <p:sp>
        <p:nvSpPr>
          <p:cNvPr id="24" name="四角形: 角を丸くする 23">
            <a:extLst>
              <a:ext uri="{FF2B5EF4-FFF2-40B4-BE49-F238E27FC236}">
                <a16:creationId xmlns:a16="http://schemas.microsoft.com/office/drawing/2014/main" id="{777B3876-5666-A10C-97A3-921BB69E3F14}"/>
              </a:ext>
            </a:extLst>
          </p:cNvPr>
          <p:cNvSpPr/>
          <p:nvPr/>
        </p:nvSpPr>
        <p:spPr>
          <a:xfrm>
            <a:off x="9719333"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最も買ってくれるお店の配置は。</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翔佩売子 何出藻買男</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オンラインショッピング </a:t>
            </a:r>
            <a:r>
              <a:rPr lang="en-US" altLang="ja-JP" sz="800" dirty="0">
                <a:solidFill>
                  <a:schemeClr val="bg1"/>
                </a:solidFill>
              </a:rPr>
              <a:t>100</a:t>
            </a:r>
            <a:r>
              <a:rPr lang="ja-JP" altLang="en-US" sz="800" dirty="0">
                <a:solidFill>
                  <a:schemeClr val="bg1"/>
                </a:solidFill>
              </a:rPr>
              <a:t>円均一 </a:t>
            </a:r>
            <a:endParaRPr kumimoji="1" lang="en-US" altLang="ja-JP" sz="1050" dirty="0">
              <a:solidFill>
                <a:schemeClr val="bg1"/>
              </a:solidFill>
            </a:endParaRPr>
          </a:p>
        </p:txBody>
      </p:sp>
      <p:sp>
        <p:nvSpPr>
          <p:cNvPr id="25" name="四角形: 角を丸くする 24">
            <a:extLst>
              <a:ext uri="{FF2B5EF4-FFF2-40B4-BE49-F238E27FC236}">
                <a16:creationId xmlns:a16="http://schemas.microsoft.com/office/drawing/2014/main" id="{D9EE3A7A-F178-2802-10F4-25570168CBBC}"/>
              </a:ext>
            </a:extLst>
          </p:cNvPr>
          <p:cNvSpPr/>
          <p:nvPr/>
        </p:nvSpPr>
        <p:spPr>
          <a:xfrm>
            <a:off x="979964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経営</a:t>
            </a:r>
            <a:endParaRPr kumimoji="1" lang="ja-JP" altLang="en-US" sz="1200" dirty="0">
              <a:solidFill>
                <a:schemeClr val="bg1"/>
              </a:solidFill>
            </a:endParaRPr>
          </a:p>
        </p:txBody>
      </p:sp>
      <p:sp>
        <p:nvSpPr>
          <p:cNvPr id="26" name="四角形: 角を丸くする 25">
            <a:extLst>
              <a:ext uri="{FF2B5EF4-FFF2-40B4-BE49-F238E27FC236}">
                <a16:creationId xmlns:a16="http://schemas.microsoft.com/office/drawing/2014/main" id="{FCFAAF67-CA33-574B-A0DE-809DD1BF310D}"/>
              </a:ext>
            </a:extLst>
          </p:cNvPr>
          <p:cNvSpPr/>
          <p:nvPr/>
        </p:nvSpPr>
        <p:spPr>
          <a:xfrm>
            <a:off x="10442671"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経済</a:t>
            </a:r>
          </a:p>
        </p:txBody>
      </p:sp>
      <p:sp>
        <p:nvSpPr>
          <p:cNvPr id="27" name="四角形: 角を丸くする 26">
            <a:extLst>
              <a:ext uri="{FF2B5EF4-FFF2-40B4-BE49-F238E27FC236}">
                <a16:creationId xmlns:a16="http://schemas.microsoft.com/office/drawing/2014/main" id="{6E066462-3A14-BD49-0065-7ECB464C3E1C}"/>
              </a:ext>
            </a:extLst>
          </p:cNvPr>
          <p:cNvSpPr/>
          <p:nvPr/>
        </p:nvSpPr>
        <p:spPr>
          <a:xfrm>
            <a:off x="435935"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ロボットだって何でもできるもん！</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根田侭田 思井撞勘</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プログラミング エンジニアリング メカ</a:t>
            </a:r>
            <a:endParaRPr kumimoji="1" lang="en-US" altLang="ja-JP" sz="800" dirty="0">
              <a:solidFill>
                <a:schemeClr val="bg1"/>
              </a:solidFill>
            </a:endParaRPr>
          </a:p>
        </p:txBody>
      </p:sp>
      <p:sp>
        <p:nvSpPr>
          <p:cNvPr id="28" name="四角形: 角を丸くする 27">
            <a:extLst>
              <a:ext uri="{FF2B5EF4-FFF2-40B4-BE49-F238E27FC236}">
                <a16:creationId xmlns:a16="http://schemas.microsoft.com/office/drawing/2014/main" id="{1259481D-D6F1-628F-6322-E50183A9609E}"/>
              </a:ext>
            </a:extLst>
          </p:cNvPr>
          <p:cNvSpPr/>
          <p:nvPr/>
        </p:nvSpPr>
        <p:spPr>
          <a:xfrm>
            <a:off x="51942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工学</a:t>
            </a:r>
            <a:endParaRPr kumimoji="1" lang="ja-JP" altLang="en-US" sz="1200" dirty="0">
              <a:solidFill>
                <a:schemeClr val="bg1"/>
              </a:solidFill>
            </a:endParaRPr>
          </a:p>
        </p:txBody>
      </p:sp>
      <p:sp>
        <p:nvSpPr>
          <p:cNvPr id="30" name="四角形: 角を丸くする 29">
            <a:extLst>
              <a:ext uri="{FF2B5EF4-FFF2-40B4-BE49-F238E27FC236}">
                <a16:creationId xmlns:a16="http://schemas.microsoft.com/office/drawing/2014/main" id="{079DD520-3221-4412-EA71-9B5B78D8B493}"/>
              </a:ext>
            </a:extLst>
          </p:cNvPr>
          <p:cNvSpPr/>
          <p:nvPr/>
        </p:nvSpPr>
        <p:spPr>
          <a:xfrm>
            <a:off x="2730047" y="4017285"/>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楽で正確なヘルストラッキング</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荒井健太 小米林檎</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データ スマートウォッチ スマートリング</a:t>
            </a:r>
            <a:endParaRPr kumimoji="1" lang="en-US" altLang="ja-JP" sz="800" dirty="0">
              <a:solidFill>
                <a:schemeClr val="bg1"/>
              </a:solidFill>
            </a:endParaRPr>
          </a:p>
        </p:txBody>
      </p:sp>
      <p:sp>
        <p:nvSpPr>
          <p:cNvPr id="31" name="四角形: 角を丸くする 30">
            <a:extLst>
              <a:ext uri="{FF2B5EF4-FFF2-40B4-BE49-F238E27FC236}">
                <a16:creationId xmlns:a16="http://schemas.microsoft.com/office/drawing/2014/main" id="{7C568E97-63A8-AEB5-60BB-95972AC384EE}"/>
              </a:ext>
            </a:extLst>
          </p:cNvPr>
          <p:cNvSpPr/>
          <p:nvPr/>
        </p:nvSpPr>
        <p:spPr>
          <a:xfrm>
            <a:off x="2810073"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健康</a:t>
            </a:r>
            <a:endParaRPr kumimoji="1" lang="ja-JP" altLang="en-US" sz="1200" dirty="0">
              <a:solidFill>
                <a:schemeClr val="bg1"/>
              </a:solidFill>
            </a:endParaRPr>
          </a:p>
        </p:txBody>
      </p:sp>
      <p:sp>
        <p:nvSpPr>
          <p:cNvPr id="32" name="四角形: 角を丸くする 31">
            <a:extLst>
              <a:ext uri="{FF2B5EF4-FFF2-40B4-BE49-F238E27FC236}">
                <a16:creationId xmlns:a16="http://schemas.microsoft.com/office/drawing/2014/main" id="{B987426D-2624-6905-C4D8-90748B06D9D6}"/>
              </a:ext>
            </a:extLst>
          </p:cNvPr>
          <p:cNvSpPr/>
          <p:nvPr/>
        </p:nvSpPr>
        <p:spPr>
          <a:xfrm>
            <a:off x="345082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33" name="四角形: 角を丸くする 32">
            <a:extLst>
              <a:ext uri="{FF2B5EF4-FFF2-40B4-BE49-F238E27FC236}">
                <a16:creationId xmlns:a16="http://schemas.microsoft.com/office/drawing/2014/main" id="{DCA896D2-7708-B62D-BB84-0815215223B8}"/>
              </a:ext>
            </a:extLst>
          </p:cNvPr>
          <p:cNvSpPr/>
          <p:nvPr/>
        </p:nvSpPr>
        <p:spPr>
          <a:xfrm>
            <a:off x="5024158" y="4017285"/>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過去の偉人の実験精度を検証してみよう～実は高精度～</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船川豊作 新田真実</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架空 どんでん返し 本人 </a:t>
            </a:r>
            <a:endParaRPr kumimoji="1" lang="en-US" altLang="ja-JP" sz="800" dirty="0">
              <a:solidFill>
                <a:schemeClr val="bg1"/>
              </a:solidFill>
            </a:endParaRPr>
          </a:p>
        </p:txBody>
      </p:sp>
      <p:sp>
        <p:nvSpPr>
          <p:cNvPr id="34" name="四角形: 角を丸くする 33">
            <a:extLst>
              <a:ext uri="{FF2B5EF4-FFF2-40B4-BE49-F238E27FC236}">
                <a16:creationId xmlns:a16="http://schemas.microsoft.com/office/drawing/2014/main" id="{3067D8FD-B13C-3359-04AC-E3C53D7ACFA5}"/>
              </a:ext>
            </a:extLst>
          </p:cNvPr>
          <p:cNvSpPr/>
          <p:nvPr/>
        </p:nvSpPr>
        <p:spPr>
          <a:xfrm>
            <a:off x="5100778"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物理</a:t>
            </a:r>
            <a:endParaRPr kumimoji="1" lang="ja-JP" altLang="en-US" sz="1200" dirty="0">
              <a:solidFill>
                <a:schemeClr val="bg1"/>
              </a:solidFill>
            </a:endParaRPr>
          </a:p>
        </p:txBody>
      </p:sp>
      <p:sp>
        <p:nvSpPr>
          <p:cNvPr id="35" name="四角形: 角を丸くする 34">
            <a:extLst>
              <a:ext uri="{FF2B5EF4-FFF2-40B4-BE49-F238E27FC236}">
                <a16:creationId xmlns:a16="http://schemas.microsoft.com/office/drawing/2014/main" id="{1F07128A-F83D-D6F4-FD84-A342F087BBA9}"/>
              </a:ext>
            </a:extLst>
          </p:cNvPr>
          <p:cNvSpPr/>
          <p:nvPr/>
        </p:nvSpPr>
        <p:spPr>
          <a:xfrm>
            <a:off x="574010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36" name="四角形: 角を丸くする 35">
            <a:extLst>
              <a:ext uri="{FF2B5EF4-FFF2-40B4-BE49-F238E27FC236}">
                <a16:creationId xmlns:a16="http://schemas.microsoft.com/office/drawing/2014/main" id="{354B7A7C-DE77-03BB-3988-479331A88256}"/>
              </a:ext>
            </a:extLst>
          </p:cNvPr>
          <p:cNvSpPr/>
          <p:nvPr/>
        </p:nvSpPr>
        <p:spPr>
          <a:xfrm>
            <a:off x="7377792"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問題行動に対する対応の在り方</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本材湊</a:t>
            </a:r>
            <a:r>
              <a:rPr kumimoji="1" lang="ja-JP" altLang="en-US" sz="800" dirty="0">
                <a:solidFill>
                  <a:schemeClr val="bg1"/>
                </a:solidFill>
              </a:rPr>
              <a:t> </a:t>
            </a:r>
            <a:r>
              <a:rPr lang="ja-JP" altLang="en-US" sz="800" dirty="0">
                <a:solidFill>
                  <a:schemeClr val="bg1"/>
                </a:solidFill>
              </a:rPr>
              <a:t>谷回祐真 吉埼涼</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実話 通信制 転校</a:t>
            </a:r>
            <a:endParaRPr kumimoji="1" lang="en-US" altLang="ja-JP" sz="1050" dirty="0">
              <a:solidFill>
                <a:schemeClr val="bg1"/>
              </a:solidFill>
            </a:endParaRPr>
          </a:p>
        </p:txBody>
      </p:sp>
      <p:sp>
        <p:nvSpPr>
          <p:cNvPr id="37" name="四角形: 角を丸くする 36">
            <a:extLst>
              <a:ext uri="{FF2B5EF4-FFF2-40B4-BE49-F238E27FC236}">
                <a16:creationId xmlns:a16="http://schemas.microsoft.com/office/drawing/2014/main" id="{3A102E81-F939-FFE9-336F-5213A38979FA}"/>
              </a:ext>
            </a:extLst>
          </p:cNvPr>
          <p:cNvSpPr/>
          <p:nvPr/>
        </p:nvSpPr>
        <p:spPr>
          <a:xfrm>
            <a:off x="746286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人権</a:t>
            </a:r>
          </a:p>
        </p:txBody>
      </p:sp>
      <p:sp>
        <p:nvSpPr>
          <p:cNvPr id="38" name="四角形: 角を丸くする 37">
            <a:extLst>
              <a:ext uri="{FF2B5EF4-FFF2-40B4-BE49-F238E27FC236}">
                <a16:creationId xmlns:a16="http://schemas.microsoft.com/office/drawing/2014/main" id="{8325C93E-E387-3F51-BB1B-B643A286BEA1}"/>
              </a:ext>
            </a:extLst>
          </p:cNvPr>
          <p:cNvSpPr/>
          <p:nvPr/>
        </p:nvSpPr>
        <p:spPr>
          <a:xfrm>
            <a:off x="810588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39" name="四角形: 角を丸くする 38">
            <a:extLst>
              <a:ext uri="{FF2B5EF4-FFF2-40B4-BE49-F238E27FC236}">
                <a16:creationId xmlns:a16="http://schemas.microsoft.com/office/drawing/2014/main" id="{589CFC33-AF2C-44CC-8D23-576E8E00A80F}"/>
              </a:ext>
            </a:extLst>
          </p:cNvPr>
          <p:cNvSpPr/>
          <p:nvPr/>
        </p:nvSpPr>
        <p:spPr>
          <a:xfrm>
            <a:off x="9714320"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三田の歴史をみんなに～あの人も三田出身～</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聖徳太子 徳川家康 石破茂</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偉人 研究</a:t>
            </a:r>
            <a:endParaRPr kumimoji="1" lang="en-US" altLang="ja-JP" sz="1050" dirty="0">
              <a:solidFill>
                <a:schemeClr val="bg1"/>
              </a:solidFill>
            </a:endParaRPr>
          </a:p>
        </p:txBody>
      </p:sp>
      <p:sp>
        <p:nvSpPr>
          <p:cNvPr id="40" name="四角形: 角を丸くする 39">
            <a:extLst>
              <a:ext uri="{FF2B5EF4-FFF2-40B4-BE49-F238E27FC236}">
                <a16:creationId xmlns:a16="http://schemas.microsoft.com/office/drawing/2014/main" id="{B83ACE47-B48C-0292-F63C-46B0CAEE6B9D}"/>
              </a:ext>
            </a:extLst>
          </p:cNvPr>
          <p:cNvSpPr/>
          <p:nvPr/>
        </p:nvSpPr>
        <p:spPr>
          <a:xfrm>
            <a:off x="979463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42" name="四角形: 角を丸くする 41">
            <a:extLst>
              <a:ext uri="{FF2B5EF4-FFF2-40B4-BE49-F238E27FC236}">
                <a16:creationId xmlns:a16="http://schemas.microsoft.com/office/drawing/2014/main" id="{04A20561-F78E-8819-9E22-961682BA22CB}"/>
              </a:ext>
            </a:extLst>
          </p:cNvPr>
          <p:cNvSpPr/>
          <p:nvPr/>
        </p:nvSpPr>
        <p:spPr>
          <a:xfrm>
            <a:off x="435935"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間違った作法で実験するとこうなる～よい子はマネしないでね～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3" name="四角形: 角を丸くする 42">
            <a:extLst>
              <a:ext uri="{FF2B5EF4-FFF2-40B4-BE49-F238E27FC236}">
                <a16:creationId xmlns:a16="http://schemas.microsoft.com/office/drawing/2014/main" id="{A705931F-6FC7-94AA-E612-910A9BBD5074}"/>
              </a:ext>
            </a:extLst>
          </p:cNvPr>
          <p:cNvSpPr/>
          <p:nvPr/>
        </p:nvSpPr>
        <p:spPr>
          <a:xfrm>
            <a:off x="519422"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45" name="四角形: 角を丸くする 44">
            <a:extLst>
              <a:ext uri="{FF2B5EF4-FFF2-40B4-BE49-F238E27FC236}">
                <a16:creationId xmlns:a16="http://schemas.microsoft.com/office/drawing/2014/main" id="{B17B0A67-221D-47A7-FD59-2C82A370062B}"/>
              </a:ext>
            </a:extLst>
          </p:cNvPr>
          <p:cNvSpPr/>
          <p:nvPr/>
        </p:nvSpPr>
        <p:spPr>
          <a:xfrm>
            <a:off x="2730047" y="5908832"/>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学校教育における</a:t>
            </a:r>
            <a:r>
              <a:rPr lang="en-US" altLang="ja-JP" sz="1200" b="1" dirty="0">
                <a:solidFill>
                  <a:schemeClr val="bg1"/>
                </a:solidFill>
              </a:rPr>
              <a:t>IT</a:t>
            </a:r>
            <a:r>
              <a:rPr lang="ja-JP" altLang="en-US" sz="1200" b="1" dirty="0">
                <a:solidFill>
                  <a:schemeClr val="bg1"/>
                </a:solidFill>
              </a:rPr>
              <a:t>活用の意義</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6" name="四角形: 角を丸くする 45">
            <a:extLst>
              <a:ext uri="{FF2B5EF4-FFF2-40B4-BE49-F238E27FC236}">
                <a16:creationId xmlns:a16="http://schemas.microsoft.com/office/drawing/2014/main" id="{518ECDC7-4BB6-2D6A-DD69-B153CA3052D3}"/>
              </a:ext>
            </a:extLst>
          </p:cNvPr>
          <p:cNvSpPr/>
          <p:nvPr/>
        </p:nvSpPr>
        <p:spPr>
          <a:xfrm>
            <a:off x="2810073"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47" name="四角形: 角を丸くする 46">
            <a:extLst>
              <a:ext uri="{FF2B5EF4-FFF2-40B4-BE49-F238E27FC236}">
                <a16:creationId xmlns:a16="http://schemas.microsoft.com/office/drawing/2014/main" id="{D24CE80E-CEBF-DC73-44B5-E2BCA3CC638F}"/>
              </a:ext>
            </a:extLst>
          </p:cNvPr>
          <p:cNvSpPr/>
          <p:nvPr/>
        </p:nvSpPr>
        <p:spPr>
          <a:xfrm>
            <a:off x="345082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48" name="四角形: 角を丸くする 47">
            <a:extLst>
              <a:ext uri="{FF2B5EF4-FFF2-40B4-BE49-F238E27FC236}">
                <a16:creationId xmlns:a16="http://schemas.microsoft.com/office/drawing/2014/main" id="{FB61B494-DE7B-AEE2-1952-57C41BF210DB}"/>
              </a:ext>
            </a:extLst>
          </p:cNvPr>
          <p:cNvSpPr/>
          <p:nvPr/>
        </p:nvSpPr>
        <p:spPr>
          <a:xfrm>
            <a:off x="5024158" y="5908832"/>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スパコン使えば証明なんて余裕でしょ（笑）</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9" name="四角形: 角を丸くする 48">
            <a:extLst>
              <a:ext uri="{FF2B5EF4-FFF2-40B4-BE49-F238E27FC236}">
                <a16:creationId xmlns:a16="http://schemas.microsoft.com/office/drawing/2014/main" id="{41F9535D-9A93-E342-980A-6D4FA41CE8BC}"/>
              </a:ext>
            </a:extLst>
          </p:cNvPr>
          <p:cNvSpPr/>
          <p:nvPr/>
        </p:nvSpPr>
        <p:spPr>
          <a:xfrm>
            <a:off x="5100778"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数学</a:t>
            </a:r>
            <a:endParaRPr kumimoji="1" lang="ja-JP" altLang="en-US" sz="1200" dirty="0">
              <a:solidFill>
                <a:schemeClr val="bg1"/>
              </a:solidFill>
            </a:endParaRPr>
          </a:p>
        </p:txBody>
      </p:sp>
      <p:sp>
        <p:nvSpPr>
          <p:cNvPr id="50" name="四角形: 角を丸くする 49">
            <a:extLst>
              <a:ext uri="{FF2B5EF4-FFF2-40B4-BE49-F238E27FC236}">
                <a16:creationId xmlns:a16="http://schemas.microsoft.com/office/drawing/2014/main" id="{32A77A66-94F2-D4C8-8161-785D74104C94}"/>
              </a:ext>
            </a:extLst>
          </p:cNvPr>
          <p:cNvSpPr/>
          <p:nvPr/>
        </p:nvSpPr>
        <p:spPr>
          <a:xfrm>
            <a:off x="574010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51" name="四角形: 角を丸くする 50">
            <a:extLst>
              <a:ext uri="{FF2B5EF4-FFF2-40B4-BE49-F238E27FC236}">
                <a16:creationId xmlns:a16="http://schemas.microsoft.com/office/drawing/2014/main" id="{EDE257D6-644E-4BAC-3539-65019EE2779E}"/>
              </a:ext>
            </a:extLst>
          </p:cNvPr>
          <p:cNvSpPr/>
          <p:nvPr/>
        </p:nvSpPr>
        <p:spPr>
          <a:xfrm>
            <a:off x="7377792"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どこまでは守って、どこからは変えていくべき？</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2" name="四角形: 角を丸くする 51">
            <a:extLst>
              <a:ext uri="{FF2B5EF4-FFF2-40B4-BE49-F238E27FC236}">
                <a16:creationId xmlns:a16="http://schemas.microsoft.com/office/drawing/2014/main" id="{F970FFFB-1CFB-31ED-30A9-8F162735B590}"/>
              </a:ext>
            </a:extLst>
          </p:cNvPr>
          <p:cNvSpPr/>
          <p:nvPr/>
        </p:nvSpPr>
        <p:spPr>
          <a:xfrm>
            <a:off x="746286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文化</a:t>
            </a:r>
          </a:p>
        </p:txBody>
      </p:sp>
      <p:sp>
        <p:nvSpPr>
          <p:cNvPr id="54" name="四角形: 角を丸くする 53">
            <a:extLst>
              <a:ext uri="{FF2B5EF4-FFF2-40B4-BE49-F238E27FC236}">
                <a16:creationId xmlns:a16="http://schemas.microsoft.com/office/drawing/2014/main" id="{F85D6EF7-B411-2912-AC0E-F143EF0A1072}"/>
              </a:ext>
            </a:extLst>
          </p:cNvPr>
          <p:cNvSpPr/>
          <p:nvPr/>
        </p:nvSpPr>
        <p:spPr>
          <a:xfrm>
            <a:off x="9714320"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bg1"/>
                </a:solidFill>
              </a:rPr>
              <a:t>AirTag</a:t>
            </a:r>
            <a:r>
              <a:rPr lang="ja-JP" altLang="en-US" sz="1200" b="1" dirty="0">
                <a:solidFill>
                  <a:schemeClr val="bg1"/>
                </a:solidFill>
              </a:rPr>
              <a:t>使えば</a:t>
            </a:r>
            <a:r>
              <a:rPr lang="en-US" altLang="ja-JP" sz="1200" b="1" dirty="0">
                <a:solidFill>
                  <a:schemeClr val="bg1"/>
                </a:solidFill>
              </a:rPr>
              <a:t>｢</a:t>
            </a:r>
            <a:r>
              <a:rPr lang="ja-JP" altLang="en-US" sz="1200" b="1" dirty="0">
                <a:solidFill>
                  <a:schemeClr val="bg1"/>
                </a:solidFill>
              </a:rPr>
              <a:t>迷子を捜しています</a:t>
            </a:r>
            <a:r>
              <a:rPr lang="en-US" altLang="ja-JP" sz="1200" b="1" dirty="0">
                <a:solidFill>
                  <a:schemeClr val="bg1"/>
                </a:solidFill>
              </a:rPr>
              <a:t>｣</a:t>
            </a:r>
            <a:r>
              <a:rPr lang="ja-JP" altLang="en-US" sz="1200" b="1" dirty="0">
                <a:solidFill>
                  <a:schemeClr val="bg1"/>
                </a:solidFill>
              </a:rPr>
              <a:t>が無くせるんじゃね？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5" name="四角形: 角を丸くする 54">
            <a:extLst>
              <a:ext uri="{FF2B5EF4-FFF2-40B4-BE49-F238E27FC236}">
                <a16:creationId xmlns:a16="http://schemas.microsoft.com/office/drawing/2014/main" id="{D2693740-FE00-CF1C-A49C-019740E48968}"/>
              </a:ext>
            </a:extLst>
          </p:cNvPr>
          <p:cNvSpPr/>
          <p:nvPr/>
        </p:nvSpPr>
        <p:spPr>
          <a:xfrm>
            <a:off x="979463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生物</a:t>
            </a:r>
          </a:p>
        </p:txBody>
      </p:sp>
      <p:sp>
        <p:nvSpPr>
          <p:cNvPr id="56" name="四角形: 角を丸くする 55">
            <a:extLst>
              <a:ext uri="{FF2B5EF4-FFF2-40B4-BE49-F238E27FC236}">
                <a16:creationId xmlns:a16="http://schemas.microsoft.com/office/drawing/2014/main" id="{306E3960-7413-550D-5307-A64CC44671E5}"/>
              </a:ext>
            </a:extLst>
          </p:cNvPr>
          <p:cNvSpPr/>
          <p:nvPr/>
        </p:nvSpPr>
        <p:spPr>
          <a:xfrm>
            <a:off x="10437658"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情報</a:t>
            </a:r>
          </a:p>
        </p:txBody>
      </p:sp>
      <p:sp>
        <p:nvSpPr>
          <p:cNvPr id="57" name="正方形/長方形 56">
            <a:extLst>
              <a:ext uri="{FF2B5EF4-FFF2-40B4-BE49-F238E27FC236}">
                <a16:creationId xmlns:a16="http://schemas.microsoft.com/office/drawing/2014/main" id="{302428C7-2FDF-4D3F-02FD-439C36588E2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CEB44DA2-8F41-7910-E3E3-39861FF0CDB9}"/>
              </a:ext>
            </a:extLst>
          </p:cNvPr>
          <p:cNvSpPr/>
          <p:nvPr/>
        </p:nvSpPr>
        <p:spPr>
          <a:xfrm>
            <a:off x="574010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芸術</a:t>
            </a:r>
            <a:endParaRPr kumimoji="1" lang="ja-JP" altLang="en-US" sz="1200" dirty="0">
              <a:solidFill>
                <a:schemeClr val="bg1"/>
              </a:solidFill>
            </a:endParaRPr>
          </a:p>
        </p:txBody>
      </p:sp>
      <p:sp>
        <p:nvSpPr>
          <p:cNvPr id="10" name="四角形: 角を丸くする 9">
            <a:extLst>
              <a:ext uri="{FF2B5EF4-FFF2-40B4-BE49-F238E27FC236}">
                <a16:creationId xmlns:a16="http://schemas.microsoft.com/office/drawing/2014/main" id="{3ECEA788-11E4-8801-E968-E07689370ED3}"/>
              </a:ext>
            </a:extLst>
          </p:cNvPr>
          <p:cNvSpPr/>
          <p:nvPr/>
        </p:nvSpPr>
        <p:spPr>
          <a:xfrm>
            <a:off x="8740554"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福祉</a:t>
            </a:r>
          </a:p>
        </p:txBody>
      </p:sp>
      <p:sp>
        <p:nvSpPr>
          <p:cNvPr id="60" name="四角形: 角を丸くする 59">
            <a:extLst>
              <a:ext uri="{FF2B5EF4-FFF2-40B4-BE49-F238E27FC236}">
                <a16:creationId xmlns:a16="http://schemas.microsoft.com/office/drawing/2014/main" id="{7A5DF01D-E95F-5D90-EBBB-39E240F0585E}"/>
              </a:ext>
            </a:extLst>
          </p:cNvPr>
          <p:cNvSpPr/>
          <p:nvPr/>
        </p:nvSpPr>
        <p:spPr>
          <a:xfrm>
            <a:off x="8740554" y="4147390"/>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福祉</a:t>
            </a:r>
            <a:endParaRPr kumimoji="1" lang="ja-JP" altLang="en-US" sz="1200" dirty="0">
              <a:solidFill>
                <a:schemeClr val="bg1"/>
              </a:solidFill>
            </a:endParaRPr>
          </a:p>
        </p:txBody>
      </p:sp>
      <p:sp>
        <p:nvSpPr>
          <p:cNvPr id="61" name="四角形: 角を丸くする 60">
            <a:extLst>
              <a:ext uri="{FF2B5EF4-FFF2-40B4-BE49-F238E27FC236}">
                <a16:creationId xmlns:a16="http://schemas.microsoft.com/office/drawing/2014/main" id="{16FDDCB3-D64A-1D8A-D394-7299E0116A8A}"/>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5D655855-841E-0A14-4D13-E91A13202ECF}"/>
              </a:ext>
            </a:extLst>
          </p:cNvPr>
          <p:cNvSpPr/>
          <p:nvPr/>
        </p:nvSpPr>
        <p:spPr>
          <a:xfrm>
            <a:off x="11530519" y="880888"/>
            <a:ext cx="31135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a:t>
            </a:r>
            <a:endParaRPr kumimoji="1" lang="en-US" altLang="ja-JP" b="1" dirty="0">
              <a:solidFill>
                <a:schemeClr val="bg1"/>
              </a:solidFill>
            </a:endParaRPr>
          </a:p>
        </p:txBody>
      </p:sp>
      <p:sp>
        <p:nvSpPr>
          <p:cNvPr id="5" name="四角形: 角を丸くする 4">
            <a:extLst>
              <a:ext uri="{FF2B5EF4-FFF2-40B4-BE49-F238E27FC236}">
                <a16:creationId xmlns:a16="http://schemas.microsoft.com/office/drawing/2014/main" id="{20E2FCCA-BAD0-9AFD-C036-FD5A06547A5E}"/>
              </a:ext>
            </a:extLst>
          </p:cNvPr>
          <p:cNvSpPr/>
          <p:nvPr/>
        </p:nvSpPr>
        <p:spPr>
          <a:xfrm>
            <a:off x="9827812" y="1228521"/>
            <a:ext cx="1950294" cy="845837"/>
          </a:xfrm>
          <a:prstGeom prst="roundRect">
            <a:avLst>
              <a:gd name="adj" fmla="val 3435"/>
            </a:avLst>
          </a:prstGeom>
          <a:solidFill>
            <a:srgbClr val="1E1E1E"/>
          </a:solidFill>
          <a:ln w="12700">
            <a:solidFill>
              <a:srgbClr val="3D3D3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並び替え</a:t>
            </a:r>
            <a:r>
              <a:rPr lang="en-US" altLang="ja-JP" sz="1100" dirty="0">
                <a:solidFill>
                  <a:schemeClr val="bg1"/>
                </a:solidFill>
              </a:rPr>
              <a:t>:</a:t>
            </a:r>
          </a:p>
          <a:p>
            <a:endParaRPr kumimoji="1" lang="en-US" altLang="ja-JP" sz="1100" dirty="0">
              <a:solidFill>
                <a:schemeClr val="bg1"/>
              </a:solidFill>
            </a:endParaRPr>
          </a:p>
          <a:p>
            <a:r>
              <a:rPr lang="ja-JP" altLang="en-US" sz="1100" dirty="0">
                <a:solidFill>
                  <a:schemeClr val="bg1"/>
                </a:solidFill>
              </a:rPr>
              <a:t>ダークモード</a:t>
            </a:r>
            <a:endParaRPr kumimoji="1" lang="en-US" altLang="ja-JP" sz="1100" dirty="0">
              <a:solidFill>
                <a:schemeClr val="bg1"/>
              </a:solidFill>
            </a:endParaRPr>
          </a:p>
        </p:txBody>
      </p:sp>
      <p:sp>
        <p:nvSpPr>
          <p:cNvPr id="41" name="四角形: 角を丸くする 40">
            <a:extLst>
              <a:ext uri="{FF2B5EF4-FFF2-40B4-BE49-F238E27FC236}">
                <a16:creationId xmlns:a16="http://schemas.microsoft.com/office/drawing/2014/main" id="{5D2C3BED-9EAC-2B0F-1CCD-86A86B7F5E28}"/>
              </a:ext>
            </a:extLst>
          </p:cNvPr>
          <p:cNvSpPr/>
          <p:nvPr/>
        </p:nvSpPr>
        <p:spPr>
          <a:xfrm>
            <a:off x="11116690" y="1697929"/>
            <a:ext cx="518146" cy="270654"/>
          </a:xfrm>
          <a:prstGeom prst="roundRect">
            <a:avLst>
              <a:gd name="adj" fmla="val 50000"/>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F1C8DAB9-2788-487C-8680-74D60D78ABAD}"/>
              </a:ext>
            </a:extLst>
          </p:cNvPr>
          <p:cNvSpPr/>
          <p:nvPr/>
        </p:nvSpPr>
        <p:spPr>
          <a:xfrm>
            <a:off x="11370521"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63700C91-71FF-0FB0-670A-308FD76D5409}"/>
              </a:ext>
            </a:extLst>
          </p:cNvPr>
          <p:cNvSpPr/>
          <p:nvPr/>
        </p:nvSpPr>
        <p:spPr>
          <a:xfrm>
            <a:off x="10570368" y="1374675"/>
            <a:ext cx="1171575" cy="204948"/>
          </a:xfrm>
          <a:prstGeom prst="roundRect">
            <a:avLst>
              <a:gd name="adj" fmla="val 6775"/>
            </a:avLst>
          </a:prstGeom>
          <a:solidFill>
            <a:srgbClr val="333333"/>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rPr>
              <a:t>新しい順</a:t>
            </a:r>
            <a:endParaRPr kumimoji="1" lang="ja-JP" altLang="en-US" sz="1000" dirty="0">
              <a:solidFill>
                <a:schemeClr val="bg1"/>
              </a:solidFill>
            </a:endParaRPr>
          </a:p>
        </p:txBody>
      </p:sp>
      <p:sp>
        <p:nvSpPr>
          <p:cNvPr id="59" name="テキスト ボックス 58">
            <a:extLst>
              <a:ext uri="{FF2B5EF4-FFF2-40B4-BE49-F238E27FC236}">
                <a16:creationId xmlns:a16="http://schemas.microsoft.com/office/drawing/2014/main" id="{A21F1FFF-B2C2-BC2E-C2BD-97FD547D3BDE}"/>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solidFill>
                  <a:schemeClr val="bg1"/>
                </a:solidFill>
              </a:rPr>
              <a:t>┘</a:t>
            </a:r>
          </a:p>
        </p:txBody>
      </p:sp>
      <p:sp>
        <p:nvSpPr>
          <p:cNvPr id="62" name="矢印: 上 61">
            <a:extLst>
              <a:ext uri="{FF2B5EF4-FFF2-40B4-BE49-F238E27FC236}">
                <a16:creationId xmlns:a16="http://schemas.microsoft.com/office/drawing/2014/main" id="{98276E26-9164-D602-FC5C-87A818F496BA}"/>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8728A6AE-A700-5F0D-A931-820BBE6F8EDB}"/>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20" name="テキスト ボックス 19">
            <a:extLst>
              <a:ext uri="{FF2B5EF4-FFF2-40B4-BE49-F238E27FC236}">
                <a16:creationId xmlns:a16="http://schemas.microsoft.com/office/drawing/2014/main" id="{609476ED-165D-5657-D486-187A6B6FC63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957826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2000">
        <p159:morph option="byObject"/>
      </p:transition>
    </mc:Choice>
    <mc:Fallback xmlns="">
      <p:transition advClick="0" advTm="2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DFDEE7-4E53-795D-2195-44AEDEA67E7C}"/>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4EB0207-0215-255A-C458-B187E02C8B78}"/>
              </a:ext>
            </a:extLst>
          </p:cNvPr>
          <p:cNvSpPr>
            <a:spLocks noGrp="1" noRot="1" noMove="1" noResize="1" noEditPoints="1" noAdjustHandles="1" noChangeArrowheads="1" noChangeShapeType="1"/>
          </p:cNvSpPr>
          <p:nvPr/>
        </p:nvSpPr>
        <p:spPr>
          <a:xfrm>
            <a:off x="281763" y="761202"/>
            <a:ext cx="11637335" cy="5931994"/>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C0819E56-E247-5172-1974-6D6A9E5FDC17}"/>
              </a:ext>
            </a:extLst>
          </p:cNvPr>
          <p:cNvSpPr/>
          <p:nvPr/>
        </p:nvSpPr>
        <p:spPr>
          <a:xfrm>
            <a:off x="440948"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bg1"/>
                </a:solidFill>
              </a:rPr>
              <a:t>Shoun Poster Finder</a:t>
            </a: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29" name="四角形: 角を丸くする 28">
            <a:extLst>
              <a:ext uri="{FF2B5EF4-FFF2-40B4-BE49-F238E27FC236}">
                <a16:creationId xmlns:a16="http://schemas.microsoft.com/office/drawing/2014/main" id="{D696C3D6-7BF8-21C4-69B0-34D9F35540BE}"/>
              </a:ext>
            </a:extLst>
          </p:cNvPr>
          <p:cNvSpPr/>
          <p:nvPr/>
        </p:nvSpPr>
        <p:spPr>
          <a:xfrm>
            <a:off x="52443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58" name="四角形: 角を丸くする 57">
            <a:extLst>
              <a:ext uri="{FF2B5EF4-FFF2-40B4-BE49-F238E27FC236}">
                <a16:creationId xmlns:a16="http://schemas.microsoft.com/office/drawing/2014/main" id="{69FE0ABF-9946-D1E4-15EA-5C5EE77BDEBD}"/>
              </a:ext>
            </a:extLst>
          </p:cNvPr>
          <p:cNvSpPr/>
          <p:nvPr/>
        </p:nvSpPr>
        <p:spPr>
          <a:xfrm>
            <a:off x="1167310"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63" name="四角形: 角を丸くする 62">
            <a:extLst>
              <a:ext uri="{FF2B5EF4-FFF2-40B4-BE49-F238E27FC236}">
                <a16:creationId xmlns:a16="http://schemas.microsoft.com/office/drawing/2014/main" id="{BC760DC8-112B-E870-1496-10D8C1CFEDD2}"/>
              </a:ext>
            </a:extLst>
          </p:cNvPr>
          <p:cNvSpPr/>
          <p:nvPr/>
        </p:nvSpPr>
        <p:spPr>
          <a:xfrm>
            <a:off x="2735060" y="2115878"/>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紫外線による肌へのダメージ ～漢三人で挑む～</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田中太郎 鈴木次郎 斎藤三郎</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日焼け ガン </a:t>
            </a:r>
            <a:endParaRPr kumimoji="1" lang="en-US" altLang="ja-JP" sz="800" dirty="0">
              <a:solidFill>
                <a:schemeClr val="bg1"/>
              </a:solidFill>
            </a:endParaRPr>
          </a:p>
        </p:txBody>
      </p:sp>
      <p:sp>
        <p:nvSpPr>
          <p:cNvPr id="64" name="四角形: 角を丸くする 63">
            <a:extLst>
              <a:ext uri="{FF2B5EF4-FFF2-40B4-BE49-F238E27FC236}">
                <a16:creationId xmlns:a16="http://schemas.microsoft.com/office/drawing/2014/main" id="{5160624F-8253-A69D-63D3-8FCC8CFDF832}"/>
              </a:ext>
            </a:extLst>
          </p:cNvPr>
          <p:cNvSpPr/>
          <p:nvPr/>
        </p:nvSpPr>
        <p:spPr>
          <a:xfrm>
            <a:off x="281508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65" name="四角形: 角を丸くする 64">
            <a:extLst>
              <a:ext uri="{FF2B5EF4-FFF2-40B4-BE49-F238E27FC236}">
                <a16:creationId xmlns:a16="http://schemas.microsoft.com/office/drawing/2014/main" id="{2C58A25D-51A3-D54A-7A5D-3F1588A5FED6}"/>
              </a:ext>
            </a:extLst>
          </p:cNvPr>
          <p:cNvSpPr/>
          <p:nvPr/>
        </p:nvSpPr>
        <p:spPr>
          <a:xfrm>
            <a:off x="345583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健康</a:t>
            </a:r>
          </a:p>
        </p:txBody>
      </p:sp>
      <p:sp>
        <p:nvSpPr>
          <p:cNvPr id="66" name="四角形: 角を丸くする 65">
            <a:extLst>
              <a:ext uri="{FF2B5EF4-FFF2-40B4-BE49-F238E27FC236}">
                <a16:creationId xmlns:a16="http://schemas.microsoft.com/office/drawing/2014/main" id="{2DA17823-2FA0-60B9-7017-EA3D34393E54}"/>
              </a:ext>
            </a:extLst>
          </p:cNvPr>
          <p:cNvSpPr/>
          <p:nvPr/>
        </p:nvSpPr>
        <p:spPr>
          <a:xfrm>
            <a:off x="5029171" y="2115878"/>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絵本と呼べるのはどこから？ーマンガも絵本</a:t>
            </a:r>
            <a:r>
              <a:rPr lang="en-US" altLang="ja-JP" sz="1200" b="1" dirty="0">
                <a:solidFill>
                  <a:schemeClr val="bg1"/>
                </a:solidFill>
              </a:rPr>
              <a:t>!?</a:t>
            </a:r>
            <a:r>
              <a:rPr lang="ja-JP" altLang="en-US" sz="1200" b="1" dirty="0">
                <a:solidFill>
                  <a:schemeClr val="bg1"/>
                </a:solidFill>
              </a:rPr>
              <a:t>ー</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榊原眞己 駒井久美子</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統計 デザイン</a:t>
            </a:r>
            <a:endParaRPr kumimoji="1" lang="en-US" altLang="ja-JP" sz="800" dirty="0">
              <a:solidFill>
                <a:schemeClr val="bg1"/>
              </a:solidFill>
            </a:endParaRPr>
          </a:p>
        </p:txBody>
      </p:sp>
      <p:sp>
        <p:nvSpPr>
          <p:cNvPr id="67" name="四角形: 角を丸くする 66">
            <a:extLst>
              <a:ext uri="{FF2B5EF4-FFF2-40B4-BE49-F238E27FC236}">
                <a16:creationId xmlns:a16="http://schemas.microsoft.com/office/drawing/2014/main" id="{0871CB2E-BF93-AC9C-02D6-89A992C85AF9}"/>
              </a:ext>
            </a:extLst>
          </p:cNvPr>
          <p:cNvSpPr/>
          <p:nvPr/>
        </p:nvSpPr>
        <p:spPr>
          <a:xfrm>
            <a:off x="5105791"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68" name="四角形: 角を丸くする 67">
            <a:extLst>
              <a:ext uri="{FF2B5EF4-FFF2-40B4-BE49-F238E27FC236}">
                <a16:creationId xmlns:a16="http://schemas.microsoft.com/office/drawing/2014/main" id="{5C434DA3-B165-28DE-6A37-A76D73895BFD}"/>
              </a:ext>
            </a:extLst>
          </p:cNvPr>
          <p:cNvSpPr/>
          <p:nvPr/>
        </p:nvSpPr>
        <p:spPr>
          <a:xfrm>
            <a:off x="7382805"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世界共通の言葉を作ろう</a:t>
            </a:r>
            <a:r>
              <a:rPr lang="en-US" altLang="ja-JP" sz="1200" b="1" dirty="0">
                <a:solidFill>
                  <a:schemeClr val="bg1"/>
                </a:solidFill>
              </a:rPr>
              <a:t>!</a:t>
            </a:r>
          </a:p>
          <a:p>
            <a:endParaRPr lang="en-US" altLang="ja-JP" sz="800" dirty="0">
              <a:solidFill>
                <a:schemeClr val="bg1"/>
              </a:solidFill>
            </a:endParaRPr>
          </a:p>
          <a:p>
            <a:r>
              <a:rPr kumimoji="1" lang="ja-JP" altLang="en-US" sz="800" dirty="0">
                <a:solidFill>
                  <a:schemeClr val="bg1"/>
                </a:solidFill>
              </a:rPr>
              <a:t>占市悠太 九岡雄介 山木優</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英語 ユニバーサルデザイン </a:t>
            </a:r>
            <a:r>
              <a:rPr lang="en-US" altLang="ja-JP" sz="800" dirty="0">
                <a:solidFill>
                  <a:schemeClr val="bg1"/>
                </a:solidFill>
              </a:rPr>
              <a:t>SNS</a:t>
            </a:r>
            <a:r>
              <a:rPr lang="ja-JP" altLang="en-US" sz="800" dirty="0">
                <a:solidFill>
                  <a:schemeClr val="bg1"/>
                </a:solidFill>
              </a:rPr>
              <a:t> </a:t>
            </a:r>
            <a:r>
              <a:rPr lang="en-US" altLang="ja-JP" sz="800" dirty="0">
                <a:solidFill>
                  <a:schemeClr val="bg1"/>
                </a:solidFill>
              </a:rPr>
              <a:t>AI</a:t>
            </a:r>
            <a:r>
              <a:rPr lang="ja-JP" altLang="en-US" sz="800" dirty="0">
                <a:solidFill>
                  <a:schemeClr val="bg1"/>
                </a:solidFill>
              </a:rPr>
              <a:t> 言語ベクトル</a:t>
            </a:r>
            <a:endParaRPr kumimoji="1" lang="en-US" altLang="ja-JP" sz="1050" dirty="0">
              <a:solidFill>
                <a:schemeClr val="bg1"/>
              </a:solidFill>
            </a:endParaRPr>
          </a:p>
        </p:txBody>
      </p:sp>
      <p:sp>
        <p:nvSpPr>
          <p:cNvPr id="69" name="四角形: 角を丸くする 68">
            <a:extLst>
              <a:ext uri="{FF2B5EF4-FFF2-40B4-BE49-F238E27FC236}">
                <a16:creationId xmlns:a16="http://schemas.microsoft.com/office/drawing/2014/main" id="{32D7D16F-CC4A-7078-DFC3-51C4774344CA}"/>
              </a:ext>
            </a:extLst>
          </p:cNvPr>
          <p:cNvSpPr/>
          <p:nvPr/>
        </p:nvSpPr>
        <p:spPr>
          <a:xfrm>
            <a:off x="7467879"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言語</a:t>
            </a:r>
            <a:endParaRPr kumimoji="1" lang="ja-JP" altLang="en-US" sz="1200" dirty="0">
              <a:solidFill>
                <a:schemeClr val="bg1"/>
              </a:solidFill>
            </a:endParaRPr>
          </a:p>
        </p:txBody>
      </p:sp>
      <p:sp>
        <p:nvSpPr>
          <p:cNvPr id="70" name="四角形: 角を丸くする 69">
            <a:extLst>
              <a:ext uri="{FF2B5EF4-FFF2-40B4-BE49-F238E27FC236}">
                <a16:creationId xmlns:a16="http://schemas.microsoft.com/office/drawing/2014/main" id="{C5E314B1-534F-14B1-E291-4CE5F70064C2}"/>
              </a:ext>
            </a:extLst>
          </p:cNvPr>
          <p:cNvSpPr/>
          <p:nvPr/>
        </p:nvSpPr>
        <p:spPr>
          <a:xfrm>
            <a:off x="811089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国際</a:t>
            </a:r>
          </a:p>
        </p:txBody>
      </p:sp>
      <p:sp>
        <p:nvSpPr>
          <p:cNvPr id="71" name="四角形: 角を丸くする 70">
            <a:extLst>
              <a:ext uri="{FF2B5EF4-FFF2-40B4-BE49-F238E27FC236}">
                <a16:creationId xmlns:a16="http://schemas.microsoft.com/office/drawing/2014/main" id="{150C080E-EE5B-626D-3BED-B908E6425F66}"/>
              </a:ext>
            </a:extLst>
          </p:cNvPr>
          <p:cNvSpPr/>
          <p:nvPr/>
        </p:nvSpPr>
        <p:spPr>
          <a:xfrm>
            <a:off x="9719333"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最も買ってくれるお店の配置は。</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翔佩売子 何出藻買男</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オンラインショッピング </a:t>
            </a:r>
            <a:r>
              <a:rPr lang="en-US" altLang="ja-JP" sz="800" dirty="0">
                <a:solidFill>
                  <a:schemeClr val="bg1"/>
                </a:solidFill>
              </a:rPr>
              <a:t>100</a:t>
            </a:r>
            <a:r>
              <a:rPr lang="ja-JP" altLang="en-US" sz="800" dirty="0">
                <a:solidFill>
                  <a:schemeClr val="bg1"/>
                </a:solidFill>
              </a:rPr>
              <a:t>円均一 </a:t>
            </a:r>
            <a:endParaRPr kumimoji="1" lang="en-US" altLang="ja-JP" sz="1050" dirty="0">
              <a:solidFill>
                <a:schemeClr val="bg1"/>
              </a:solidFill>
            </a:endParaRPr>
          </a:p>
        </p:txBody>
      </p:sp>
      <p:sp>
        <p:nvSpPr>
          <p:cNvPr id="72" name="四角形: 角を丸くする 71">
            <a:extLst>
              <a:ext uri="{FF2B5EF4-FFF2-40B4-BE49-F238E27FC236}">
                <a16:creationId xmlns:a16="http://schemas.microsoft.com/office/drawing/2014/main" id="{E9CDA2D1-99E4-60D5-35DA-75239F9A8918}"/>
              </a:ext>
            </a:extLst>
          </p:cNvPr>
          <p:cNvSpPr/>
          <p:nvPr/>
        </p:nvSpPr>
        <p:spPr>
          <a:xfrm>
            <a:off x="979964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経営</a:t>
            </a:r>
            <a:endParaRPr kumimoji="1" lang="ja-JP" altLang="en-US" sz="1200" dirty="0">
              <a:solidFill>
                <a:schemeClr val="bg1"/>
              </a:solidFill>
            </a:endParaRPr>
          </a:p>
        </p:txBody>
      </p:sp>
      <p:sp>
        <p:nvSpPr>
          <p:cNvPr id="73" name="四角形: 角を丸くする 72">
            <a:extLst>
              <a:ext uri="{FF2B5EF4-FFF2-40B4-BE49-F238E27FC236}">
                <a16:creationId xmlns:a16="http://schemas.microsoft.com/office/drawing/2014/main" id="{32C19E1C-761E-F967-A621-CBCB3A52F43C}"/>
              </a:ext>
            </a:extLst>
          </p:cNvPr>
          <p:cNvSpPr/>
          <p:nvPr/>
        </p:nvSpPr>
        <p:spPr>
          <a:xfrm>
            <a:off x="10442671"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経済</a:t>
            </a:r>
          </a:p>
        </p:txBody>
      </p:sp>
      <p:sp>
        <p:nvSpPr>
          <p:cNvPr id="74" name="四角形: 角を丸くする 73">
            <a:extLst>
              <a:ext uri="{FF2B5EF4-FFF2-40B4-BE49-F238E27FC236}">
                <a16:creationId xmlns:a16="http://schemas.microsoft.com/office/drawing/2014/main" id="{EBEA21ED-BEAD-5B11-A669-F519421AC37A}"/>
              </a:ext>
            </a:extLst>
          </p:cNvPr>
          <p:cNvSpPr/>
          <p:nvPr/>
        </p:nvSpPr>
        <p:spPr>
          <a:xfrm>
            <a:off x="435935"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ロボットだって何でもできるもん！</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根田侭田 思井撞勘</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プログラミング エンジニアリング メカ</a:t>
            </a:r>
            <a:endParaRPr kumimoji="1" lang="en-US" altLang="ja-JP" sz="800" dirty="0">
              <a:solidFill>
                <a:schemeClr val="bg1"/>
              </a:solidFill>
            </a:endParaRPr>
          </a:p>
        </p:txBody>
      </p:sp>
      <p:sp>
        <p:nvSpPr>
          <p:cNvPr id="75" name="四角形: 角を丸くする 74">
            <a:extLst>
              <a:ext uri="{FF2B5EF4-FFF2-40B4-BE49-F238E27FC236}">
                <a16:creationId xmlns:a16="http://schemas.microsoft.com/office/drawing/2014/main" id="{12E87A91-6701-2E89-D12E-6FD1684C06C0}"/>
              </a:ext>
            </a:extLst>
          </p:cNvPr>
          <p:cNvSpPr/>
          <p:nvPr/>
        </p:nvSpPr>
        <p:spPr>
          <a:xfrm>
            <a:off x="51942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工学</a:t>
            </a:r>
            <a:endParaRPr kumimoji="1" lang="ja-JP" altLang="en-US" sz="1200" dirty="0">
              <a:solidFill>
                <a:schemeClr val="bg1"/>
              </a:solidFill>
            </a:endParaRPr>
          </a:p>
        </p:txBody>
      </p:sp>
      <p:sp>
        <p:nvSpPr>
          <p:cNvPr id="76" name="四角形: 角を丸くする 75">
            <a:extLst>
              <a:ext uri="{FF2B5EF4-FFF2-40B4-BE49-F238E27FC236}">
                <a16:creationId xmlns:a16="http://schemas.microsoft.com/office/drawing/2014/main" id="{98EC5978-E18F-9701-EB8B-213F3A72CBE8}"/>
              </a:ext>
            </a:extLst>
          </p:cNvPr>
          <p:cNvSpPr/>
          <p:nvPr/>
        </p:nvSpPr>
        <p:spPr>
          <a:xfrm>
            <a:off x="2730047" y="4017285"/>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楽で正確なヘルストラッキング</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荒井健太 小米林檎</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データ スマートウォッチ スマートリング</a:t>
            </a:r>
            <a:endParaRPr kumimoji="1" lang="en-US" altLang="ja-JP" sz="800" dirty="0">
              <a:solidFill>
                <a:schemeClr val="bg1"/>
              </a:solidFill>
            </a:endParaRPr>
          </a:p>
        </p:txBody>
      </p:sp>
      <p:sp>
        <p:nvSpPr>
          <p:cNvPr id="77" name="四角形: 角を丸くする 76">
            <a:extLst>
              <a:ext uri="{FF2B5EF4-FFF2-40B4-BE49-F238E27FC236}">
                <a16:creationId xmlns:a16="http://schemas.microsoft.com/office/drawing/2014/main" id="{B0A847B2-4B52-3830-DBF1-13BBD523FD5F}"/>
              </a:ext>
            </a:extLst>
          </p:cNvPr>
          <p:cNvSpPr/>
          <p:nvPr/>
        </p:nvSpPr>
        <p:spPr>
          <a:xfrm>
            <a:off x="2810073"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健康</a:t>
            </a:r>
            <a:endParaRPr kumimoji="1" lang="ja-JP" altLang="en-US" sz="1200" dirty="0">
              <a:solidFill>
                <a:schemeClr val="bg1"/>
              </a:solidFill>
            </a:endParaRPr>
          </a:p>
        </p:txBody>
      </p:sp>
      <p:sp>
        <p:nvSpPr>
          <p:cNvPr id="78" name="四角形: 角を丸くする 77">
            <a:extLst>
              <a:ext uri="{FF2B5EF4-FFF2-40B4-BE49-F238E27FC236}">
                <a16:creationId xmlns:a16="http://schemas.microsoft.com/office/drawing/2014/main" id="{27A4EE3A-CB5D-0852-BEA0-CD5463763100}"/>
              </a:ext>
            </a:extLst>
          </p:cNvPr>
          <p:cNvSpPr/>
          <p:nvPr/>
        </p:nvSpPr>
        <p:spPr>
          <a:xfrm>
            <a:off x="345082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79" name="四角形: 角を丸くする 78">
            <a:extLst>
              <a:ext uri="{FF2B5EF4-FFF2-40B4-BE49-F238E27FC236}">
                <a16:creationId xmlns:a16="http://schemas.microsoft.com/office/drawing/2014/main" id="{4A865D46-A4D6-6510-9507-CE9CA6DBC682}"/>
              </a:ext>
            </a:extLst>
          </p:cNvPr>
          <p:cNvSpPr/>
          <p:nvPr/>
        </p:nvSpPr>
        <p:spPr>
          <a:xfrm>
            <a:off x="5024158" y="4017285"/>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過去の偉人の実験精度を検証してみよう～実は高精度～</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船川豊作 新田真実</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架空 どんでん返し 本人 </a:t>
            </a:r>
            <a:endParaRPr kumimoji="1" lang="en-US" altLang="ja-JP" sz="800" dirty="0">
              <a:solidFill>
                <a:schemeClr val="bg1"/>
              </a:solidFill>
            </a:endParaRPr>
          </a:p>
        </p:txBody>
      </p:sp>
      <p:sp>
        <p:nvSpPr>
          <p:cNvPr id="80" name="四角形: 角を丸くする 79">
            <a:extLst>
              <a:ext uri="{FF2B5EF4-FFF2-40B4-BE49-F238E27FC236}">
                <a16:creationId xmlns:a16="http://schemas.microsoft.com/office/drawing/2014/main" id="{143F54D5-EBEC-F515-CDE2-616479EA7CEF}"/>
              </a:ext>
            </a:extLst>
          </p:cNvPr>
          <p:cNvSpPr/>
          <p:nvPr/>
        </p:nvSpPr>
        <p:spPr>
          <a:xfrm>
            <a:off x="5100778"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物理</a:t>
            </a:r>
            <a:endParaRPr kumimoji="1" lang="ja-JP" altLang="en-US" sz="1200" dirty="0">
              <a:solidFill>
                <a:schemeClr val="bg1"/>
              </a:solidFill>
            </a:endParaRPr>
          </a:p>
        </p:txBody>
      </p:sp>
      <p:sp>
        <p:nvSpPr>
          <p:cNvPr id="81" name="四角形: 角を丸くする 80">
            <a:extLst>
              <a:ext uri="{FF2B5EF4-FFF2-40B4-BE49-F238E27FC236}">
                <a16:creationId xmlns:a16="http://schemas.microsoft.com/office/drawing/2014/main" id="{65822E33-51BF-BE40-C0F6-DED0E7F20D10}"/>
              </a:ext>
            </a:extLst>
          </p:cNvPr>
          <p:cNvSpPr/>
          <p:nvPr/>
        </p:nvSpPr>
        <p:spPr>
          <a:xfrm>
            <a:off x="574010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82" name="四角形: 角を丸くする 81">
            <a:extLst>
              <a:ext uri="{FF2B5EF4-FFF2-40B4-BE49-F238E27FC236}">
                <a16:creationId xmlns:a16="http://schemas.microsoft.com/office/drawing/2014/main" id="{2F3D1588-747A-24FA-92FA-22319229F0EB}"/>
              </a:ext>
            </a:extLst>
          </p:cNvPr>
          <p:cNvSpPr/>
          <p:nvPr/>
        </p:nvSpPr>
        <p:spPr>
          <a:xfrm>
            <a:off x="7377792"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問題行動に対する対応の在り方</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本材湊</a:t>
            </a:r>
            <a:r>
              <a:rPr kumimoji="1" lang="ja-JP" altLang="en-US" sz="800" dirty="0">
                <a:solidFill>
                  <a:schemeClr val="bg1"/>
                </a:solidFill>
              </a:rPr>
              <a:t> </a:t>
            </a:r>
            <a:r>
              <a:rPr lang="ja-JP" altLang="en-US" sz="800" dirty="0">
                <a:solidFill>
                  <a:schemeClr val="bg1"/>
                </a:solidFill>
              </a:rPr>
              <a:t>谷回祐真 吉埼涼</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実話 通信制 転校</a:t>
            </a:r>
            <a:endParaRPr kumimoji="1" lang="en-US" altLang="ja-JP" sz="1050" dirty="0">
              <a:solidFill>
                <a:schemeClr val="bg1"/>
              </a:solidFill>
            </a:endParaRPr>
          </a:p>
        </p:txBody>
      </p:sp>
      <p:sp>
        <p:nvSpPr>
          <p:cNvPr id="83" name="四角形: 角を丸くする 82">
            <a:extLst>
              <a:ext uri="{FF2B5EF4-FFF2-40B4-BE49-F238E27FC236}">
                <a16:creationId xmlns:a16="http://schemas.microsoft.com/office/drawing/2014/main" id="{D0AA9B97-F872-716B-9310-6C3C60C5D74D}"/>
              </a:ext>
            </a:extLst>
          </p:cNvPr>
          <p:cNvSpPr/>
          <p:nvPr/>
        </p:nvSpPr>
        <p:spPr>
          <a:xfrm>
            <a:off x="746286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人権</a:t>
            </a:r>
          </a:p>
        </p:txBody>
      </p:sp>
      <p:sp>
        <p:nvSpPr>
          <p:cNvPr id="84" name="四角形: 角を丸くする 83">
            <a:extLst>
              <a:ext uri="{FF2B5EF4-FFF2-40B4-BE49-F238E27FC236}">
                <a16:creationId xmlns:a16="http://schemas.microsoft.com/office/drawing/2014/main" id="{BE14551C-D2D0-EA7C-FA00-369D2BAB2708}"/>
              </a:ext>
            </a:extLst>
          </p:cNvPr>
          <p:cNvSpPr/>
          <p:nvPr/>
        </p:nvSpPr>
        <p:spPr>
          <a:xfrm>
            <a:off x="810588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85" name="四角形: 角を丸くする 84">
            <a:extLst>
              <a:ext uri="{FF2B5EF4-FFF2-40B4-BE49-F238E27FC236}">
                <a16:creationId xmlns:a16="http://schemas.microsoft.com/office/drawing/2014/main" id="{25AD7275-0858-B02B-9374-4882F121682D}"/>
              </a:ext>
            </a:extLst>
          </p:cNvPr>
          <p:cNvSpPr/>
          <p:nvPr/>
        </p:nvSpPr>
        <p:spPr>
          <a:xfrm>
            <a:off x="9714320"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三田の歴史をみんなに～あの人も三田出身～</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聖徳太子 徳川家康 石破茂</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偉人 研究</a:t>
            </a:r>
            <a:endParaRPr kumimoji="1" lang="en-US" altLang="ja-JP" sz="1050" dirty="0">
              <a:solidFill>
                <a:schemeClr val="bg1"/>
              </a:solidFill>
            </a:endParaRPr>
          </a:p>
        </p:txBody>
      </p:sp>
      <p:sp>
        <p:nvSpPr>
          <p:cNvPr id="86" name="四角形: 角を丸くする 85">
            <a:extLst>
              <a:ext uri="{FF2B5EF4-FFF2-40B4-BE49-F238E27FC236}">
                <a16:creationId xmlns:a16="http://schemas.microsoft.com/office/drawing/2014/main" id="{92777259-AA4F-BF8C-0B3F-06FF3F7C303E}"/>
              </a:ext>
            </a:extLst>
          </p:cNvPr>
          <p:cNvSpPr/>
          <p:nvPr/>
        </p:nvSpPr>
        <p:spPr>
          <a:xfrm>
            <a:off x="979463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87" name="四角形: 角を丸くする 86">
            <a:extLst>
              <a:ext uri="{FF2B5EF4-FFF2-40B4-BE49-F238E27FC236}">
                <a16:creationId xmlns:a16="http://schemas.microsoft.com/office/drawing/2014/main" id="{AB0B08F0-03BF-29D5-D479-46F4779736D8}"/>
              </a:ext>
            </a:extLst>
          </p:cNvPr>
          <p:cNvSpPr/>
          <p:nvPr/>
        </p:nvSpPr>
        <p:spPr>
          <a:xfrm>
            <a:off x="435935"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間違った作法で実験するとこうなる～よい子はマネしないでね～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88" name="四角形: 角を丸くする 87">
            <a:extLst>
              <a:ext uri="{FF2B5EF4-FFF2-40B4-BE49-F238E27FC236}">
                <a16:creationId xmlns:a16="http://schemas.microsoft.com/office/drawing/2014/main" id="{60ED6C3E-3B30-3FA1-5E6E-A3928CF1839E}"/>
              </a:ext>
            </a:extLst>
          </p:cNvPr>
          <p:cNvSpPr/>
          <p:nvPr/>
        </p:nvSpPr>
        <p:spPr>
          <a:xfrm>
            <a:off x="519422"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89" name="四角形: 角を丸くする 88">
            <a:extLst>
              <a:ext uri="{FF2B5EF4-FFF2-40B4-BE49-F238E27FC236}">
                <a16:creationId xmlns:a16="http://schemas.microsoft.com/office/drawing/2014/main" id="{B0F6CF06-B3AE-7FD7-B3EF-6E95D998FDE5}"/>
              </a:ext>
            </a:extLst>
          </p:cNvPr>
          <p:cNvSpPr/>
          <p:nvPr/>
        </p:nvSpPr>
        <p:spPr>
          <a:xfrm>
            <a:off x="2730047" y="5908832"/>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学校教育における</a:t>
            </a:r>
            <a:r>
              <a:rPr lang="en-US" altLang="ja-JP" sz="1200" b="1" dirty="0">
                <a:solidFill>
                  <a:schemeClr val="bg1"/>
                </a:solidFill>
              </a:rPr>
              <a:t>IT</a:t>
            </a:r>
            <a:r>
              <a:rPr lang="ja-JP" altLang="en-US" sz="1200" b="1" dirty="0">
                <a:solidFill>
                  <a:schemeClr val="bg1"/>
                </a:solidFill>
              </a:rPr>
              <a:t>活用の意義</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90" name="四角形: 角を丸くする 89">
            <a:extLst>
              <a:ext uri="{FF2B5EF4-FFF2-40B4-BE49-F238E27FC236}">
                <a16:creationId xmlns:a16="http://schemas.microsoft.com/office/drawing/2014/main" id="{77B0EA5C-4C71-E76C-EA4C-357E2444A00E}"/>
              </a:ext>
            </a:extLst>
          </p:cNvPr>
          <p:cNvSpPr/>
          <p:nvPr/>
        </p:nvSpPr>
        <p:spPr>
          <a:xfrm>
            <a:off x="2810073"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91" name="四角形: 角を丸くする 90">
            <a:extLst>
              <a:ext uri="{FF2B5EF4-FFF2-40B4-BE49-F238E27FC236}">
                <a16:creationId xmlns:a16="http://schemas.microsoft.com/office/drawing/2014/main" id="{6745CD06-793B-50F8-B5D9-504EBF47987C}"/>
              </a:ext>
            </a:extLst>
          </p:cNvPr>
          <p:cNvSpPr/>
          <p:nvPr/>
        </p:nvSpPr>
        <p:spPr>
          <a:xfrm>
            <a:off x="345082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92" name="四角形: 角を丸くする 91">
            <a:extLst>
              <a:ext uri="{FF2B5EF4-FFF2-40B4-BE49-F238E27FC236}">
                <a16:creationId xmlns:a16="http://schemas.microsoft.com/office/drawing/2014/main" id="{557E9C6F-0D5E-947C-27B8-925A93EACD94}"/>
              </a:ext>
            </a:extLst>
          </p:cNvPr>
          <p:cNvSpPr/>
          <p:nvPr/>
        </p:nvSpPr>
        <p:spPr>
          <a:xfrm>
            <a:off x="5024158" y="5908832"/>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スパコン使えば証明なんて余裕でしょ（笑）</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93" name="四角形: 角を丸くする 92">
            <a:extLst>
              <a:ext uri="{FF2B5EF4-FFF2-40B4-BE49-F238E27FC236}">
                <a16:creationId xmlns:a16="http://schemas.microsoft.com/office/drawing/2014/main" id="{841DF334-8649-321E-62B1-E37054A7F86C}"/>
              </a:ext>
            </a:extLst>
          </p:cNvPr>
          <p:cNvSpPr/>
          <p:nvPr/>
        </p:nvSpPr>
        <p:spPr>
          <a:xfrm>
            <a:off x="5100778"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数学</a:t>
            </a:r>
            <a:endParaRPr kumimoji="1" lang="ja-JP" altLang="en-US" sz="1200" dirty="0">
              <a:solidFill>
                <a:schemeClr val="bg1"/>
              </a:solidFill>
            </a:endParaRPr>
          </a:p>
        </p:txBody>
      </p:sp>
      <p:sp>
        <p:nvSpPr>
          <p:cNvPr id="94" name="四角形: 角を丸くする 93">
            <a:extLst>
              <a:ext uri="{FF2B5EF4-FFF2-40B4-BE49-F238E27FC236}">
                <a16:creationId xmlns:a16="http://schemas.microsoft.com/office/drawing/2014/main" id="{05C73776-C3A9-B848-DEC9-A914E31AAC8A}"/>
              </a:ext>
            </a:extLst>
          </p:cNvPr>
          <p:cNvSpPr/>
          <p:nvPr/>
        </p:nvSpPr>
        <p:spPr>
          <a:xfrm>
            <a:off x="574010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95" name="四角形: 角を丸くする 94">
            <a:extLst>
              <a:ext uri="{FF2B5EF4-FFF2-40B4-BE49-F238E27FC236}">
                <a16:creationId xmlns:a16="http://schemas.microsoft.com/office/drawing/2014/main" id="{7B4443EE-46E7-3690-852B-533DE318C92D}"/>
              </a:ext>
            </a:extLst>
          </p:cNvPr>
          <p:cNvSpPr/>
          <p:nvPr/>
        </p:nvSpPr>
        <p:spPr>
          <a:xfrm>
            <a:off x="7377792"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どこまでは守って、どこからは変えていくべき？</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96" name="四角形: 角を丸くする 95">
            <a:extLst>
              <a:ext uri="{FF2B5EF4-FFF2-40B4-BE49-F238E27FC236}">
                <a16:creationId xmlns:a16="http://schemas.microsoft.com/office/drawing/2014/main" id="{ED7D52C8-93EE-25D2-8A5C-EAEAF1123D2A}"/>
              </a:ext>
            </a:extLst>
          </p:cNvPr>
          <p:cNvSpPr/>
          <p:nvPr/>
        </p:nvSpPr>
        <p:spPr>
          <a:xfrm>
            <a:off x="746286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文化</a:t>
            </a:r>
          </a:p>
        </p:txBody>
      </p:sp>
      <p:sp>
        <p:nvSpPr>
          <p:cNvPr id="97" name="四角形: 角を丸くする 96">
            <a:extLst>
              <a:ext uri="{FF2B5EF4-FFF2-40B4-BE49-F238E27FC236}">
                <a16:creationId xmlns:a16="http://schemas.microsoft.com/office/drawing/2014/main" id="{7C9DBC4C-8EC6-A138-0C15-03AC561DF910}"/>
              </a:ext>
            </a:extLst>
          </p:cNvPr>
          <p:cNvSpPr/>
          <p:nvPr/>
        </p:nvSpPr>
        <p:spPr>
          <a:xfrm>
            <a:off x="9714320"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bg1"/>
                </a:solidFill>
              </a:rPr>
              <a:t>AirTag</a:t>
            </a:r>
            <a:r>
              <a:rPr lang="ja-JP" altLang="en-US" sz="1200" b="1" dirty="0">
                <a:solidFill>
                  <a:schemeClr val="bg1"/>
                </a:solidFill>
              </a:rPr>
              <a:t>使えば</a:t>
            </a:r>
            <a:r>
              <a:rPr lang="en-US" altLang="ja-JP" sz="1200" b="1" dirty="0">
                <a:solidFill>
                  <a:schemeClr val="bg1"/>
                </a:solidFill>
              </a:rPr>
              <a:t>｢</a:t>
            </a:r>
            <a:r>
              <a:rPr lang="ja-JP" altLang="en-US" sz="1200" b="1" dirty="0">
                <a:solidFill>
                  <a:schemeClr val="bg1"/>
                </a:solidFill>
              </a:rPr>
              <a:t>迷子を捜しています</a:t>
            </a:r>
            <a:r>
              <a:rPr lang="en-US" altLang="ja-JP" sz="1200" b="1" dirty="0">
                <a:solidFill>
                  <a:schemeClr val="bg1"/>
                </a:solidFill>
              </a:rPr>
              <a:t>｣</a:t>
            </a:r>
            <a:r>
              <a:rPr lang="ja-JP" altLang="en-US" sz="1200" b="1" dirty="0">
                <a:solidFill>
                  <a:schemeClr val="bg1"/>
                </a:solidFill>
              </a:rPr>
              <a:t>が無くせるんじゃね？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98" name="四角形: 角を丸くする 97">
            <a:extLst>
              <a:ext uri="{FF2B5EF4-FFF2-40B4-BE49-F238E27FC236}">
                <a16:creationId xmlns:a16="http://schemas.microsoft.com/office/drawing/2014/main" id="{E141DFFE-66C7-DB93-7EFB-18C34566F833}"/>
              </a:ext>
            </a:extLst>
          </p:cNvPr>
          <p:cNvSpPr/>
          <p:nvPr/>
        </p:nvSpPr>
        <p:spPr>
          <a:xfrm>
            <a:off x="979463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生物</a:t>
            </a:r>
          </a:p>
        </p:txBody>
      </p:sp>
      <p:sp>
        <p:nvSpPr>
          <p:cNvPr id="99" name="四角形: 角を丸くする 98">
            <a:extLst>
              <a:ext uri="{FF2B5EF4-FFF2-40B4-BE49-F238E27FC236}">
                <a16:creationId xmlns:a16="http://schemas.microsoft.com/office/drawing/2014/main" id="{E9E43208-9707-E26C-CB71-8CC62A7926E0}"/>
              </a:ext>
            </a:extLst>
          </p:cNvPr>
          <p:cNvSpPr/>
          <p:nvPr/>
        </p:nvSpPr>
        <p:spPr>
          <a:xfrm>
            <a:off x="10437658"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情報</a:t>
            </a:r>
          </a:p>
        </p:txBody>
      </p:sp>
      <p:sp>
        <p:nvSpPr>
          <p:cNvPr id="100" name="四角形: 角を丸くする 99">
            <a:extLst>
              <a:ext uri="{FF2B5EF4-FFF2-40B4-BE49-F238E27FC236}">
                <a16:creationId xmlns:a16="http://schemas.microsoft.com/office/drawing/2014/main" id="{9E78ECB4-FBF3-CE7B-FEA1-7B47A794FD60}"/>
              </a:ext>
            </a:extLst>
          </p:cNvPr>
          <p:cNvSpPr/>
          <p:nvPr/>
        </p:nvSpPr>
        <p:spPr>
          <a:xfrm>
            <a:off x="574010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芸術</a:t>
            </a:r>
            <a:endParaRPr kumimoji="1" lang="ja-JP" altLang="en-US" sz="1200" dirty="0">
              <a:solidFill>
                <a:schemeClr val="bg1"/>
              </a:solidFill>
            </a:endParaRPr>
          </a:p>
        </p:txBody>
      </p:sp>
      <p:sp>
        <p:nvSpPr>
          <p:cNvPr id="101" name="四角形: 角を丸くする 100">
            <a:extLst>
              <a:ext uri="{FF2B5EF4-FFF2-40B4-BE49-F238E27FC236}">
                <a16:creationId xmlns:a16="http://schemas.microsoft.com/office/drawing/2014/main" id="{B5A5870F-7490-022F-2A89-87AB4E53A186}"/>
              </a:ext>
            </a:extLst>
          </p:cNvPr>
          <p:cNvSpPr/>
          <p:nvPr/>
        </p:nvSpPr>
        <p:spPr>
          <a:xfrm>
            <a:off x="8740554"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福祉</a:t>
            </a:r>
          </a:p>
        </p:txBody>
      </p:sp>
      <p:sp>
        <p:nvSpPr>
          <p:cNvPr id="102" name="四角形: 角を丸くする 101">
            <a:extLst>
              <a:ext uri="{FF2B5EF4-FFF2-40B4-BE49-F238E27FC236}">
                <a16:creationId xmlns:a16="http://schemas.microsoft.com/office/drawing/2014/main" id="{D2A6FC4B-7602-EAD7-7844-A7213761BD48}"/>
              </a:ext>
            </a:extLst>
          </p:cNvPr>
          <p:cNvSpPr/>
          <p:nvPr/>
        </p:nvSpPr>
        <p:spPr>
          <a:xfrm>
            <a:off x="8740554" y="4147390"/>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福祉</a:t>
            </a:r>
            <a:endParaRPr kumimoji="1" lang="ja-JP" altLang="en-US" sz="1200" dirty="0">
              <a:solidFill>
                <a:schemeClr val="bg1"/>
              </a:solidFill>
            </a:endParaRPr>
          </a:p>
        </p:txBody>
      </p:sp>
      <p:sp>
        <p:nvSpPr>
          <p:cNvPr id="12" name="正方形/長方形 11">
            <a:extLst>
              <a:ext uri="{FF2B5EF4-FFF2-40B4-BE49-F238E27FC236}">
                <a16:creationId xmlns:a16="http://schemas.microsoft.com/office/drawing/2014/main" id="{55730BD5-B988-48EA-3CD7-9DF74BC8D9A3}"/>
              </a:ext>
            </a:extLst>
          </p:cNvPr>
          <p:cNvSpPr/>
          <p:nvPr/>
        </p:nvSpPr>
        <p:spPr>
          <a:xfrm>
            <a:off x="289737" y="777433"/>
            <a:ext cx="11637335" cy="1105897"/>
          </a:xfrm>
          <a:prstGeom prst="rect">
            <a:avLst/>
          </a:prstGeom>
          <a:solidFill>
            <a:srgbClr val="3D3D3D"/>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54A861B-845E-53DD-F925-DD9F2A469B2F}"/>
              </a:ext>
            </a:extLst>
          </p:cNvPr>
          <p:cNvSpPr/>
          <p:nvPr/>
        </p:nvSpPr>
        <p:spPr>
          <a:xfrm>
            <a:off x="281763" y="761201"/>
            <a:ext cx="11637335" cy="1105897"/>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 name="四角形: 角を丸くする 2">
            <a:extLst>
              <a:ext uri="{FF2B5EF4-FFF2-40B4-BE49-F238E27FC236}">
                <a16:creationId xmlns:a16="http://schemas.microsoft.com/office/drawing/2014/main" id="{9E020149-96D1-4E18-64B3-128E66EA1568}"/>
              </a:ext>
            </a:extLst>
          </p:cNvPr>
          <p:cNvSpPr/>
          <p:nvPr/>
        </p:nvSpPr>
        <p:spPr>
          <a:xfrm>
            <a:off x="435935" y="880888"/>
            <a:ext cx="1102284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7ADF9256-4799-63F7-0391-A98E7E6BFB8F}"/>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solidFill>
                  <a:schemeClr val="bg1"/>
                </a:solidFill>
              </a:rPr>
              <a:t>▢</a:t>
            </a:r>
            <a:r>
              <a:rPr kumimoji="1" lang="en-US" altLang="ja-JP" sz="1200" dirty="0">
                <a:solidFill>
                  <a:schemeClr val="bg1"/>
                </a:solidFill>
              </a:rPr>
              <a:t>15</a:t>
            </a:r>
            <a:r>
              <a:rPr kumimoji="1" lang="ja-JP" altLang="en-US" sz="1200" dirty="0">
                <a:solidFill>
                  <a:schemeClr val="bg1"/>
                </a:solidFill>
              </a:rPr>
              <a:t>期 ▢</a:t>
            </a:r>
            <a:r>
              <a:rPr kumimoji="1" lang="en-US" altLang="ja-JP" sz="1200" dirty="0">
                <a:solidFill>
                  <a:schemeClr val="bg1"/>
                </a:solidFill>
              </a:rPr>
              <a:t>16</a:t>
            </a:r>
            <a:r>
              <a:rPr kumimoji="1" lang="ja-JP" altLang="en-US" sz="1200" dirty="0">
                <a:solidFill>
                  <a:schemeClr val="bg1"/>
                </a:solidFill>
              </a:rPr>
              <a:t>期 ▢</a:t>
            </a:r>
            <a:r>
              <a:rPr kumimoji="1" lang="en-US" altLang="ja-JP" sz="1200" dirty="0">
                <a:solidFill>
                  <a:schemeClr val="bg1"/>
                </a:solidFill>
              </a:rPr>
              <a:t>17</a:t>
            </a:r>
            <a:r>
              <a:rPr kumimoji="1" lang="ja-JP" altLang="en-US" sz="1200" dirty="0">
                <a:solidFill>
                  <a:schemeClr val="bg1"/>
                </a:solidFill>
              </a:rPr>
              <a:t>期 ▢</a:t>
            </a:r>
            <a:r>
              <a:rPr kumimoji="1" lang="en-US" altLang="ja-JP" sz="1200" dirty="0">
                <a:solidFill>
                  <a:schemeClr val="bg1"/>
                </a:solidFill>
              </a:rPr>
              <a:t>18</a:t>
            </a:r>
            <a:r>
              <a:rPr kumimoji="1" lang="ja-JP" altLang="en-US" sz="1200" dirty="0">
                <a:solidFill>
                  <a:schemeClr val="bg1"/>
                </a:solidFill>
              </a:rPr>
              <a:t>期 ▢</a:t>
            </a:r>
            <a:r>
              <a:rPr kumimoji="1" lang="en-US" altLang="ja-JP" sz="1200" dirty="0">
                <a:solidFill>
                  <a:schemeClr val="bg1"/>
                </a:solidFill>
              </a:rPr>
              <a:t>19</a:t>
            </a:r>
            <a:r>
              <a:rPr kumimoji="1" lang="ja-JP" altLang="en-US" sz="1200" dirty="0">
                <a:solidFill>
                  <a:schemeClr val="bg1"/>
                </a:solidFill>
              </a:rPr>
              <a:t>期 ▢</a:t>
            </a:r>
            <a:r>
              <a:rPr kumimoji="1" lang="en-US" altLang="ja-JP" sz="1200" dirty="0">
                <a:solidFill>
                  <a:schemeClr val="bg1"/>
                </a:solidFill>
              </a:rPr>
              <a:t>20</a:t>
            </a:r>
            <a:r>
              <a:rPr kumimoji="1" lang="ja-JP" altLang="en-US" sz="1200" dirty="0">
                <a:solidFill>
                  <a:schemeClr val="bg1"/>
                </a:solidFill>
              </a:rPr>
              <a:t>期 ▢</a:t>
            </a:r>
            <a:r>
              <a:rPr kumimoji="1" lang="en-US" altLang="ja-JP" sz="1200" dirty="0">
                <a:solidFill>
                  <a:schemeClr val="bg1"/>
                </a:solidFill>
              </a:rPr>
              <a:t>21</a:t>
            </a:r>
            <a:r>
              <a:rPr kumimoji="1" lang="ja-JP" altLang="en-US" sz="1200" dirty="0">
                <a:solidFill>
                  <a:schemeClr val="bg1"/>
                </a:solidFill>
              </a:rPr>
              <a:t>期 ▢</a:t>
            </a:r>
            <a:r>
              <a:rPr kumimoji="1" lang="en-US" altLang="ja-JP" sz="1200" dirty="0">
                <a:solidFill>
                  <a:schemeClr val="bg1"/>
                </a:solidFill>
              </a:rPr>
              <a:t>22</a:t>
            </a:r>
            <a:r>
              <a:rPr kumimoji="1" lang="ja-JP" altLang="en-US" sz="1200" dirty="0">
                <a:solidFill>
                  <a:schemeClr val="bg1"/>
                </a:solidFill>
              </a:rPr>
              <a:t>期</a:t>
            </a:r>
            <a:endParaRPr kumimoji="1" lang="en-US" altLang="ja-JP" sz="1200" dirty="0">
              <a:solidFill>
                <a:schemeClr val="bg1"/>
              </a:solidFill>
            </a:endParaRPr>
          </a:p>
          <a:p>
            <a:r>
              <a:rPr lang="ja-JP" altLang="en-US" sz="1200" dirty="0">
                <a:solidFill>
                  <a:schemeClr val="bg1"/>
                </a:solidFill>
              </a:rPr>
              <a:t>▢化学 ▢環境 ▢教育 ▢経営 ▢経済 ▢芸術 ▢言語 ▢健康 ▢工学 ▢国際 ▢情報 ▢人権 ▢数学 ▢スポーツ ▢生物 ▢福祉 ▢物理 ▢文化 ▢歴史 ▢その他</a:t>
            </a:r>
            <a:endParaRPr lang="en-US" altLang="ja-JP" sz="1200" dirty="0">
              <a:solidFill>
                <a:schemeClr val="bg1"/>
              </a:solidFill>
            </a:endParaRPr>
          </a:p>
        </p:txBody>
      </p:sp>
      <p:sp>
        <p:nvSpPr>
          <p:cNvPr id="7" name="テキスト ボックス 6">
            <a:extLst>
              <a:ext uri="{FF2B5EF4-FFF2-40B4-BE49-F238E27FC236}">
                <a16:creationId xmlns:a16="http://schemas.microsoft.com/office/drawing/2014/main" id="{D28080BB-38A4-4ABE-3214-E265BFA53591}"/>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solidFill>
                  <a:schemeClr val="bg1"/>
                </a:solidFill>
              </a:rPr>
              <a:t>該当件数</a:t>
            </a:r>
            <a:r>
              <a:rPr lang="en-US" altLang="ja-JP" sz="800" dirty="0">
                <a:solidFill>
                  <a:schemeClr val="bg1"/>
                </a:solidFill>
              </a:rPr>
              <a:t>: </a:t>
            </a:r>
            <a:r>
              <a:rPr kumimoji="1" lang="en-US" altLang="ja-JP" sz="800" dirty="0">
                <a:solidFill>
                  <a:schemeClr val="bg1"/>
                </a:solidFill>
              </a:rPr>
              <a:t>119/</a:t>
            </a:r>
            <a:r>
              <a:rPr kumimoji="1" lang="ja-JP" altLang="en-US" sz="800" dirty="0">
                <a:solidFill>
                  <a:schemeClr val="bg1"/>
                </a:solidFill>
              </a:rPr>
              <a:t>全</a:t>
            </a:r>
            <a:r>
              <a:rPr kumimoji="1" lang="en-US" altLang="ja-JP" sz="800" dirty="0">
                <a:solidFill>
                  <a:schemeClr val="bg1"/>
                </a:solidFill>
              </a:rPr>
              <a:t>119</a:t>
            </a:r>
            <a:r>
              <a:rPr kumimoji="1" lang="ja-JP" altLang="en-US" sz="800" dirty="0">
                <a:solidFill>
                  <a:schemeClr val="bg1"/>
                </a:solidFill>
              </a:rPr>
              <a:t>件</a:t>
            </a:r>
          </a:p>
        </p:txBody>
      </p:sp>
      <p:sp>
        <p:nvSpPr>
          <p:cNvPr id="57" name="正方形/長方形 56">
            <a:extLst>
              <a:ext uri="{FF2B5EF4-FFF2-40B4-BE49-F238E27FC236}">
                <a16:creationId xmlns:a16="http://schemas.microsoft.com/office/drawing/2014/main" id="{E11F2070-D893-EA30-4774-47FE549DB409}"/>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2EC99B42-74DB-3BDE-46FC-4403F488071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1647B485-006D-64D3-A4B2-0736E2D5C457}"/>
              </a:ext>
            </a:extLst>
          </p:cNvPr>
          <p:cNvSpPr/>
          <p:nvPr/>
        </p:nvSpPr>
        <p:spPr>
          <a:xfrm>
            <a:off x="11530519" y="880888"/>
            <a:ext cx="31135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a:t>
            </a:r>
            <a:endParaRPr kumimoji="1" lang="en-US" altLang="ja-JP" b="1" dirty="0">
              <a:solidFill>
                <a:schemeClr val="bg1"/>
              </a:solidFill>
            </a:endParaRPr>
          </a:p>
        </p:txBody>
      </p:sp>
      <p:sp>
        <p:nvSpPr>
          <p:cNvPr id="5" name="四角形: 角を丸くする 4">
            <a:extLst>
              <a:ext uri="{FF2B5EF4-FFF2-40B4-BE49-F238E27FC236}">
                <a16:creationId xmlns:a16="http://schemas.microsoft.com/office/drawing/2014/main" id="{B57DBDDD-7491-784A-4998-6739DC06476E}"/>
              </a:ext>
            </a:extLst>
          </p:cNvPr>
          <p:cNvSpPr/>
          <p:nvPr/>
        </p:nvSpPr>
        <p:spPr>
          <a:xfrm>
            <a:off x="9827812" y="1228521"/>
            <a:ext cx="1950294" cy="845837"/>
          </a:xfrm>
          <a:prstGeom prst="roundRect">
            <a:avLst>
              <a:gd name="adj" fmla="val 3435"/>
            </a:avLst>
          </a:prstGeom>
          <a:solidFill>
            <a:srgbClr val="1E1E1E"/>
          </a:solidFill>
          <a:ln w="12700">
            <a:solidFill>
              <a:srgbClr val="3D3D3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並び替え</a:t>
            </a:r>
            <a:r>
              <a:rPr lang="en-US" altLang="ja-JP" sz="1100" dirty="0">
                <a:solidFill>
                  <a:schemeClr val="bg1"/>
                </a:solidFill>
              </a:rPr>
              <a:t>:</a:t>
            </a:r>
          </a:p>
          <a:p>
            <a:endParaRPr kumimoji="1" lang="en-US" altLang="ja-JP" sz="1100" dirty="0">
              <a:solidFill>
                <a:schemeClr val="bg1"/>
              </a:solidFill>
            </a:endParaRPr>
          </a:p>
          <a:p>
            <a:r>
              <a:rPr lang="ja-JP" altLang="en-US" sz="1100" dirty="0">
                <a:solidFill>
                  <a:schemeClr val="bg1"/>
                </a:solidFill>
              </a:rPr>
              <a:t>ダークモード</a:t>
            </a:r>
            <a:endParaRPr kumimoji="1" lang="en-US" altLang="ja-JP" sz="1100" dirty="0">
              <a:solidFill>
                <a:schemeClr val="bg1"/>
              </a:solidFill>
            </a:endParaRPr>
          </a:p>
        </p:txBody>
      </p:sp>
      <p:sp>
        <p:nvSpPr>
          <p:cNvPr id="41" name="四角形: 角を丸くする 40">
            <a:extLst>
              <a:ext uri="{FF2B5EF4-FFF2-40B4-BE49-F238E27FC236}">
                <a16:creationId xmlns:a16="http://schemas.microsoft.com/office/drawing/2014/main" id="{7C786F6A-B455-DD6B-E987-38CB6E27C28A}"/>
              </a:ext>
            </a:extLst>
          </p:cNvPr>
          <p:cNvSpPr/>
          <p:nvPr/>
        </p:nvSpPr>
        <p:spPr>
          <a:xfrm>
            <a:off x="11116690" y="1697929"/>
            <a:ext cx="518146" cy="270654"/>
          </a:xfrm>
          <a:prstGeom prst="roundRect">
            <a:avLst>
              <a:gd name="adj" fmla="val 50000"/>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8C793673-EFD9-AA53-52BB-8386316DE559}"/>
              </a:ext>
            </a:extLst>
          </p:cNvPr>
          <p:cNvSpPr/>
          <p:nvPr/>
        </p:nvSpPr>
        <p:spPr>
          <a:xfrm>
            <a:off x="11370521"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A88C9B2B-C374-EDD8-C3AA-6D173C54C765}"/>
              </a:ext>
            </a:extLst>
          </p:cNvPr>
          <p:cNvSpPr/>
          <p:nvPr/>
        </p:nvSpPr>
        <p:spPr>
          <a:xfrm>
            <a:off x="10570368" y="1374675"/>
            <a:ext cx="1171575" cy="204948"/>
          </a:xfrm>
          <a:prstGeom prst="roundRect">
            <a:avLst>
              <a:gd name="adj" fmla="val 6775"/>
            </a:avLst>
          </a:prstGeom>
          <a:solidFill>
            <a:srgbClr val="333333"/>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rPr>
              <a:t>新しい順</a:t>
            </a:r>
            <a:endParaRPr kumimoji="1" lang="ja-JP" altLang="en-US" sz="1000" dirty="0">
              <a:solidFill>
                <a:schemeClr val="bg1"/>
              </a:solidFill>
            </a:endParaRPr>
          </a:p>
        </p:txBody>
      </p:sp>
      <p:sp>
        <p:nvSpPr>
          <p:cNvPr id="59" name="テキスト ボックス 58">
            <a:extLst>
              <a:ext uri="{FF2B5EF4-FFF2-40B4-BE49-F238E27FC236}">
                <a16:creationId xmlns:a16="http://schemas.microsoft.com/office/drawing/2014/main" id="{29A37DDC-4A67-E108-6600-853DF7555DA8}"/>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solidFill>
                  <a:schemeClr val="bg1"/>
                </a:solidFill>
              </a:rPr>
              <a:t>┘</a:t>
            </a:r>
          </a:p>
        </p:txBody>
      </p:sp>
      <p:sp>
        <p:nvSpPr>
          <p:cNvPr id="4" name="矢印: 上 3">
            <a:extLst>
              <a:ext uri="{FF2B5EF4-FFF2-40B4-BE49-F238E27FC236}">
                <a16:creationId xmlns:a16="http://schemas.microsoft.com/office/drawing/2014/main" id="{DE42147C-0BCF-51A0-FEF6-ADA92E71C9A5}"/>
              </a:ext>
            </a:extLst>
          </p:cNvPr>
          <p:cNvSpPr/>
          <p:nvPr/>
        </p:nvSpPr>
        <p:spPr>
          <a:xfrm rot="19449610">
            <a:off x="11332407" y="1774094"/>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テキスト ボックス 103">
            <a:extLst>
              <a:ext uri="{FF2B5EF4-FFF2-40B4-BE49-F238E27FC236}">
                <a16:creationId xmlns:a16="http://schemas.microsoft.com/office/drawing/2014/main" id="{C120EA82-FA5B-64D4-36AB-6B1059FBD5AE}"/>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165C9196-53E0-CEB1-D3C2-553966CCDD3D}"/>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746275629"/>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BFB75CF-6BDE-E806-8E94-7B912F20CBDA}"/>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C3BB169-7107-2126-A0C1-72B9573120F5}"/>
              </a:ext>
            </a:extLst>
          </p:cNvPr>
          <p:cNvSpPr>
            <a:spLocks noGrp="1" noRot="1" noMove="1" noResize="1" noEditPoints="1" noAdjustHandles="1" noChangeArrowheads="1" noChangeShapeType="1"/>
          </p:cNvSpPr>
          <p:nvPr/>
        </p:nvSpPr>
        <p:spPr>
          <a:xfrm>
            <a:off x="281763" y="761202"/>
            <a:ext cx="11637335" cy="5931994"/>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1DDBCFE-CF4A-B041-58AE-ECD714A5D3D6}"/>
              </a:ext>
            </a:extLst>
          </p:cNvPr>
          <p:cNvSpPr/>
          <p:nvPr/>
        </p:nvSpPr>
        <p:spPr>
          <a:xfrm>
            <a:off x="289737" y="777433"/>
            <a:ext cx="11637335" cy="1105897"/>
          </a:xfrm>
          <a:prstGeom prst="rect">
            <a:avLst/>
          </a:prstGeom>
          <a:solidFill>
            <a:srgbClr val="3D3D3D"/>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DF272DE5-AAC4-0D1B-1E5C-D471530FAE34}"/>
              </a:ext>
            </a:extLst>
          </p:cNvPr>
          <p:cNvSpPr/>
          <p:nvPr/>
        </p:nvSpPr>
        <p:spPr>
          <a:xfrm>
            <a:off x="281763" y="761201"/>
            <a:ext cx="11637335" cy="1105897"/>
          </a:xfrm>
          <a:prstGeom prst="rect">
            <a:avLst/>
          </a:prstGeom>
          <a:solidFill>
            <a:srgbClr val="1E1E1E"/>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 name="四角形: 角を丸くする 2">
            <a:extLst>
              <a:ext uri="{FF2B5EF4-FFF2-40B4-BE49-F238E27FC236}">
                <a16:creationId xmlns:a16="http://schemas.microsoft.com/office/drawing/2014/main" id="{4F47CA97-0E81-8C3D-955B-EC7C5792E0AF}"/>
              </a:ext>
            </a:extLst>
          </p:cNvPr>
          <p:cNvSpPr/>
          <p:nvPr/>
        </p:nvSpPr>
        <p:spPr>
          <a:xfrm>
            <a:off x="435935" y="880888"/>
            <a:ext cx="1102284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67011631-E4DC-3534-11C6-BB428BB22CAC}"/>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solidFill>
                  <a:schemeClr val="bg1"/>
                </a:solidFill>
              </a:rPr>
              <a:t>▢</a:t>
            </a:r>
            <a:r>
              <a:rPr kumimoji="1" lang="en-US" altLang="ja-JP" sz="1200" dirty="0">
                <a:solidFill>
                  <a:schemeClr val="bg1"/>
                </a:solidFill>
              </a:rPr>
              <a:t>15</a:t>
            </a:r>
            <a:r>
              <a:rPr kumimoji="1" lang="ja-JP" altLang="en-US" sz="1200" dirty="0">
                <a:solidFill>
                  <a:schemeClr val="bg1"/>
                </a:solidFill>
              </a:rPr>
              <a:t>期 ▢</a:t>
            </a:r>
            <a:r>
              <a:rPr kumimoji="1" lang="en-US" altLang="ja-JP" sz="1200" dirty="0">
                <a:solidFill>
                  <a:schemeClr val="bg1"/>
                </a:solidFill>
              </a:rPr>
              <a:t>16</a:t>
            </a:r>
            <a:r>
              <a:rPr kumimoji="1" lang="ja-JP" altLang="en-US" sz="1200" dirty="0">
                <a:solidFill>
                  <a:schemeClr val="bg1"/>
                </a:solidFill>
              </a:rPr>
              <a:t>期 ▢</a:t>
            </a:r>
            <a:r>
              <a:rPr kumimoji="1" lang="en-US" altLang="ja-JP" sz="1200" dirty="0">
                <a:solidFill>
                  <a:schemeClr val="bg1"/>
                </a:solidFill>
              </a:rPr>
              <a:t>17</a:t>
            </a:r>
            <a:r>
              <a:rPr kumimoji="1" lang="ja-JP" altLang="en-US" sz="1200" dirty="0">
                <a:solidFill>
                  <a:schemeClr val="bg1"/>
                </a:solidFill>
              </a:rPr>
              <a:t>期 ▢</a:t>
            </a:r>
            <a:r>
              <a:rPr kumimoji="1" lang="en-US" altLang="ja-JP" sz="1200" dirty="0">
                <a:solidFill>
                  <a:schemeClr val="bg1"/>
                </a:solidFill>
              </a:rPr>
              <a:t>18</a:t>
            </a:r>
            <a:r>
              <a:rPr kumimoji="1" lang="ja-JP" altLang="en-US" sz="1200" dirty="0">
                <a:solidFill>
                  <a:schemeClr val="bg1"/>
                </a:solidFill>
              </a:rPr>
              <a:t>期 ▢</a:t>
            </a:r>
            <a:r>
              <a:rPr kumimoji="1" lang="en-US" altLang="ja-JP" sz="1200" dirty="0">
                <a:solidFill>
                  <a:schemeClr val="bg1"/>
                </a:solidFill>
              </a:rPr>
              <a:t>19</a:t>
            </a:r>
            <a:r>
              <a:rPr kumimoji="1" lang="ja-JP" altLang="en-US" sz="1200" dirty="0">
                <a:solidFill>
                  <a:schemeClr val="bg1"/>
                </a:solidFill>
              </a:rPr>
              <a:t>期 ▢</a:t>
            </a:r>
            <a:r>
              <a:rPr kumimoji="1" lang="en-US" altLang="ja-JP" sz="1200" dirty="0">
                <a:solidFill>
                  <a:schemeClr val="bg1"/>
                </a:solidFill>
              </a:rPr>
              <a:t>20</a:t>
            </a:r>
            <a:r>
              <a:rPr kumimoji="1" lang="ja-JP" altLang="en-US" sz="1200" dirty="0">
                <a:solidFill>
                  <a:schemeClr val="bg1"/>
                </a:solidFill>
              </a:rPr>
              <a:t>期 ▢</a:t>
            </a:r>
            <a:r>
              <a:rPr kumimoji="1" lang="en-US" altLang="ja-JP" sz="1200" dirty="0">
                <a:solidFill>
                  <a:schemeClr val="bg1"/>
                </a:solidFill>
              </a:rPr>
              <a:t>21</a:t>
            </a:r>
            <a:r>
              <a:rPr kumimoji="1" lang="ja-JP" altLang="en-US" sz="1200" dirty="0">
                <a:solidFill>
                  <a:schemeClr val="bg1"/>
                </a:solidFill>
              </a:rPr>
              <a:t>期 ▢</a:t>
            </a:r>
            <a:r>
              <a:rPr kumimoji="1" lang="en-US" altLang="ja-JP" sz="1200" dirty="0">
                <a:solidFill>
                  <a:schemeClr val="bg1"/>
                </a:solidFill>
              </a:rPr>
              <a:t>22</a:t>
            </a:r>
            <a:r>
              <a:rPr kumimoji="1" lang="ja-JP" altLang="en-US" sz="1200" dirty="0">
                <a:solidFill>
                  <a:schemeClr val="bg1"/>
                </a:solidFill>
              </a:rPr>
              <a:t>期</a:t>
            </a:r>
            <a:endParaRPr kumimoji="1" lang="en-US" altLang="ja-JP" sz="1200" dirty="0">
              <a:solidFill>
                <a:schemeClr val="bg1"/>
              </a:solidFill>
            </a:endParaRPr>
          </a:p>
          <a:p>
            <a:r>
              <a:rPr lang="ja-JP" altLang="en-US" sz="1200" dirty="0">
                <a:solidFill>
                  <a:schemeClr val="bg1"/>
                </a:solidFill>
              </a:rPr>
              <a:t>▢化学 ▢環境 ▢教育 ▢経営 ▢経済 ▢芸術 ▢言語 ▢健康 ▢工学 ▢国際 ▢情報 ▢人権 ▢数学 ▢スポーツ ▢生物 ▢福祉 ▢物理 ▢文化 ▢歴史 ▢その他</a:t>
            </a:r>
            <a:endParaRPr lang="en-US" altLang="ja-JP" sz="1200" dirty="0">
              <a:solidFill>
                <a:schemeClr val="bg1"/>
              </a:solidFill>
            </a:endParaRPr>
          </a:p>
        </p:txBody>
      </p:sp>
      <p:sp>
        <p:nvSpPr>
          <p:cNvPr id="20" name="テキスト ボックス 19">
            <a:extLst>
              <a:ext uri="{FF2B5EF4-FFF2-40B4-BE49-F238E27FC236}">
                <a16:creationId xmlns:a16="http://schemas.microsoft.com/office/drawing/2014/main" id="{EFEB5FD2-CD50-8A9D-2F22-9A1218D4B6E9}"/>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solidFill>
                  <a:schemeClr val="bg1"/>
                </a:solidFill>
              </a:rPr>
              <a:t>該当件数</a:t>
            </a:r>
            <a:r>
              <a:rPr lang="en-US" altLang="ja-JP" sz="800" dirty="0">
                <a:solidFill>
                  <a:schemeClr val="bg1"/>
                </a:solidFill>
              </a:rPr>
              <a:t>: </a:t>
            </a:r>
            <a:r>
              <a:rPr kumimoji="1" lang="en-US" altLang="ja-JP" sz="800" dirty="0">
                <a:solidFill>
                  <a:schemeClr val="bg1"/>
                </a:solidFill>
              </a:rPr>
              <a:t>119/</a:t>
            </a:r>
            <a:r>
              <a:rPr kumimoji="1" lang="ja-JP" altLang="en-US" sz="800" dirty="0">
                <a:solidFill>
                  <a:schemeClr val="bg1"/>
                </a:solidFill>
              </a:rPr>
              <a:t>全</a:t>
            </a:r>
            <a:r>
              <a:rPr kumimoji="1" lang="en-US" altLang="ja-JP" sz="800" dirty="0">
                <a:solidFill>
                  <a:schemeClr val="bg1"/>
                </a:solidFill>
              </a:rPr>
              <a:t>119</a:t>
            </a:r>
            <a:r>
              <a:rPr kumimoji="1" lang="ja-JP" altLang="en-US" sz="800" dirty="0">
                <a:solidFill>
                  <a:schemeClr val="bg1"/>
                </a:solidFill>
              </a:rPr>
              <a:t>件</a:t>
            </a:r>
          </a:p>
        </p:txBody>
      </p:sp>
      <p:sp>
        <p:nvSpPr>
          <p:cNvPr id="7" name="四角形: 角を丸くする 6">
            <a:extLst>
              <a:ext uri="{FF2B5EF4-FFF2-40B4-BE49-F238E27FC236}">
                <a16:creationId xmlns:a16="http://schemas.microsoft.com/office/drawing/2014/main" id="{6B02294A-D81F-7FC5-ACD1-E690634AE401}"/>
              </a:ext>
            </a:extLst>
          </p:cNvPr>
          <p:cNvSpPr/>
          <p:nvPr/>
        </p:nvSpPr>
        <p:spPr>
          <a:xfrm>
            <a:off x="440948"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schemeClr val="bg1"/>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bg1"/>
                </a:solidFill>
              </a:rPr>
              <a:t>Shoun Poster Finder</a:t>
            </a: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13" name="四角形: 角を丸くする 12">
            <a:extLst>
              <a:ext uri="{FF2B5EF4-FFF2-40B4-BE49-F238E27FC236}">
                <a16:creationId xmlns:a16="http://schemas.microsoft.com/office/drawing/2014/main" id="{A1E19391-48C2-0422-795B-D30859F0F423}"/>
              </a:ext>
            </a:extLst>
          </p:cNvPr>
          <p:cNvSpPr/>
          <p:nvPr/>
        </p:nvSpPr>
        <p:spPr>
          <a:xfrm>
            <a:off x="52443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14" name="四角形: 角を丸くする 13">
            <a:extLst>
              <a:ext uri="{FF2B5EF4-FFF2-40B4-BE49-F238E27FC236}">
                <a16:creationId xmlns:a16="http://schemas.microsoft.com/office/drawing/2014/main" id="{BD0EA1E4-D5E1-1EE7-A34E-7D95AA568C5E}"/>
              </a:ext>
            </a:extLst>
          </p:cNvPr>
          <p:cNvSpPr/>
          <p:nvPr/>
        </p:nvSpPr>
        <p:spPr>
          <a:xfrm>
            <a:off x="1167310"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15" name="四角形: 角を丸くする 14">
            <a:extLst>
              <a:ext uri="{FF2B5EF4-FFF2-40B4-BE49-F238E27FC236}">
                <a16:creationId xmlns:a16="http://schemas.microsoft.com/office/drawing/2014/main" id="{07D61C18-368F-AB76-3520-ED9CF14F485C}"/>
              </a:ext>
            </a:extLst>
          </p:cNvPr>
          <p:cNvSpPr/>
          <p:nvPr/>
        </p:nvSpPr>
        <p:spPr>
          <a:xfrm>
            <a:off x="2735060" y="2115878"/>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紫外線による肌へのダメージ ～漢三人で挑む～</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田中太郎 鈴木次郎 斎藤三郎</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日焼け ガン </a:t>
            </a:r>
            <a:endParaRPr kumimoji="1" lang="en-US" altLang="ja-JP" sz="800" dirty="0">
              <a:solidFill>
                <a:schemeClr val="bg1"/>
              </a:solidFill>
            </a:endParaRPr>
          </a:p>
        </p:txBody>
      </p:sp>
      <p:sp>
        <p:nvSpPr>
          <p:cNvPr id="16" name="四角形: 角を丸くする 15">
            <a:extLst>
              <a:ext uri="{FF2B5EF4-FFF2-40B4-BE49-F238E27FC236}">
                <a16:creationId xmlns:a16="http://schemas.microsoft.com/office/drawing/2014/main" id="{C12E7FB3-3657-2313-AEB0-B2BCD218EDFE}"/>
              </a:ext>
            </a:extLst>
          </p:cNvPr>
          <p:cNvSpPr/>
          <p:nvPr/>
        </p:nvSpPr>
        <p:spPr>
          <a:xfrm>
            <a:off x="281508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17" name="四角形: 角を丸くする 16">
            <a:extLst>
              <a:ext uri="{FF2B5EF4-FFF2-40B4-BE49-F238E27FC236}">
                <a16:creationId xmlns:a16="http://schemas.microsoft.com/office/drawing/2014/main" id="{E7269C21-9A34-AF21-34FA-6D9C1EABE729}"/>
              </a:ext>
            </a:extLst>
          </p:cNvPr>
          <p:cNvSpPr/>
          <p:nvPr/>
        </p:nvSpPr>
        <p:spPr>
          <a:xfrm>
            <a:off x="345583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健康</a:t>
            </a:r>
          </a:p>
        </p:txBody>
      </p:sp>
      <p:sp>
        <p:nvSpPr>
          <p:cNvPr id="18" name="四角形: 角を丸くする 17">
            <a:extLst>
              <a:ext uri="{FF2B5EF4-FFF2-40B4-BE49-F238E27FC236}">
                <a16:creationId xmlns:a16="http://schemas.microsoft.com/office/drawing/2014/main" id="{390ABD57-26E8-6D67-881A-7D90CF489451}"/>
              </a:ext>
            </a:extLst>
          </p:cNvPr>
          <p:cNvSpPr/>
          <p:nvPr/>
        </p:nvSpPr>
        <p:spPr>
          <a:xfrm>
            <a:off x="5029171" y="2115878"/>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絵本と呼べるのはどこから？ーマンガも絵本</a:t>
            </a:r>
            <a:r>
              <a:rPr lang="en-US" altLang="ja-JP" sz="1200" b="1" dirty="0">
                <a:solidFill>
                  <a:schemeClr val="bg1"/>
                </a:solidFill>
              </a:rPr>
              <a:t>!?</a:t>
            </a:r>
            <a:r>
              <a:rPr lang="ja-JP" altLang="en-US" sz="1200" b="1" dirty="0">
                <a:solidFill>
                  <a:schemeClr val="bg1"/>
                </a:solidFill>
              </a:rPr>
              <a:t>ー</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榊原眞己 駒井久美子</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統計 デザイン</a:t>
            </a:r>
            <a:endParaRPr kumimoji="1" lang="en-US" altLang="ja-JP" sz="800" dirty="0">
              <a:solidFill>
                <a:schemeClr val="bg1"/>
              </a:solidFill>
            </a:endParaRPr>
          </a:p>
        </p:txBody>
      </p:sp>
      <p:sp>
        <p:nvSpPr>
          <p:cNvPr id="19" name="四角形: 角を丸くする 18">
            <a:extLst>
              <a:ext uri="{FF2B5EF4-FFF2-40B4-BE49-F238E27FC236}">
                <a16:creationId xmlns:a16="http://schemas.microsoft.com/office/drawing/2014/main" id="{5F54C655-6ABE-E469-2833-AA2B60C73043}"/>
              </a:ext>
            </a:extLst>
          </p:cNvPr>
          <p:cNvSpPr/>
          <p:nvPr/>
        </p:nvSpPr>
        <p:spPr>
          <a:xfrm>
            <a:off x="5105791"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21" name="四角形: 角を丸くする 20">
            <a:extLst>
              <a:ext uri="{FF2B5EF4-FFF2-40B4-BE49-F238E27FC236}">
                <a16:creationId xmlns:a16="http://schemas.microsoft.com/office/drawing/2014/main" id="{0665F464-DDFD-3DEB-A384-ED7DD585DA46}"/>
              </a:ext>
            </a:extLst>
          </p:cNvPr>
          <p:cNvSpPr/>
          <p:nvPr/>
        </p:nvSpPr>
        <p:spPr>
          <a:xfrm>
            <a:off x="7382805"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世界共通の言葉を作ろう</a:t>
            </a:r>
            <a:r>
              <a:rPr lang="en-US" altLang="ja-JP" sz="1200" b="1" dirty="0">
                <a:solidFill>
                  <a:schemeClr val="bg1"/>
                </a:solidFill>
              </a:rPr>
              <a:t>!</a:t>
            </a:r>
          </a:p>
          <a:p>
            <a:endParaRPr lang="en-US" altLang="ja-JP" sz="800" dirty="0">
              <a:solidFill>
                <a:schemeClr val="bg1"/>
              </a:solidFill>
            </a:endParaRPr>
          </a:p>
          <a:p>
            <a:r>
              <a:rPr kumimoji="1" lang="ja-JP" altLang="en-US" sz="800" dirty="0">
                <a:solidFill>
                  <a:schemeClr val="bg1"/>
                </a:solidFill>
              </a:rPr>
              <a:t>占市悠太 九岡雄介 山木優</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英語 ユニバーサルデザイン </a:t>
            </a:r>
            <a:r>
              <a:rPr lang="en-US" altLang="ja-JP" sz="800" dirty="0">
                <a:solidFill>
                  <a:schemeClr val="bg1"/>
                </a:solidFill>
              </a:rPr>
              <a:t>SNS</a:t>
            </a:r>
            <a:r>
              <a:rPr lang="ja-JP" altLang="en-US" sz="800" dirty="0">
                <a:solidFill>
                  <a:schemeClr val="bg1"/>
                </a:solidFill>
              </a:rPr>
              <a:t> </a:t>
            </a:r>
            <a:r>
              <a:rPr lang="en-US" altLang="ja-JP" sz="800" dirty="0">
                <a:solidFill>
                  <a:schemeClr val="bg1"/>
                </a:solidFill>
              </a:rPr>
              <a:t>AI</a:t>
            </a:r>
            <a:r>
              <a:rPr lang="ja-JP" altLang="en-US" sz="800" dirty="0">
                <a:solidFill>
                  <a:schemeClr val="bg1"/>
                </a:solidFill>
              </a:rPr>
              <a:t> 言語ベクトル</a:t>
            </a:r>
            <a:endParaRPr kumimoji="1" lang="en-US" altLang="ja-JP" sz="1050" dirty="0">
              <a:solidFill>
                <a:schemeClr val="bg1"/>
              </a:solidFill>
            </a:endParaRPr>
          </a:p>
        </p:txBody>
      </p:sp>
      <p:sp>
        <p:nvSpPr>
          <p:cNvPr id="22" name="四角形: 角を丸くする 21">
            <a:extLst>
              <a:ext uri="{FF2B5EF4-FFF2-40B4-BE49-F238E27FC236}">
                <a16:creationId xmlns:a16="http://schemas.microsoft.com/office/drawing/2014/main" id="{9A7C5ADD-42E8-206A-B9B3-49E74A89B947}"/>
              </a:ext>
            </a:extLst>
          </p:cNvPr>
          <p:cNvSpPr/>
          <p:nvPr/>
        </p:nvSpPr>
        <p:spPr>
          <a:xfrm>
            <a:off x="7467879"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言語</a:t>
            </a:r>
            <a:endParaRPr kumimoji="1" lang="ja-JP" altLang="en-US" sz="1200" dirty="0">
              <a:solidFill>
                <a:schemeClr val="bg1"/>
              </a:solidFill>
            </a:endParaRPr>
          </a:p>
        </p:txBody>
      </p:sp>
      <p:sp>
        <p:nvSpPr>
          <p:cNvPr id="23" name="四角形: 角を丸くする 22">
            <a:extLst>
              <a:ext uri="{FF2B5EF4-FFF2-40B4-BE49-F238E27FC236}">
                <a16:creationId xmlns:a16="http://schemas.microsoft.com/office/drawing/2014/main" id="{288AA857-5019-4103-A3F8-4CC9FB22A69D}"/>
              </a:ext>
            </a:extLst>
          </p:cNvPr>
          <p:cNvSpPr/>
          <p:nvPr/>
        </p:nvSpPr>
        <p:spPr>
          <a:xfrm>
            <a:off x="8110895"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国際</a:t>
            </a:r>
          </a:p>
        </p:txBody>
      </p:sp>
      <p:sp>
        <p:nvSpPr>
          <p:cNvPr id="24" name="四角形: 角を丸くする 23">
            <a:extLst>
              <a:ext uri="{FF2B5EF4-FFF2-40B4-BE49-F238E27FC236}">
                <a16:creationId xmlns:a16="http://schemas.microsoft.com/office/drawing/2014/main" id="{5D964A00-6A72-37F8-7932-F4DB81E0B11C}"/>
              </a:ext>
            </a:extLst>
          </p:cNvPr>
          <p:cNvSpPr/>
          <p:nvPr/>
        </p:nvSpPr>
        <p:spPr>
          <a:xfrm>
            <a:off x="9719333" y="2115877"/>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最も買ってくれるお店の配置は。</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翔佩売子 何出藻買男</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オンラインショッピング </a:t>
            </a:r>
            <a:r>
              <a:rPr lang="en-US" altLang="ja-JP" sz="800" dirty="0">
                <a:solidFill>
                  <a:schemeClr val="bg1"/>
                </a:solidFill>
              </a:rPr>
              <a:t>100</a:t>
            </a:r>
            <a:r>
              <a:rPr lang="ja-JP" altLang="en-US" sz="800" dirty="0">
                <a:solidFill>
                  <a:schemeClr val="bg1"/>
                </a:solidFill>
              </a:rPr>
              <a:t>円均一 </a:t>
            </a:r>
            <a:endParaRPr kumimoji="1" lang="en-US" altLang="ja-JP" sz="1050" dirty="0">
              <a:solidFill>
                <a:schemeClr val="bg1"/>
              </a:solidFill>
            </a:endParaRPr>
          </a:p>
        </p:txBody>
      </p:sp>
      <p:sp>
        <p:nvSpPr>
          <p:cNvPr id="25" name="四角形: 角を丸くする 24">
            <a:extLst>
              <a:ext uri="{FF2B5EF4-FFF2-40B4-BE49-F238E27FC236}">
                <a16:creationId xmlns:a16="http://schemas.microsoft.com/office/drawing/2014/main" id="{E26C70E9-24E1-4CDF-8138-038B233C7B76}"/>
              </a:ext>
            </a:extLst>
          </p:cNvPr>
          <p:cNvSpPr/>
          <p:nvPr/>
        </p:nvSpPr>
        <p:spPr>
          <a:xfrm>
            <a:off x="9799648"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経営</a:t>
            </a:r>
            <a:endParaRPr kumimoji="1" lang="ja-JP" altLang="en-US" sz="1200" dirty="0">
              <a:solidFill>
                <a:schemeClr val="bg1"/>
              </a:solidFill>
            </a:endParaRPr>
          </a:p>
        </p:txBody>
      </p:sp>
      <p:sp>
        <p:nvSpPr>
          <p:cNvPr id="26" name="四角形: 角を丸くする 25">
            <a:extLst>
              <a:ext uri="{FF2B5EF4-FFF2-40B4-BE49-F238E27FC236}">
                <a16:creationId xmlns:a16="http://schemas.microsoft.com/office/drawing/2014/main" id="{A1FE0804-CCA1-A7E4-D445-51A6C29D5481}"/>
              </a:ext>
            </a:extLst>
          </p:cNvPr>
          <p:cNvSpPr/>
          <p:nvPr/>
        </p:nvSpPr>
        <p:spPr>
          <a:xfrm>
            <a:off x="10442671" y="2241648"/>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経済</a:t>
            </a:r>
          </a:p>
        </p:txBody>
      </p:sp>
      <p:sp>
        <p:nvSpPr>
          <p:cNvPr id="27" name="四角形: 角を丸くする 26">
            <a:extLst>
              <a:ext uri="{FF2B5EF4-FFF2-40B4-BE49-F238E27FC236}">
                <a16:creationId xmlns:a16="http://schemas.microsoft.com/office/drawing/2014/main" id="{3BD391CB-9DA8-69EF-2F6B-F33B8EC7C08C}"/>
              </a:ext>
            </a:extLst>
          </p:cNvPr>
          <p:cNvSpPr/>
          <p:nvPr/>
        </p:nvSpPr>
        <p:spPr>
          <a:xfrm>
            <a:off x="435935"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ロボットだって何でもできるもん！</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根田侭田 思井撞勘</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プログラミング エンジニアリング メカ</a:t>
            </a:r>
            <a:endParaRPr kumimoji="1" lang="en-US" altLang="ja-JP" sz="800" dirty="0">
              <a:solidFill>
                <a:schemeClr val="bg1"/>
              </a:solidFill>
            </a:endParaRPr>
          </a:p>
        </p:txBody>
      </p:sp>
      <p:sp>
        <p:nvSpPr>
          <p:cNvPr id="28" name="四角形: 角を丸くする 27">
            <a:extLst>
              <a:ext uri="{FF2B5EF4-FFF2-40B4-BE49-F238E27FC236}">
                <a16:creationId xmlns:a16="http://schemas.microsoft.com/office/drawing/2014/main" id="{D2769A96-6D73-1E27-8D80-B34F671D86E5}"/>
              </a:ext>
            </a:extLst>
          </p:cNvPr>
          <p:cNvSpPr/>
          <p:nvPr/>
        </p:nvSpPr>
        <p:spPr>
          <a:xfrm>
            <a:off x="51942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工学</a:t>
            </a:r>
            <a:endParaRPr kumimoji="1" lang="ja-JP" altLang="en-US" sz="1200" dirty="0">
              <a:solidFill>
                <a:schemeClr val="bg1"/>
              </a:solidFill>
            </a:endParaRPr>
          </a:p>
        </p:txBody>
      </p:sp>
      <p:sp>
        <p:nvSpPr>
          <p:cNvPr id="30" name="四角形: 角を丸くする 29">
            <a:extLst>
              <a:ext uri="{FF2B5EF4-FFF2-40B4-BE49-F238E27FC236}">
                <a16:creationId xmlns:a16="http://schemas.microsoft.com/office/drawing/2014/main" id="{020E0A65-0E8B-211C-2C0D-C5E5CC17B958}"/>
              </a:ext>
            </a:extLst>
          </p:cNvPr>
          <p:cNvSpPr/>
          <p:nvPr/>
        </p:nvSpPr>
        <p:spPr>
          <a:xfrm>
            <a:off x="2730047" y="4017285"/>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楽で正確なヘルストラッキング</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荒井健太 小米林檎</a:t>
            </a:r>
            <a:endParaRPr kumimoji="1"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データ スマートウォッチ スマートリング</a:t>
            </a:r>
            <a:endParaRPr kumimoji="1" lang="en-US" altLang="ja-JP" sz="800" dirty="0">
              <a:solidFill>
                <a:schemeClr val="bg1"/>
              </a:solidFill>
            </a:endParaRPr>
          </a:p>
        </p:txBody>
      </p:sp>
      <p:sp>
        <p:nvSpPr>
          <p:cNvPr id="31" name="四角形: 角を丸くする 30">
            <a:extLst>
              <a:ext uri="{FF2B5EF4-FFF2-40B4-BE49-F238E27FC236}">
                <a16:creationId xmlns:a16="http://schemas.microsoft.com/office/drawing/2014/main" id="{472F1031-0CAE-24EE-F903-E2413D637FBA}"/>
              </a:ext>
            </a:extLst>
          </p:cNvPr>
          <p:cNvSpPr/>
          <p:nvPr/>
        </p:nvSpPr>
        <p:spPr>
          <a:xfrm>
            <a:off x="2810073"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健康</a:t>
            </a:r>
            <a:endParaRPr kumimoji="1" lang="ja-JP" altLang="en-US" sz="1200" dirty="0">
              <a:solidFill>
                <a:schemeClr val="bg1"/>
              </a:solidFill>
            </a:endParaRPr>
          </a:p>
        </p:txBody>
      </p:sp>
      <p:sp>
        <p:nvSpPr>
          <p:cNvPr id="32" name="四角形: 角を丸くする 31">
            <a:extLst>
              <a:ext uri="{FF2B5EF4-FFF2-40B4-BE49-F238E27FC236}">
                <a16:creationId xmlns:a16="http://schemas.microsoft.com/office/drawing/2014/main" id="{FD15ABAB-4F5C-FC0D-1878-2A272677126B}"/>
              </a:ext>
            </a:extLst>
          </p:cNvPr>
          <p:cNvSpPr/>
          <p:nvPr/>
        </p:nvSpPr>
        <p:spPr>
          <a:xfrm>
            <a:off x="345082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33" name="四角形: 角を丸くする 32">
            <a:extLst>
              <a:ext uri="{FF2B5EF4-FFF2-40B4-BE49-F238E27FC236}">
                <a16:creationId xmlns:a16="http://schemas.microsoft.com/office/drawing/2014/main" id="{ACD49B28-BAD4-0A2E-AACD-DAA3B4DDB656}"/>
              </a:ext>
            </a:extLst>
          </p:cNvPr>
          <p:cNvSpPr/>
          <p:nvPr/>
        </p:nvSpPr>
        <p:spPr>
          <a:xfrm>
            <a:off x="5024158" y="4017285"/>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過去の偉人の実験精度を検証してみよう～実は高精度～</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船川豊作 新田真実</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架空 どんでん返し 本人 </a:t>
            </a:r>
            <a:endParaRPr kumimoji="1" lang="en-US" altLang="ja-JP" sz="800" dirty="0">
              <a:solidFill>
                <a:schemeClr val="bg1"/>
              </a:solidFill>
            </a:endParaRPr>
          </a:p>
        </p:txBody>
      </p:sp>
      <p:sp>
        <p:nvSpPr>
          <p:cNvPr id="34" name="四角形: 角を丸くする 33">
            <a:extLst>
              <a:ext uri="{FF2B5EF4-FFF2-40B4-BE49-F238E27FC236}">
                <a16:creationId xmlns:a16="http://schemas.microsoft.com/office/drawing/2014/main" id="{45C52D08-E6F1-4B00-14E7-2E163569EA68}"/>
              </a:ext>
            </a:extLst>
          </p:cNvPr>
          <p:cNvSpPr/>
          <p:nvPr/>
        </p:nvSpPr>
        <p:spPr>
          <a:xfrm>
            <a:off x="5100778"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物理</a:t>
            </a:r>
            <a:endParaRPr kumimoji="1" lang="ja-JP" altLang="en-US" sz="1200" dirty="0">
              <a:solidFill>
                <a:schemeClr val="bg1"/>
              </a:solidFill>
            </a:endParaRPr>
          </a:p>
        </p:txBody>
      </p:sp>
      <p:sp>
        <p:nvSpPr>
          <p:cNvPr id="35" name="四角形: 角を丸くする 34">
            <a:extLst>
              <a:ext uri="{FF2B5EF4-FFF2-40B4-BE49-F238E27FC236}">
                <a16:creationId xmlns:a16="http://schemas.microsoft.com/office/drawing/2014/main" id="{AC6E208E-10AF-1FB0-FE0D-CBC6D849C050}"/>
              </a:ext>
            </a:extLst>
          </p:cNvPr>
          <p:cNvSpPr/>
          <p:nvPr/>
        </p:nvSpPr>
        <p:spPr>
          <a:xfrm>
            <a:off x="574010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36" name="四角形: 角を丸くする 35">
            <a:extLst>
              <a:ext uri="{FF2B5EF4-FFF2-40B4-BE49-F238E27FC236}">
                <a16:creationId xmlns:a16="http://schemas.microsoft.com/office/drawing/2014/main" id="{AC2F37E7-026E-29BF-73DA-012C3A522E41}"/>
              </a:ext>
            </a:extLst>
          </p:cNvPr>
          <p:cNvSpPr/>
          <p:nvPr/>
        </p:nvSpPr>
        <p:spPr>
          <a:xfrm>
            <a:off x="7377792"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問題行動に対する対応の在り方</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本材湊</a:t>
            </a:r>
            <a:r>
              <a:rPr kumimoji="1" lang="ja-JP" altLang="en-US" sz="800" dirty="0">
                <a:solidFill>
                  <a:schemeClr val="bg1"/>
                </a:solidFill>
              </a:rPr>
              <a:t> </a:t>
            </a:r>
            <a:r>
              <a:rPr lang="ja-JP" altLang="en-US" sz="800" dirty="0">
                <a:solidFill>
                  <a:schemeClr val="bg1"/>
                </a:solidFill>
              </a:rPr>
              <a:t>谷回祐真 吉埼涼</a:t>
            </a:r>
            <a:endParaRPr lang="en-US" altLang="ja-JP" sz="800" dirty="0">
              <a:solidFill>
                <a:schemeClr val="bg1"/>
              </a:solidFill>
            </a:endParaRPr>
          </a:p>
          <a:p>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実話 通信制 転校</a:t>
            </a:r>
            <a:endParaRPr kumimoji="1" lang="en-US" altLang="ja-JP" sz="1050" dirty="0">
              <a:solidFill>
                <a:schemeClr val="bg1"/>
              </a:solidFill>
            </a:endParaRPr>
          </a:p>
        </p:txBody>
      </p:sp>
      <p:sp>
        <p:nvSpPr>
          <p:cNvPr id="37" name="四角形: 角を丸くする 36">
            <a:extLst>
              <a:ext uri="{FF2B5EF4-FFF2-40B4-BE49-F238E27FC236}">
                <a16:creationId xmlns:a16="http://schemas.microsoft.com/office/drawing/2014/main" id="{F9351FFE-7FFC-B790-B756-1586BBC80632}"/>
              </a:ext>
            </a:extLst>
          </p:cNvPr>
          <p:cNvSpPr/>
          <p:nvPr/>
        </p:nvSpPr>
        <p:spPr>
          <a:xfrm>
            <a:off x="7462866"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人権</a:t>
            </a:r>
          </a:p>
        </p:txBody>
      </p:sp>
      <p:sp>
        <p:nvSpPr>
          <p:cNvPr id="38" name="四角形: 角を丸くする 37">
            <a:extLst>
              <a:ext uri="{FF2B5EF4-FFF2-40B4-BE49-F238E27FC236}">
                <a16:creationId xmlns:a16="http://schemas.microsoft.com/office/drawing/2014/main" id="{FC2C3424-85B0-DDA2-847B-A757693A5DBA}"/>
              </a:ext>
            </a:extLst>
          </p:cNvPr>
          <p:cNvSpPr/>
          <p:nvPr/>
        </p:nvSpPr>
        <p:spPr>
          <a:xfrm>
            <a:off x="8105882" y="4136004"/>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39" name="四角形: 角を丸くする 38">
            <a:extLst>
              <a:ext uri="{FF2B5EF4-FFF2-40B4-BE49-F238E27FC236}">
                <a16:creationId xmlns:a16="http://schemas.microsoft.com/office/drawing/2014/main" id="{6DB1EECF-C743-310D-D65B-1AB7D654ED16}"/>
              </a:ext>
            </a:extLst>
          </p:cNvPr>
          <p:cNvSpPr/>
          <p:nvPr/>
        </p:nvSpPr>
        <p:spPr>
          <a:xfrm>
            <a:off x="9714320" y="4017284"/>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三田の歴史をみんなに～あの人も三田出身～</a:t>
            </a:r>
            <a:endParaRPr lang="en-US" altLang="ja-JP" sz="1200" b="1" dirty="0">
              <a:solidFill>
                <a:schemeClr val="bg1"/>
              </a:solidFill>
            </a:endParaRPr>
          </a:p>
          <a:p>
            <a:endParaRPr lang="en-US" altLang="ja-JP" sz="800" dirty="0">
              <a:solidFill>
                <a:schemeClr val="bg1"/>
              </a:solidFill>
            </a:endParaRPr>
          </a:p>
          <a:p>
            <a:r>
              <a:rPr lang="ja-JP" altLang="en-US" sz="800" dirty="0">
                <a:solidFill>
                  <a:schemeClr val="bg1"/>
                </a:solidFill>
              </a:rPr>
              <a:t>聖徳太子 徳川家康 石破茂</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偉人 研究</a:t>
            </a:r>
            <a:endParaRPr kumimoji="1" lang="en-US" altLang="ja-JP" sz="1050" dirty="0">
              <a:solidFill>
                <a:schemeClr val="bg1"/>
              </a:solidFill>
            </a:endParaRPr>
          </a:p>
        </p:txBody>
      </p:sp>
      <p:sp>
        <p:nvSpPr>
          <p:cNvPr id="40" name="四角形: 角を丸くする 39">
            <a:extLst>
              <a:ext uri="{FF2B5EF4-FFF2-40B4-BE49-F238E27FC236}">
                <a16:creationId xmlns:a16="http://schemas.microsoft.com/office/drawing/2014/main" id="{992B013F-DCB3-10FE-5820-E0017434D47D}"/>
              </a:ext>
            </a:extLst>
          </p:cNvPr>
          <p:cNvSpPr/>
          <p:nvPr/>
        </p:nvSpPr>
        <p:spPr>
          <a:xfrm>
            <a:off x="9794635" y="4143055"/>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歴史</a:t>
            </a:r>
          </a:p>
        </p:txBody>
      </p:sp>
      <p:sp>
        <p:nvSpPr>
          <p:cNvPr id="42" name="四角形: 角を丸くする 41">
            <a:extLst>
              <a:ext uri="{FF2B5EF4-FFF2-40B4-BE49-F238E27FC236}">
                <a16:creationId xmlns:a16="http://schemas.microsoft.com/office/drawing/2014/main" id="{6D3F258F-08ED-EB4F-E3BE-F40BA5F2B50B}"/>
              </a:ext>
            </a:extLst>
          </p:cNvPr>
          <p:cNvSpPr/>
          <p:nvPr/>
        </p:nvSpPr>
        <p:spPr>
          <a:xfrm>
            <a:off x="435935"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間違った作法で実験するとこうなる～よい子はマネしないでね～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3" name="四角形: 角を丸くする 42">
            <a:extLst>
              <a:ext uri="{FF2B5EF4-FFF2-40B4-BE49-F238E27FC236}">
                <a16:creationId xmlns:a16="http://schemas.microsoft.com/office/drawing/2014/main" id="{6E2FBA2B-F4CF-BE25-25D9-8A0AE2601646}"/>
              </a:ext>
            </a:extLst>
          </p:cNvPr>
          <p:cNvSpPr/>
          <p:nvPr/>
        </p:nvSpPr>
        <p:spPr>
          <a:xfrm>
            <a:off x="519422"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化学</a:t>
            </a:r>
            <a:endParaRPr kumimoji="1" lang="ja-JP" altLang="en-US" sz="1200" dirty="0">
              <a:solidFill>
                <a:schemeClr val="bg1"/>
              </a:solidFill>
            </a:endParaRPr>
          </a:p>
        </p:txBody>
      </p:sp>
      <p:sp>
        <p:nvSpPr>
          <p:cNvPr id="45" name="四角形: 角を丸くする 44">
            <a:extLst>
              <a:ext uri="{FF2B5EF4-FFF2-40B4-BE49-F238E27FC236}">
                <a16:creationId xmlns:a16="http://schemas.microsoft.com/office/drawing/2014/main" id="{BDF0FA38-F5E0-734E-2098-3BF991773F1A}"/>
              </a:ext>
            </a:extLst>
          </p:cNvPr>
          <p:cNvSpPr/>
          <p:nvPr/>
        </p:nvSpPr>
        <p:spPr>
          <a:xfrm>
            <a:off x="2730047" y="5908832"/>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学校教育における</a:t>
            </a:r>
            <a:r>
              <a:rPr lang="en-US" altLang="ja-JP" sz="1200" b="1" dirty="0">
                <a:solidFill>
                  <a:schemeClr val="bg1"/>
                </a:solidFill>
              </a:rPr>
              <a:t>IT</a:t>
            </a:r>
            <a:r>
              <a:rPr lang="ja-JP" altLang="en-US" sz="1200" b="1" dirty="0">
                <a:solidFill>
                  <a:schemeClr val="bg1"/>
                </a:solidFill>
              </a:rPr>
              <a:t>活用の意義</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6" name="四角形: 角を丸くする 45">
            <a:extLst>
              <a:ext uri="{FF2B5EF4-FFF2-40B4-BE49-F238E27FC236}">
                <a16:creationId xmlns:a16="http://schemas.microsoft.com/office/drawing/2014/main" id="{CD7E3E7F-87EC-5294-3F2B-83B8EC93B96C}"/>
              </a:ext>
            </a:extLst>
          </p:cNvPr>
          <p:cNvSpPr/>
          <p:nvPr/>
        </p:nvSpPr>
        <p:spPr>
          <a:xfrm>
            <a:off x="2810073"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教育</a:t>
            </a:r>
          </a:p>
        </p:txBody>
      </p:sp>
      <p:sp>
        <p:nvSpPr>
          <p:cNvPr id="47" name="四角形: 角を丸くする 46">
            <a:extLst>
              <a:ext uri="{FF2B5EF4-FFF2-40B4-BE49-F238E27FC236}">
                <a16:creationId xmlns:a16="http://schemas.microsoft.com/office/drawing/2014/main" id="{5A5E846A-062E-AB7B-34E1-339D057D2452}"/>
              </a:ext>
            </a:extLst>
          </p:cNvPr>
          <p:cNvSpPr/>
          <p:nvPr/>
        </p:nvSpPr>
        <p:spPr>
          <a:xfrm>
            <a:off x="345082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48" name="四角形: 角を丸くする 47">
            <a:extLst>
              <a:ext uri="{FF2B5EF4-FFF2-40B4-BE49-F238E27FC236}">
                <a16:creationId xmlns:a16="http://schemas.microsoft.com/office/drawing/2014/main" id="{CDFBD24C-176E-141D-CDFF-A95F7BFE25CE}"/>
              </a:ext>
            </a:extLst>
          </p:cNvPr>
          <p:cNvSpPr/>
          <p:nvPr/>
        </p:nvSpPr>
        <p:spPr>
          <a:xfrm>
            <a:off x="5024158" y="5908832"/>
            <a:ext cx="2063787"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スパコン使えば証明なんて余裕でしょ（笑）</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800" dirty="0">
              <a:solidFill>
                <a:schemeClr val="bg1"/>
              </a:solidFill>
            </a:endParaRPr>
          </a:p>
        </p:txBody>
      </p:sp>
      <p:sp>
        <p:nvSpPr>
          <p:cNvPr id="49" name="四角形: 角を丸くする 48">
            <a:extLst>
              <a:ext uri="{FF2B5EF4-FFF2-40B4-BE49-F238E27FC236}">
                <a16:creationId xmlns:a16="http://schemas.microsoft.com/office/drawing/2014/main" id="{E305AA08-A17D-4B9E-8282-A210DAD7A494}"/>
              </a:ext>
            </a:extLst>
          </p:cNvPr>
          <p:cNvSpPr/>
          <p:nvPr/>
        </p:nvSpPr>
        <p:spPr>
          <a:xfrm>
            <a:off x="5100778"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数学</a:t>
            </a:r>
            <a:endParaRPr kumimoji="1" lang="ja-JP" altLang="en-US" sz="1200" dirty="0">
              <a:solidFill>
                <a:schemeClr val="bg1"/>
              </a:solidFill>
            </a:endParaRPr>
          </a:p>
        </p:txBody>
      </p:sp>
      <p:sp>
        <p:nvSpPr>
          <p:cNvPr id="50" name="四角形: 角を丸くする 49">
            <a:extLst>
              <a:ext uri="{FF2B5EF4-FFF2-40B4-BE49-F238E27FC236}">
                <a16:creationId xmlns:a16="http://schemas.microsoft.com/office/drawing/2014/main" id="{A0907DED-AD47-DF9A-EF2D-89B11071F7CB}"/>
              </a:ext>
            </a:extLst>
          </p:cNvPr>
          <p:cNvSpPr/>
          <p:nvPr/>
        </p:nvSpPr>
        <p:spPr>
          <a:xfrm>
            <a:off x="574010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情報</a:t>
            </a:r>
            <a:endParaRPr kumimoji="1" lang="ja-JP" altLang="en-US" sz="1200" dirty="0">
              <a:solidFill>
                <a:schemeClr val="bg1"/>
              </a:solidFill>
            </a:endParaRPr>
          </a:p>
        </p:txBody>
      </p:sp>
      <p:sp>
        <p:nvSpPr>
          <p:cNvPr id="51" name="四角形: 角を丸くする 50">
            <a:extLst>
              <a:ext uri="{FF2B5EF4-FFF2-40B4-BE49-F238E27FC236}">
                <a16:creationId xmlns:a16="http://schemas.microsoft.com/office/drawing/2014/main" id="{752FF74C-C386-3CD9-A2AF-D9EB28F0DEBF}"/>
              </a:ext>
            </a:extLst>
          </p:cNvPr>
          <p:cNvSpPr/>
          <p:nvPr/>
        </p:nvSpPr>
        <p:spPr>
          <a:xfrm>
            <a:off x="7377792"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bg1"/>
                </a:solidFill>
              </a:rPr>
              <a:t>どこまでは守って、どこからは変えていくべき？</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2" name="四角形: 角を丸くする 51">
            <a:extLst>
              <a:ext uri="{FF2B5EF4-FFF2-40B4-BE49-F238E27FC236}">
                <a16:creationId xmlns:a16="http://schemas.microsoft.com/office/drawing/2014/main" id="{395DD734-A0EC-BFAA-5347-91D053B193FD}"/>
              </a:ext>
            </a:extLst>
          </p:cNvPr>
          <p:cNvSpPr/>
          <p:nvPr/>
        </p:nvSpPr>
        <p:spPr>
          <a:xfrm>
            <a:off x="7462866" y="6027551"/>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文化</a:t>
            </a:r>
          </a:p>
        </p:txBody>
      </p:sp>
      <p:sp>
        <p:nvSpPr>
          <p:cNvPr id="54" name="四角形: 角を丸くする 53">
            <a:extLst>
              <a:ext uri="{FF2B5EF4-FFF2-40B4-BE49-F238E27FC236}">
                <a16:creationId xmlns:a16="http://schemas.microsoft.com/office/drawing/2014/main" id="{5C12CB6B-D0E8-27C0-5227-1DF958944BB6}"/>
              </a:ext>
            </a:extLst>
          </p:cNvPr>
          <p:cNvSpPr/>
          <p:nvPr/>
        </p:nvSpPr>
        <p:spPr>
          <a:xfrm>
            <a:off x="9714320" y="5908831"/>
            <a:ext cx="2063786" cy="1775637"/>
          </a:xfrm>
          <a:prstGeom prst="roundRect">
            <a:avLst>
              <a:gd name="adj" fmla="val 5088"/>
            </a:avLst>
          </a:prstGeom>
          <a:solidFill>
            <a:srgbClr val="1E1E1E"/>
          </a:solidFill>
          <a:ln w="12700">
            <a:solidFill>
              <a:srgbClr val="494949"/>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a:t>
            </a:r>
            <a:endParaRPr kumimoji="1" lang="en-US" altLang="ja-JP" sz="1200" b="1"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bg1"/>
                </a:solidFill>
              </a:rPr>
              <a:t>AirTag</a:t>
            </a:r>
            <a:r>
              <a:rPr lang="ja-JP" altLang="en-US" sz="1200" b="1" dirty="0">
                <a:solidFill>
                  <a:schemeClr val="bg1"/>
                </a:solidFill>
              </a:rPr>
              <a:t>使えば</a:t>
            </a:r>
            <a:r>
              <a:rPr lang="en-US" altLang="ja-JP" sz="1200" b="1" dirty="0">
                <a:solidFill>
                  <a:schemeClr val="bg1"/>
                </a:solidFill>
              </a:rPr>
              <a:t>｢</a:t>
            </a:r>
            <a:r>
              <a:rPr lang="ja-JP" altLang="en-US" sz="1200" b="1" dirty="0">
                <a:solidFill>
                  <a:schemeClr val="bg1"/>
                </a:solidFill>
              </a:rPr>
              <a:t>迷子を捜しています</a:t>
            </a:r>
            <a:r>
              <a:rPr lang="en-US" altLang="ja-JP" sz="1200" b="1" dirty="0">
                <a:solidFill>
                  <a:schemeClr val="bg1"/>
                </a:solidFill>
              </a:rPr>
              <a:t>｣</a:t>
            </a:r>
            <a:r>
              <a:rPr lang="ja-JP" altLang="en-US" sz="1200" b="1" dirty="0">
                <a:solidFill>
                  <a:schemeClr val="bg1"/>
                </a:solidFill>
              </a:rPr>
              <a:t>が無くせるんじゃね？</a:t>
            </a:r>
            <a:endParaRPr lang="en-US" altLang="ja-JP" sz="1200" b="1" dirty="0">
              <a:solidFill>
                <a:schemeClr val="bg1"/>
              </a:solidFill>
            </a:endParaRPr>
          </a:p>
          <a:p>
            <a:endParaRPr lang="en-US" altLang="ja-JP" sz="800" dirty="0">
              <a:solidFill>
                <a:schemeClr val="bg1"/>
              </a:solidFill>
            </a:endParaRPr>
          </a:p>
          <a:p>
            <a:r>
              <a:rPr kumimoji="1" lang="ja-JP" altLang="en-US" sz="800" dirty="0">
                <a:solidFill>
                  <a:schemeClr val="bg1"/>
                </a:solidFill>
              </a:rPr>
              <a:t>木村湊 公文惟翔</a:t>
            </a:r>
            <a:endParaRPr kumimoji="1" lang="en-US" altLang="ja-JP" sz="800" dirty="0">
              <a:solidFill>
                <a:schemeClr val="bg1"/>
              </a:solidFill>
            </a:endParaRPr>
          </a:p>
          <a:p>
            <a:r>
              <a:rPr lang="ja-JP" altLang="en-US" sz="800" dirty="0">
                <a:solidFill>
                  <a:schemeClr val="bg1"/>
                </a:solidFill>
              </a:rPr>
              <a:t>キーワード</a:t>
            </a:r>
            <a:r>
              <a:rPr lang="en-US" altLang="ja-JP" sz="800" dirty="0">
                <a:solidFill>
                  <a:schemeClr val="bg1"/>
                </a:solidFill>
              </a:rPr>
              <a:t>:</a:t>
            </a:r>
            <a:r>
              <a:rPr lang="ja-JP" altLang="en-US" sz="800" dirty="0">
                <a:solidFill>
                  <a:schemeClr val="bg1"/>
                </a:solidFill>
              </a:rPr>
              <a:t>検索 システム 探究</a:t>
            </a:r>
            <a:endParaRPr kumimoji="1" lang="en-US" altLang="ja-JP" sz="1050" dirty="0">
              <a:solidFill>
                <a:schemeClr val="bg1"/>
              </a:solidFill>
            </a:endParaRPr>
          </a:p>
        </p:txBody>
      </p:sp>
      <p:sp>
        <p:nvSpPr>
          <p:cNvPr id="55" name="四角形: 角を丸くする 54">
            <a:extLst>
              <a:ext uri="{FF2B5EF4-FFF2-40B4-BE49-F238E27FC236}">
                <a16:creationId xmlns:a16="http://schemas.microsoft.com/office/drawing/2014/main" id="{B1EC2C55-A869-0EC7-A4ED-3E4AE78F8890}"/>
              </a:ext>
            </a:extLst>
          </p:cNvPr>
          <p:cNvSpPr/>
          <p:nvPr/>
        </p:nvSpPr>
        <p:spPr>
          <a:xfrm>
            <a:off x="9794635"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生物</a:t>
            </a:r>
          </a:p>
        </p:txBody>
      </p:sp>
      <p:sp>
        <p:nvSpPr>
          <p:cNvPr id="56" name="四角形: 角を丸くする 55">
            <a:extLst>
              <a:ext uri="{FF2B5EF4-FFF2-40B4-BE49-F238E27FC236}">
                <a16:creationId xmlns:a16="http://schemas.microsoft.com/office/drawing/2014/main" id="{9B5BA823-00F1-7A31-17F3-E31FFCE6A637}"/>
              </a:ext>
            </a:extLst>
          </p:cNvPr>
          <p:cNvSpPr/>
          <p:nvPr/>
        </p:nvSpPr>
        <p:spPr>
          <a:xfrm>
            <a:off x="10437658" y="6034602"/>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情報</a:t>
            </a:r>
          </a:p>
        </p:txBody>
      </p:sp>
      <p:sp>
        <p:nvSpPr>
          <p:cNvPr id="57" name="正方形/長方形 56">
            <a:extLst>
              <a:ext uri="{FF2B5EF4-FFF2-40B4-BE49-F238E27FC236}">
                <a16:creationId xmlns:a16="http://schemas.microsoft.com/office/drawing/2014/main" id="{448E3EE0-99D9-86BB-B9C0-F9427E2439DF}"/>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0B0CDCF3-1D0B-091B-90D5-6E89F8A14F7B}"/>
              </a:ext>
            </a:extLst>
          </p:cNvPr>
          <p:cNvSpPr/>
          <p:nvPr/>
        </p:nvSpPr>
        <p:spPr>
          <a:xfrm>
            <a:off x="5740106"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芸術</a:t>
            </a:r>
            <a:endParaRPr kumimoji="1" lang="ja-JP" altLang="en-US" sz="1200" dirty="0">
              <a:solidFill>
                <a:schemeClr val="bg1"/>
              </a:solidFill>
            </a:endParaRPr>
          </a:p>
        </p:txBody>
      </p:sp>
      <p:sp>
        <p:nvSpPr>
          <p:cNvPr id="10" name="四角形: 角を丸くする 9">
            <a:extLst>
              <a:ext uri="{FF2B5EF4-FFF2-40B4-BE49-F238E27FC236}">
                <a16:creationId xmlns:a16="http://schemas.microsoft.com/office/drawing/2014/main" id="{4868C9BE-7CE8-325F-0AC6-FF3742FBAB82}"/>
              </a:ext>
            </a:extLst>
          </p:cNvPr>
          <p:cNvSpPr/>
          <p:nvPr/>
        </p:nvSpPr>
        <p:spPr>
          <a:xfrm>
            <a:off x="8740554" y="2234597"/>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rPr>
              <a:t>福祉</a:t>
            </a:r>
          </a:p>
        </p:txBody>
      </p:sp>
      <p:sp>
        <p:nvSpPr>
          <p:cNvPr id="60" name="四角形: 角を丸くする 59">
            <a:extLst>
              <a:ext uri="{FF2B5EF4-FFF2-40B4-BE49-F238E27FC236}">
                <a16:creationId xmlns:a16="http://schemas.microsoft.com/office/drawing/2014/main" id="{4655C666-53EF-935B-ED05-F0D30316165E}"/>
              </a:ext>
            </a:extLst>
          </p:cNvPr>
          <p:cNvSpPr/>
          <p:nvPr/>
        </p:nvSpPr>
        <p:spPr>
          <a:xfrm>
            <a:off x="8740554" y="4147390"/>
            <a:ext cx="562708" cy="243481"/>
          </a:xfrm>
          <a:prstGeom prst="roundRect">
            <a:avLst>
              <a:gd name="adj" fmla="val 50000"/>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福祉</a:t>
            </a:r>
            <a:endParaRPr kumimoji="1" lang="ja-JP" altLang="en-US" sz="1200" dirty="0">
              <a:solidFill>
                <a:schemeClr val="bg1"/>
              </a:solidFill>
            </a:endParaRPr>
          </a:p>
        </p:txBody>
      </p:sp>
      <p:sp>
        <p:nvSpPr>
          <p:cNvPr id="61" name="四角形: 角を丸くする 60">
            <a:extLst>
              <a:ext uri="{FF2B5EF4-FFF2-40B4-BE49-F238E27FC236}">
                <a16:creationId xmlns:a16="http://schemas.microsoft.com/office/drawing/2014/main" id="{985E04A9-A80C-BD01-8D72-199B6C9DB2E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9AF9001C-9FAD-BF2C-501E-FC723397F746}"/>
              </a:ext>
            </a:extLst>
          </p:cNvPr>
          <p:cNvSpPr/>
          <p:nvPr/>
        </p:nvSpPr>
        <p:spPr>
          <a:xfrm>
            <a:off x="11530519" y="880888"/>
            <a:ext cx="311350" cy="335121"/>
          </a:xfrm>
          <a:prstGeom prst="roundRect">
            <a:avLst/>
          </a:prstGeom>
          <a:solidFill>
            <a:srgbClr val="333333"/>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a:t>
            </a:r>
            <a:endParaRPr kumimoji="1" lang="en-US" altLang="ja-JP" b="1" dirty="0">
              <a:solidFill>
                <a:schemeClr val="bg1"/>
              </a:solidFill>
            </a:endParaRPr>
          </a:p>
        </p:txBody>
      </p:sp>
      <p:sp>
        <p:nvSpPr>
          <p:cNvPr id="5" name="四角形: 角を丸くする 4">
            <a:extLst>
              <a:ext uri="{FF2B5EF4-FFF2-40B4-BE49-F238E27FC236}">
                <a16:creationId xmlns:a16="http://schemas.microsoft.com/office/drawing/2014/main" id="{5F224530-A9CA-2284-DA2C-F9783868EA2A}"/>
              </a:ext>
            </a:extLst>
          </p:cNvPr>
          <p:cNvSpPr/>
          <p:nvPr/>
        </p:nvSpPr>
        <p:spPr>
          <a:xfrm>
            <a:off x="9827812" y="1228521"/>
            <a:ext cx="1950294" cy="845837"/>
          </a:xfrm>
          <a:prstGeom prst="roundRect">
            <a:avLst>
              <a:gd name="adj" fmla="val 3435"/>
            </a:avLst>
          </a:prstGeom>
          <a:solidFill>
            <a:srgbClr val="1E1E1E"/>
          </a:solidFill>
          <a:ln w="12700">
            <a:solidFill>
              <a:srgbClr val="3D3D3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bg1"/>
                </a:solidFill>
              </a:rPr>
              <a:t>並び替え</a:t>
            </a:r>
            <a:r>
              <a:rPr lang="en-US" altLang="ja-JP" sz="1100" dirty="0">
                <a:solidFill>
                  <a:schemeClr val="bg1"/>
                </a:solidFill>
              </a:rPr>
              <a:t>:</a:t>
            </a:r>
          </a:p>
          <a:p>
            <a:endParaRPr kumimoji="1" lang="en-US" altLang="ja-JP" sz="1100" dirty="0">
              <a:solidFill>
                <a:schemeClr val="bg1"/>
              </a:solidFill>
            </a:endParaRPr>
          </a:p>
          <a:p>
            <a:r>
              <a:rPr lang="ja-JP" altLang="en-US" sz="1100" dirty="0">
                <a:solidFill>
                  <a:schemeClr val="bg1"/>
                </a:solidFill>
              </a:rPr>
              <a:t>ダークモード</a:t>
            </a:r>
            <a:endParaRPr kumimoji="1" lang="en-US" altLang="ja-JP" sz="1100" dirty="0">
              <a:solidFill>
                <a:schemeClr val="bg1"/>
              </a:solidFill>
            </a:endParaRPr>
          </a:p>
        </p:txBody>
      </p:sp>
      <p:sp>
        <p:nvSpPr>
          <p:cNvPr id="41" name="四角形: 角を丸くする 40">
            <a:extLst>
              <a:ext uri="{FF2B5EF4-FFF2-40B4-BE49-F238E27FC236}">
                <a16:creationId xmlns:a16="http://schemas.microsoft.com/office/drawing/2014/main" id="{EF8DFDCE-A76A-0975-17FF-E7B279823051}"/>
              </a:ext>
            </a:extLst>
          </p:cNvPr>
          <p:cNvSpPr/>
          <p:nvPr/>
        </p:nvSpPr>
        <p:spPr>
          <a:xfrm>
            <a:off x="11116690" y="1697929"/>
            <a:ext cx="518146" cy="270654"/>
          </a:xfrm>
          <a:prstGeom prst="roundRect">
            <a:avLst>
              <a:gd name="adj" fmla="val 50000"/>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37BE64B1-3CBD-74F7-0A8B-E18200F0B535}"/>
              </a:ext>
            </a:extLst>
          </p:cNvPr>
          <p:cNvSpPr/>
          <p:nvPr/>
        </p:nvSpPr>
        <p:spPr>
          <a:xfrm>
            <a:off x="11370521"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6C1E8469-7E5F-0A97-53E8-60BE1E315D21}"/>
              </a:ext>
            </a:extLst>
          </p:cNvPr>
          <p:cNvSpPr/>
          <p:nvPr/>
        </p:nvSpPr>
        <p:spPr>
          <a:xfrm>
            <a:off x="10570368" y="1374675"/>
            <a:ext cx="1171575" cy="204948"/>
          </a:xfrm>
          <a:prstGeom prst="roundRect">
            <a:avLst>
              <a:gd name="adj" fmla="val 6775"/>
            </a:avLst>
          </a:prstGeom>
          <a:solidFill>
            <a:srgbClr val="333333"/>
          </a:solidFill>
          <a:ln w="63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bg1"/>
                </a:solidFill>
              </a:rPr>
              <a:t>新しい順</a:t>
            </a:r>
            <a:endParaRPr kumimoji="1" lang="ja-JP" altLang="en-US" sz="1000" dirty="0">
              <a:solidFill>
                <a:schemeClr val="bg1"/>
              </a:solidFill>
            </a:endParaRPr>
          </a:p>
        </p:txBody>
      </p:sp>
      <p:sp>
        <p:nvSpPr>
          <p:cNvPr id="59" name="テキスト ボックス 58">
            <a:extLst>
              <a:ext uri="{FF2B5EF4-FFF2-40B4-BE49-F238E27FC236}">
                <a16:creationId xmlns:a16="http://schemas.microsoft.com/office/drawing/2014/main" id="{80AE0AA5-B453-7FE6-D6E9-D97DD20B755F}"/>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solidFill>
                  <a:schemeClr val="bg1"/>
                </a:solidFill>
              </a:rPr>
              <a:t>┘</a:t>
            </a:r>
          </a:p>
        </p:txBody>
      </p:sp>
      <p:sp>
        <p:nvSpPr>
          <p:cNvPr id="62" name="矢印: 上 61">
            <a:extLst>
              <a:ext uri="{FF2B5EF4-FFF2-40B4-BE49-F238E27FC236}">
                <a16:creationId xmlns:a16="http://schemas.microsoft.com/office/drawing/2014/main" id="{67FE9885-9249-F5D3-D124-6C568FCDE90D}"/>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345B83DE-E5AD-393E-F8EA-6FEFAC6FB09A}"/>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29" name="テキスト ボックス 28">
            <a:extLst>
              <a:ext uri="{FF2B5EF4-FFF2-40B4-BE49-F238E27FC236}">
                <a16:creationId xmlns:a16="http://schemas.microsoft.com/office/drawing/2014/main" id="{9BF9200C-58DE-EB5B-7520-4B2A8112094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698035339"/>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B12B9-C17D-6EE2-8193-B348327134F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BB2E96E-8E1A-FF78-1BF9-0442208F335B}"/>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四角形: 角を丸くする 103">
            <a:extLst>
              <a:ext uri="{FF2B5EF4-FFF2-40B4-BE49-F238E27FC236}">
                <a16:creationId xmlns:a16="http://schemas.microsoft.com/office/drawing/2014/main" id="{382C2A8C-2B23-44D3-7FE9-03DB6F5088C8}"/>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5" name="四角形: 角を丸くする 104">
            <a:extLst>
              <a:ext uri="{FF2B5EF4-FFF2-40B4-BE49-F238E27FC236}">
                <a16:creationId xmlns:a16="http://schemas.microsoft.com/office/drawing/2014/main" id="{28C1407A-D826-F64E-D6CE-1A7B0998C7B5}"/>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6" name="四角形: 角を丸くする 105">
            <a:extLst>
              <a:ext uri="{FF2B5EF4-FFF2-40B4-BE49-F238E27FC236}">
                <a16:creationId xmlns:a16="http://schemas.microsoft.com/office/drawing/2014/main" id="{F7489E27-BA9C-ADAA-22CD-D7EAA4B526CC}"/>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7" name="四角形: 角を丸くする 106">
            <a:extLst>
              <a:ext uri="{FF2B5EF4-FFF2-40B4-BE49-F238E27FC236}">
                <a16:creationId xmlns:a16="http://schemas.microsoft.com/office/drawing/2014/main" id="{284A15FE-3101-8BA5-C568-ED862080E34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08" name="四角形: 角を丸くする 107">
            <a:extLst>
              <a:ext uri="{FF2B5EF4-FFF2-40B4-BE49-F238E27FC236}">
                <a16:creationId xmlns:a16="http://schemas.microsoft.com/office/drawing/2014/main" id="{21C7324A-863C-27F1-8441-BE59AF97E815}"/>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09" name="四角形: 角を丸くする 108">
            <a:extLst>
              <a:ext uri="{FF2B5EF4-FFF2-40B4-BE49-F238E27FC236}">
                <a16:creationId xmlns:a16="http://schemas.microsoft.com/office/drawing/2014/main" id="{C298BBCF-39F4-281C-559C-D13DE022020D}"/>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110" name="四角形: 角を丸くする 109">
            <a:extLst>
              <a:ext uri="{FF2B5EF4-FFF2-40B4-BE49-F238E27FC236}">
                <a16:creationId xmlns:a16="http://schemas.microsoft.com/office/drawing/2014/main" id="{B9987C93-99A2-41AD-6237-226C51835097}"/>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111" name="四角形: 角を丸くする 110">
            <a:extLst>
              <a:ext uri="{FF2B5EF4-FFF2-40B4-BE49-F238E27FC236}">
                <a16:creationId xmlns:a16="http://schemas.microsoft.com/office/drawing/2014/main" id="{33A64284-FE0B-427A-14B7-CBE271FFF2CE}"/>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12" name="四角形: 角を丸くする 111">
            <a:extLst>
              <a:ext uri="{FF2B5EF4-FFF2-40B4-BE49-F238E27FC236}">
                <a16:creationId xmlns:a16="http://schemas.microsoft.com/office/drawing/2014/main" id="{F8D6ACEE-CF2A-57A4-3062-C32132BF371C}"/>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113" name="四角形: 角を丸くする 112">
            <a:extLst>
              <a:ext uri="{FF2B5EF4-FFF2-40B4-BE49-F238E27FC236}">
                <a16:creationId xmlns:a16="http://schemas.microsoft.com/office/drawing/2014/main" id="{B0998319-3D7F-7C2F-60B5-A65C654BA6D5}"/>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114" name="四角形: 角を丸くする 113">
            <a:extLst>
              <a:ext uri="{FF2B5EF4-FFF2-40B4-BE49-F238E27FC236}">
                <a16:creationId xmlns:a16="http://schemas.microsoft.com/office/drawing/2014/main" id="{5A59F2E2-FEC1-47D4-3D6C-3838F696565E}"/>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115" name="四角形: 角を丸くする 114">
            <a:extLst>
              <a:ext uri="{FF2B5EF4-FFF2-40B4-BE49-F238E27FC236}">
                <a16:creationId xmlns:a16="http://schemas.microsoft.com/office/drawing/2014/main" id="{5E0BECCE-7480-4FB7-4B00-6C2039C6FF2D}"/>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116" name="四角形: 角を丸くする 115">
            <a:extLst>
              <a:ext uri="{FF2B5EF4-FFF2-40B4-BE49-F238E27FC236}">
                <a16:creationId xmlns:a16="http://schemas.microsoft.com/office/drawing/2014/main" id="{692B6D86-1069-C684-A2F7-805ECD99CFA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117" name="四角形: 角を丸くする 116">
            <a:extLst>
              <a:ext uri="{FF2B5EF4-FFF2-40B4-BE49-F238E27FC236}">
                <a16:creationId xmlns:a16="http://schemas.microsoft.com/office/drawing/2014/main" id="{0CF8538F-3EDB-BBC3-2B4F-949B99D3B221}"/>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118" name="四角形: 角を丸くする 117">
            <a:extLst>
              <a:ext uri="{FF2B5EF4-FFF2-40B4-BE49-F238E27FC236}">
                <a16:creationId xmlns:a16="http://schemas.microsoft.com/office/drawing/2014/main" id="{FE9EA34B-FC03-FBEA-33B0-E15DBC6E3541}"/>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119" name="四角形: 角を丸くする 118">
            <a:extLst>
              <a:ext uri="{FF2B5EF4-FFF2-40B4-BE49-F238E27FC236}">
                <a16:creationId xmlns:a16="http://schemas.microsoft.com/office/drawing/2014/main" id="{EEF7E2DE-B571-A9F9-4AA0-BA0BBDFAEFE6}"/>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20" name="四角形: 角を丸くする 119">
            <a:extLst>
              <a:ext uri="{FF2B5EF4-FFF2-40B4-BE49-F238E27FC236}">
                <a16:creationId xmlns:a16="http://schemas.microsoft.com/office/drawing/2014/main" id="{C10BAA1E-3760-7670-7D8F-5DD1BC3D0545}"/>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121" name="四角形: 角を丸くする 120">
            <a:extLst>
              <a:ext uri="{FF2B5EF4-FFF2-40B4-BE49-F238E27FC236}">
                <a16:creationId xmlns:a16="http://schemas.microsoft.com/office/drawing/2014/main" id="{342CFF5E-1386-F557-5303-74B5916171C9}"/>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122" name="四角形: 角を丸くする 121">
            <a:extLst>
              <a:ext uri="{FF2B5EF4-FFF2-40B4-BE49-F238E27FC236}">
                <a16:creationId xmlns:a16="http://schemas.microsoft.com/office/drawing/2014/main" id="{9CAC0C5D-A7F3-45E8-F81A-DBDBC0C6D9D0}"/>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3" name="四角形: 角を丸くする 122">
            <a:extLst>
              <a:ext uri="{FF2B5EF4-FFF2-40B4-BE49-F238E27FC236}">
                <a16:creationId xmlns:a16="http://schemas.microsoft.com/office/drawing/2014/main" id="{29A92AA9-81ED-DDB0-152E-A494EE56CF2C}"/>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124" name="四角形: 角を丸くする 123">
            <a:extLst>
              <a:ext uri="{FF2B5EF4-FFF2-40B4-BE49-F238E27FC236}">
                <a16:creationId xmlns:a16="http://schemas.microsoft.com/office/drawing/2014/main" id="{7CFB7F03-EED5-A027-CDE1-B5E2F8026D1E}"/>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125" name="四角形: 角を丸くする 124">
            <a:extLst>
              <a:ext uri="{FF2B5EF4-FFF2-40B4-BE49-F238E27FC236}">
                <a16:creationId xmlns:a16="http://schemas.microsoft.com/office/drawing/2014/main" id="{F95E39B8-3CC5-F8C3-A6F3-64C037B1742E}"/>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26" name="四角形: 角を丸くする 125">
            <a:extLst>
              <a:ext uri="{FF2B5EF4-FFF2-40B4-BE49-F238E27FC236}">
                <a16:creationId xmlns:a16="http://schemas.microsoft.com/office/drawing/2014/main" id="{97C90C49-A9BA-7E87-E7E6-DB5998CA6C38}"/>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127" name="四角形: 角を丸くする 126">
            <a:extLst>
              <a:ext uri="{FF2B5EF4-FFF2-40B4-BE49-F238E27FC236}">
                <a16:creationId xmlns:a16="http://schemas.microsoft.com/office/drawing/2014/main" id="{A821832D-57A5-8104-9C85-55C8B0768C2D}"/>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128" name="四角形: 角を丸くする 127">
            <a:extLst>
              <a:ext uri="{FF2B5EF4-FFF2-40B4-BE49-F238E27FC236}">
                <a16:creationId xmlns:a16="http://schemas.microsoft.com/office/drawing/2014/main" id="{220535FE-3407-760B-8804-3297B942F934}"/>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29" name="四角形: 角を丸くする 128">
            <a:extLst>
              <a:ext uri="{FF2B5EF4-FFF2-40B4-BE49-F238E27FC236}">
                <a16:creationId xmlns:a16="http://schemas.microsoft.com/office/drawing/2014/main" id="{1AADDEAC-E77C-F3C2-D925-CA877B981DBC}"/>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130" name="四角形: 角を丸くする 129">
            <a:extLst>
              <a:ext uri="{FF2B5EF4-FFF2-40B4-BE49-F238E27FC236}">
                <a16:creationId xmlns:a16="http://schemas.microsoft.com/office/drawing/2014/main" id="{CC28B666-8201-8E53-7BCB-75A4E588F159}"/>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131" name="四角形: 角を丸くする 130">
            <a:extLst>
              <a:ext uri="{FF2B5EF4-FFF2-40B4-BE49-F238E27FC236}">
                <a16:creationId xmlns:a16="http://schemas.microsoft.com/office/drawing/2014/main" id="{D53F6E40-178A-5852-787F-02292732F9D4}"/>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2" name="四角形: 角を丸くする 131">
            <a:extLst>
              <a:ext uri="{FF2B5EF4-FFF2-40B4-BE49-F238E27FC236}">
                <a16:creationId xmlns:a16="http://schemas.microsoft.com/office/drawing/2014/main" id="{CB143412-B8BC-F66A-9CF9-994A74604CBD}"/>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33" name="四角形: 角を丸くする 132">
            <a:extLst>
              <a:ext uri="{FF2B5EF4-FFF2-40B4-BE49-F238E27FC236}">
                <a16:creationId xmlns:a16="http://schemas.microsoft.com/office/drawing/2014/main" id="{B74BA417-23C7-FFE3-8351-F4714AAE4F4D}"/>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4" name="四角形: 角を丸くする 133">
            <a:extLst>
              <a:ext uri="{FF2B5EF4-FFF2-40B4-BE49-F238E27FC236}">
                <a16:creationId xmlns:a16="http://schemas.microsoft.com/office/drawing/2014/main" id="{B4BF23B6-E3ED-A1FD-87D7-D508D97D8845}"/>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35" name="四角形: 角を丸くする 134">
            <a:extLst>
              <a:ext uri="{FF2B5EF4-FFF2-40B4-BE49-F238E27FC236}">
                <a16:creationId xmlns:a16="http://schemas.microsoft.com/office/drawing/2014/main" id="{D331FBDD-7F5D-D869-188A-9CC886A43687}"/>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6" name="四角形: 角を丸くする 135">
            <a:extLst>
              <a:ext uri="{FF2B5EF4-FFF2-40B4-BE49-F238E27FC236}">
                <a16:creationId xmlns:a16="http://schemas.microsoft.com/office/drawing/2014/main" id="{89D7A634-CA6F-02DF-42F4-1B2E88DBD26A}"/>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7" name="四角形: 角を丸くする 136">
            <a:extLst>
              <a:ext uri="{FF2B5EF4-FFF2-40B4-BE49-F238E27FC236}">
                <a16:creationId xmlns:a16="http://schemas.microsoft.com/office/drawing/2014/main" id="{6D0F928F-17AC-13A4-C064-B99376A2EABF}"/>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138" name="四角形: 角を丸くする 137">
            <a:extLst>
              <a:ext uri="{FF2B5EF4-FFF2-40B4-BE49-F238E27FC236}">
                <a16:creationId xmlns:a16="http://schemas.microsoft.com/office/drawing/2014/main" id="{620B0C3C-63D4-C9B8-3002-61F11F4E751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39" name="四角形: 角を丸くする 138">
            <a:extLst>
              <a:ext uri="{FF2B5EF4-FFF2-40B4-BE49-F238E27FC236}">
                <a16:creationId xmlns:a16="http://schemas.microsoft.com/office/drawing/2014/main" id="{4D7FE1F0-67C2-056E-AD40-A9FB1955A968}"/>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0" name="四角形: 角を丸くする 139">
            <a:extLst>
              <a:ext uri="{FF2B5EF4-FFF2-40B4-BE49-F238E27FC236}">
                <a16:creationId xmlns:a16="http://schemas.microsoft.com/office/drawing/2014/main" id="{C4C90A31-FA6F-E698-5758-A4B1DE29159B}"/>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141" name="四角形: 角を丸くする 140">
            <a:extLst>
              <a:ext uri="{FF2B5EF4-FFF2-40B4-BE49-F238E27FC236}">
                <a16:creationId xmlns:a16="http://schemas.microsoft.com/office/drawing/2014/main" id="{ADF10C5C-8B9C-3AAA-FCFC-9286AFF40DB8}"/>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142" name="四角形: 角を丸くする 141">
            <a:extLst>
              <a:ext uri="{FF2B5EF4-FFF2-40B4-BE49-F238E27FC236}">
                <a16:creationId xmlns:a16="http://schemas.microsoft.com/office/drawing/2014/main" id="{CDAF81F0-8BB9-7E4C-7347-0184AAC97255}"/>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143" name="四角形: 角を丸くする 142">
            <a:extLst>
              <a:ext uri="{FF2B5EF4-FFF2-40B4-BE49-F238E27FC236}">
                <a16:creationId xmlns:a16="http://schemas.microsoft.com/office/drawing/2014/main" id="{C0273AA7-5324-F994-1D2D-438B8FFCAB8A}"/>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144" name="四角形: 角を丸くする 143">
            <a:extLst>
              <a:ext uri="{FF2B5EF4-FFF2-40B4-BE49-F238E27FC236}">
                <a16:creationId xmlns:a16="http://schemas.microsoft.com/office/drawing/2014/main" id="{7BBF9AC5-C86D-685B-E972-06E0BF674FC4}"/>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145" name="四角形: 角を丸くする 144">
            <a:extLst>
              <a:ext uri="{FF2B5EF4-FFF2-40B4-BE49-F238E27FC236}">
                <a16:creationId xmlns:a16="http://schemas.microsoft.com/office/drawing/2014/main" id="{438E0B5C-7B0D-1CB8-B750-E419F960CEFB}"/>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146" name="四角形: 角を丸くする 145">
            <a:extLst>
              <a:ext uri="{FF2B5EF4-FFF2-40B4-BE49-F238E27FC236}">
                <a16:creationId xmlns:a16="http://schemas.microsoft.com/office/drawing/2014/main" id="{6DD870E0-EDD7-6ED2-20C6-622D29DBA276}"/>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480C57A4-16F6-56BF-D4DE-6A2801E4019F}"/>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37E4F8DE-98B6-815E-DE53-F18379BD67F7}"/>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四角形: 角を丸くする 2">
            <a:extLst>
              <a:ext uri="{FF2B5EF4-FFF2-40B4-BE49-F238E27FC236}">
                <a16:creationId xmlns:a16="http://schemas.microsoft.com/office/drawing/2014/main" id="{E1BA2894-C685-6E2F-0FB2-66E7A1269BB2}"/>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6" name="テキスト ボックス 5">
            <a:extLst>
              <a:ext uri="{FF2B5EF4-FFF2-40B4-BE49-F238E27FC236}">
                <a16:creationId xmlns:a16="http://schemas.microsoft.com/office/drawing/2014/main" id="{A341B9BA-541F-B6C7-DDFD-7FEBFA0505DA}"/>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7" name="テキスト ボックス 6">
            <a:extLst>
              <a:ext uri="{FF2B5EF4-FFF2-40B4-BE49-F238E27FC236}">
                <a16:creationId xmlns:a16="http://schemas.microsoft.com/office/drawing/2014/main" id="{C058C19D-E29D-745C-BC0A-AFCF7DF74D27}"/>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57" name="正方形/長方形 56">
            <a:extLst>
              <a:ext uri="{FF2B5EF4-FFF2-40B4-BE49-F238E27FC236}">
                <a16:creationId xmlns:a16="http://schemas.microsoft.com/office/drawing/2014/main" id="{F843BB6A-326D-9141-731D-5B3ADC1361ED}"/>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209DAA36-8D2D-56D4-D09B-16C620EAB0AD}"/>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 name="四角形: 角を丸くする 7">
            <a:extLst>
              <a:ext uri="{FF2B5EF4-FFF2-40B4-BE49-F238E27FC236}">
                <a16:creationId xmlns:a16="http://schemas.microsoft.com/office/drawing/2014/main" id="{BAF69F5A-1EFF-5E5F-E98B-4727E98F783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 name="四角形: 角を丸くする 4">
            <a:extLst>
              <a:ext uri="{FF2B5EF4-FFF2-40B4-BE49-F238E27FC236}">
                <a16:creationId xmlns:a16="http://schemas.microsoft.com/office/drawing/2014/main" id="{5ECE6E62-87FA-D8D9-43E6-C5A1C545F7F0}"/>
              </a:ext>
            </a:extLst>
          </p:cNvPr>
          <p:cNvSpPr/>
          <p:nvPr/>
        </p:nvSpPr>
        <p:spPr>
          <a:xfrm>
            <a:off x="9827812" y="1228521"/>
            <a:ext cx="1950294" cy="845837"/>
          </a:xfrm>
          <a:prstGeom prst="roundRect">
            <a:avLst>
              <a:gd name="adj" fmla="val 3435"/>
            </a:avLst>
          </a:prstGeom>
          <a:solidFill>
            <a:schemeClr val="bg1"/>
          </a:solid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dirty="0">
                <a:solidFill>
                  <a:schemeClr val="tx1"/>
                </a:solidFill>
              </a:rPr>
              <a:t>並び替え</a:t>
            </a:r>
            <a:r>
              <a:rPr lang="en-US" altLang="ja-JP" sz="1100" dirty="0">
                <a:solidFill>
                  <a:schemeClr val="tx1"/>
                </a:solidFill>
              </a:rPr>
              <a:t>:</a:t>
            </a:r>
          </a:p>
          <a:p>
            <a:endParaRPr kumimoji="1" lang="en-US" altLang="ja-JP" sz="1100" dirty="0">
              <a:solidFill>
                <a:schemeClr val="tx1"/>
              </a:solidFill>
            </a:endParaRPr>
          </a:p>
          <a:p>
            <a:r>
              <a:rPr lang="ja-JP" altLang="en-US" sz="1100" dirty="0">
                <a:solidFill>
                  <a:schemeClr val="tx1"/>
                </a:solidFill>
              </a:rPr>
              <a:t>ダークモード</a:t>
            </a:r>
            <a:endParaRPr kumimoji="1" lang="en-US" altLang="ja-JP" sz="1100" dirty="0">
              <a:solidFill>
                <a:schemeClr val="tx1"/>
              </a:solidFill>
            </a:endParaRPr>
          </a:p>
        </p:txBody>
      </p:sp>
      <p:sp>
        <p:nvSpPr>
          <p:cNvPr id="41" name="四角形: 角を丸くする 40">
            <a:extLst>
              <a:ext uri="{FF2B5EF4-FFF2-40B4-BE49-F238E27FC236}">
                <a16:creationId xmlns:a16="http://schemas.microsoft.com/office/drawing/2014/main" id="{CC4F98D9-066B-D1CB-B2A9-3A01960493F4}"/>
              </a:ext>
            </a:extLst>
          </p:cNvPr>
          <p:cNvSpPr/>
          <p:nvPr/>
        </p:nvSpPr>
        <p:spPr>
          <a:xfrm>
            <a:off x="11116690" y="1697929"/>
            <a:ext cx="518146" cy="270654"/>
          </a:xfrm>
          <a:prstGeom prst="roundRect">
            <a:avLst>
              <a:gd name="adj" fmla="val 50000"/>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ECC36D1E-6D21-175E-0BD3-E56850E3C5B0}"/>
              </a:ext>
            </a:extLst>
          </p:cNvPr>
          <p:cNvSpPr/>
          <p:nvPr/>
        </p:nvSpPr>
        <p:spPr>
          <a:xfrm>
            <a:off x="11144619" y="1717684"/>
            <a:ext cx="231144" cy="2311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2A936398-7485-7BFB-F716-08F4317A120E}"/>
              </a:ext>
            </a:extLst>
          </p:cNvPr>
          <p:cNvSpPr/>
          <p:nvPr/>
        </p:nvSpPr>
        <p:spPr>
          <a:xfrm>
            <a:off x="10570368" y="1374675"/>
            <a:ext cx="1171575" cy="204948"/>
          </a:xfrm>
          <a:prstGeom prst="roundRect">
            <a:avLst>
              <a:gd name="adj" fmla="val 2128"/>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000" dirty="0">
                <a:solidFill>
                  <a:schemeClr val="tx1"/>
                </a:solidFill>
              </a:rPr>
              <a:t>新しい順</a:t>
            </a:r>
            <a:endParaRPr kumimoji="1" lang="ja-JP" altLang="en-US" sz="1000" dirty="0">
              <a:solidFill>
                <a:schemeClr val="tx1"/>
              </a:solidFill>
            </a:endParaRPr>
          </a:p>
        </p:txBody>
      </p:sp>
      <p:sp>
        <p:nvSpPr>
          <p:cNvPr id="4" name="矢印: 上 3">
            <a:extLst>
              <a:ext uri="{FF2B5EF4-FFF2-40B4-BE49-F238E27FC236}">
                <a16:creationId xmlns:a16="http://schemas.microsoft.com/office/drawing/2014/main" id="{FE0BFA4F-4748-A573-7037-03A4B121DE25}"/>
              </a:ext>
            </a:extLst>
          </p:cNvPr>
          <p:cNvSpPr/>
          <p:nvPr/>
        </p:nvSpPr>
        <p:spPr>
          <a:xfrm rot="19449610">
            <a:off x="11319185" y="176329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02A1821A-2534-BA50-5EA7-275D6C95CE80}"/>
              </a:ext>
            </a:extLst>
          </p:cNvPr>
          <p:cNvSpPr txBox="1"/>
          <p:nvPr/>
        </p:nvSpPr>
        <p:spPr>
          <a:xfrm rot="2601612">
            <a:off x="11446406" y="1395113"/>
            <a:ext cx="395841" cy="276999"/>
          </a:xfrm>
          <a:prstGeom prst="rect">
            <a:avLst/>
          </a:prstGeom>
          <a:noFill/>
        </p:spPr>
        <p:txBody>
          <a:bodyPr wrap="square" rtlCol="0">
            <a:spAutoFit/>
          </a:bodyPr>
          <a:lstStyle/>
          <a:p>
            <a:r>
              <a:rPr kumimoji="1" lang="ja-JP" altLang="en-US" sz="1200" dirty="0"/>
              <a:t>┘</a:t>
            </a:r>
          </a:p>
        </p:txBody>
      </p:sp>
      <p:sp>
        <p:nvSpPr>
          <p:cNvPr id="147" name="テキスト ボックス 146">
            <a:extLst>
              <a:ext uri="{FF2B5EF4-FFF2-40B4-BE49-F238E27FC236}">
                <a16:creationId xmlns:a16="http://schemas.microsoft.com/office/drawing/2014/main" id="{0B5C4473-DF84-0A25-25D2-16C3BF7D04F7}"/>
              </a:ext>
            </a:extLst>
          </p:cNvPr>
          <p:cNvSpPr txBox="1"/>
          <p:nvPr/>
        </p:nvSpPr>
        <p:spPr>
          <a:xfrm>
            <a:off x="3096551" y="146050"/>
            <a:ext cx="6002225" cy="369332"/>
          </a:xfrm>
          <a:prstGeom prst="rect">
            <a:avLst/>
          </a:prstGeom>
          <a:noFill/>
        </p:spPr>
        <p:txBody>
          <a:bodyPr wrap="square" rtlCol="0">
            <a:spAutoFit/>
          </a:bodyPr>
          <a:lstStyle/>
          <a:p>
            <a:pPr algn="ctr"/>
            <a:r>
              <a:rPr kumimoji="1" lang="ja-JP" altLang="en-US" dirty="0">
                <a:solidFill>
                  <a:schemeClr val="bg1"/>
                </a:solidFill>
              </a:rPr>
              <a:t>ダークモードに対応</a:t>
            </a:r>
          </a:p>
        </p:txBody>
      </p:sp>
      <p:sp>
        <p:nvSpPr>
          <p:cNvPr id="9" name="テキスト ボックス 8">
            <a:extLst>
              <a:ext uri="{FF2B5EF4-FFF2-40B4-BE49-F238E27FC236}">
                <a16:creationId xmlns:a16="http://schemas.microsoft.com/office/drawing/2014/main" id="{EC2B8E8D-E78A-DD0D-CEF1-20B73396D51E}"/>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694409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1000">
        <p159:morph option="byObject"/>
      </p:transition>
    </mc:Choice>
    <mc:Fallback xmlns="">
      <p:transition advClick="0" advTm="1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368B6-7B19-CE09-BF4F-7F0F9054E992}"/>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EB2074AE-36FD-ACA8-1255-946B70415E7F}"/>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AADDE338-E591-D847-AF47-919B8ED8169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9B923C32-365F-C920-51D5-50BD564FE226}"/>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33B406C4-7C8D-7671-FC99-ABB3D5908533}"/>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ED2B6241-4812-E650-F094-8898C8AC3C15}"/>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EEE1594E-3C8B-5622-FAB3-2BF42B0F84F6}"/>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BFDF2F10-59FE-5A31-0F00-C22A0631A7CA}"/>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20" name="四角形: 角を丸くする 19">
            <a:extLst>
              <a:ext uri="{FF2B5EF4-FFF2-40B4-BE49-F238E27FC236}">
                <a16:creationId xmlns:a16="http://schemas.microsoft.com/office/drawing/2014/main" id="{47963A64-2225-E93A-7229-65BE16E21AF0}"/>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21" name="四角形: 角を丸くする 20">
            <a:extLst>
              <a:ext uri="{FF2B5EF4-FFF2-40B4-BE49-F238E27FC236}">
                <a16:creationId xmlns:a16="http://schemas.microsoft.com/office/drawing/2014/main" id="{90717BA0-8020-BD20-CE80-12B189FE9A38}"/>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2" name="四角形: 角を丸くする 21">
            <a:extLst>
              <a:ext uri="{FF2B5EF4-FFF2-40B4-BE49-F238E27FC236}">
                <a16:creationId xmlns:a16="http://schemas.microsoft.com/office/drawing/2014/main" id="{2C2CFD41-E248-3C2B-0E55-D5EED8696B2F}"/>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3" name="四角形: 角を丸くする 22">
            <a:extLst>
              <a:ext uri="{FF2B5EF4-FFF2-40B4-BE49-F238E27FC236}">
                <a16:creationId xmlns:a16="http://schemas.microsoft.com/office/drawing/2014/main" id="{179CDA68-7384-2842-2237-1293ABC92331}"/>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4" name="四角形: 角を丸くする 23">
            <a:extLst>
              <a:ext uri="{FF2B5EF4-FFF2-40B4-BE49-F238E27FC236}">
                <a16:creationId xmlns:a16="http://schemas.microsoft.com/office/drawing/2014/main" id="{55FB2B08-244D-6465-D891-6EAA30E1A69E}"/>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5" name="四角形: 角を丸くする 24">
            <a:extLst>
              <a:ext uri="{FF2B5EF4-FFF2-40B4-BE49-F238E27FC236}">
                <a16:creationId xmlns:a16="http://schemas.microsoft.com/office/drawing/2014/main" id="{6244ED17-9396-CEDA-30E9-5415A24F4F3D}"/>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6" name="四角形: 角を丸くする 25">
            <a:extLst>
              <a:ext uri="{FF2B5EF4-FFF2-40B4-BE49-F238E27FC236}">
                <a16:creationId xmlns:a16="http://schemas.microsoft.com/office/drawing/2014/main" id="{7CCFA0EB-0B9A-D640-054C-2AD289DEAD34}"/>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7" name="四角形: 角を丸くする 26">
            <a:extLst>
              <a:ext uri="{FF2B5EF4-FFF2-40B4-BE49-F238E27FC236}">
                <a16:creationId xmlns:a16="http://schemas.microsoft.com/office/drawing/2014/main" id="{3FCBD3F9-329F-EBD4-F60C-520B58659DDB}"/>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8" name="四角形: 角を丸くする 27">
            <a:extLst>
              <a:ext uri="{FF2B5EF4-FFF2-40B4-BE49-F238E27FC236}">
                <a16:creationId xmlns:a16="http://schemas.microsoft.com/office/drawing/2014/main" id="{01771249-C8AF-C1BF-F5BF-F65871D7263C}"/>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9" name="四角形: 角を丸くする 28">
            <a:extLst>
              <a:ext uri="{FF2B5EF4-FFF2-40B4-BE49-F238E27FC236}">
                <a16:creationId xmlns:a16="http://schemas.microsoft.com/office/drawing/2014/main" id="{00A2514D-2DAA-893C-32AF-5FC6F72D1962}"/>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30" name="四角形: 角を丸くする 29">
            <a:extLst>
              <a:ext uri="{FF2B5EF4-FFF2-40B4-BE49-F238E27FC236}">
                <a16:creationId xmlns:a16="http://schemas.microsoft.com/office/drawing/2014/main" id="{1AA70739-1FC9-ED81-A6AD-37CA3A4A9E21}"/>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F5B42D37-FD85-EFB9-3B90-10BE00FF5A83}"/>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22F8829C-394D-555E-3384-E609E40D2CB7}"/>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33" name="四角形: 角を丸くする 32">
            <a:extLst>
              <a:ext uri="{FF2B5EF4-FFF2-40B4-BE49-F238E27FC236}">
                <a16:creationId xmlns:a16="http://schemas.microsoft.com/office/drawing/2014/main" id="{F4853D4F-F4E8-FE53-E740-B6EABDFCDD4E}"/>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34" name="四角形: 角を丸くする 33">
            <a:extLst>
              <a:ext uri="{FF2B5EF4-FFF2-40B4-BE49-F238E27FC236}">
                <a16:creationId xmlns:a16="http://schemas.microsoft.com/office/drawing/2014/main" id="{A7DB7909-D140-4E34-57F3-49CE8C549D27}"/>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79D05F54-AE5B-4859-D070-C93FECB27A7D}"/>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36" name="四角形: 角を丸くする 35">
            <a:extLst>
              <a:ext uri="{FF2B5EF4-FFF2-40B4-BE49-F238E27FC236}">
                <a16:creationId xmlns:a16="http://schemas.microsoft.com/office/drawing/2014/main" id="{695A9E58-6FBB-0412-04A6-D221DEAC8FA6}"/>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37" name="四角形: 角を丸くする 36">
            <a:extLst>
              <a:ext uri="{FF2B5EF4-FFF2-40B4-BE49-F238E27FC236}">
                <a16:creationId xmlns:a16="http://schemas.microsoft.com/office/drawing/2014/main" id="{BC43C930-506C-6551-20A0-4E5AC8FD7CEB}"/>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38" name="四角形: 角を丸くする 37">
            <a:extLst>
              <a:ext uri="{FF2B5EF4-FFF2-40B4-BE49-F238E27FC236}">
                <a16:creationId xmlns:a16="http://schemas.microsoft.com/office/drawing/2014/main" id="{C75BAF31-C3E4-EB81-5609-3C705B579B94}"/>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9" name="四角形: 角を丸くする 38">
            <a:extLst>
              <a:ext uri="{FF2B5EF4-FFF2-40B4-BE49-F238E27FC236}">
                <a16:creationId xmlns:a16="http://schemas.microsoft.com/office/drawing/2014/main" id="{53D7D8A2-D2ED-F2CC-F96F-CB5E058D7A37}"/>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40" name="四角形: 角を丸くする 39">
            <a:extLst>
              <a:ext uri="{FF2B5EF4-FFF2-40B4-BE49-F238E27FC236}">
                <a16:creationId xmlns:a16="http://schemas.microsoft.com/office/drawing/2014/main" id="{EE010649-2DC3-A6A0-124A-57EEAD65FB4C}"/>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41" name="四角形: 角を丸くする 40">
            <a:extLst>
              <a:ext uri="{FF2B5EF4-FFF2-40B4-BE49-F238E27FC236}">
                <a16:creationId xmlns:a16="http://schemas.microsoft.com/office/drawing/2014/main" id="{529D3747-E8F4-442B-2860-CA14B2958474}"/>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2" name="四角形: 角を丸くする 41">
            <a:extLst>
              <a:ext uri="{FF2B5EF4-FFF2-40B4-BE49-F238E27FC236}">
                <a16:creationId xmlns:a16="http://schemas.microsoft.com/office/drawing/2014/main" id="{715EE73C-E887-D3DA-326F-26160B9138E5}"/>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43" name="四角形: 角を丸くする 42">
            <a:extLst>
              <a:ext uri="{FF2B5EF4-FFF2-40B4-BE49-F238E27FC236}">
                <a16:creationId xmlns:a16="http://schemas.microsoft.com/office/drawing/2014/main" id="{7DBD5B79-BF2D-173C-B5A3-50AE62FCB537}"/>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4" name="四角形: 角を丸くする 43">
            <a:extLst>
              <a:ext uri="{FF2B5EF4-FFF2-40B4-BE49-F238E27FC236}">
                <a16:creationId xmlns:a16="http://schemas.microsoft.com/office/drawing/2014/main" id="{E384B37E-5E13-2FAC-25D8-FAC19B963E92}"/>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5" name="四角形: 角を丸くする 44">
            <a:extLst>
              <a:ext uri="{FF2B5EF4-FFF2-40B4-BE49-F238E27FC236}">
                <a16:creationId xmlns:a16="http://schemas.microsoft.com/office/drawing/2014/main" id="{C30A35DA-6C20-F09C-7B79-78A8DA8C565E}"/>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6" name="四角形: 角を丸くする 45">
            <a:extLst>
              <a:ext uri="{FF2B5EF4-FFF2-40B4-BE49-F238E27FC236}">
                <a16:creationId xmlns:a16="http://schemas.microsoft.com/office/drawing/2014/main" id="{CEA63BC0-3915-A13F-9A04-96A1F7EC4C60}"/>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7" name="四角形: 角を丸くする 46">
            <a:extLst>
              <a:ext uri="{FF2B5EF4-FFF2-40B4-BE49-F238E27FC236}">
                <a16:creationId xmlns:a16="http://schemas.microsoft.com/office/drawing/2014/main" id="{727D5C0F-AF1A-EF8D-FC89-062074B629DD}"/>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48" name="四角形: 角を丸くする 47">
            <a:extLst>
              <a:ext uri="{FF2B5EF4-FFF2-40B4-BE49-F238E27FC236}">
                <a16:creationId xmlns:a16="http://schemas.microsoft.com/office/drawing/2014/main" id="{C406E06C-C641-DA6E-0B17-5E3D5EB4F203}"/>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9" name="四角形: 角を丸くする 48">
            <a:extLst>
              <a:ext uri="{FF2B5EF4-FFF2-40B4-BE49-F238E27FC236}">
                <a16:creationId xmlns:a16="http://schemas.microsoft.com/office/drawing/2014/main" id="{4464B798-CB02-182F-FBF1-B0D98B29E5A3}"/>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0" name="四角形: 角を丸くする 49">
            <a:extLst>
              <a:ext uri="{FF2B5EF4-FFF2-40B4-BE49-F238E27FC236}">
                <a16:creationId xmlns:a16="http://schemas.microsoft.com/office/drawing/2014/main" id="{EFE97570-450B-E4E5-1278-875749943F03}"/>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51" name="四角形: 角を丸くする 50">
            <a:extLst>
              <a:ext uri="{FF2B5EF4-FFF2-40B4-BE49-F238E27FC236}">
                <a16:creationId xmlns:a16="http://schemas.microsoft.com/office/drawing/2014/main" id="{AB09993E-F7A4-5553-C101-19227CA21CCA}"/>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2" name="四角形: 角を丸くする 51">
            <a:extLst>
              <a:ext uri="{FF2B5EF4-FFF2-40B4-BE49-F238E27FC236}">
                <a16:creationId xmlns:a16="http://schemas.microsoft.com/office/drawing/2014/main" id="{4F88E509-0605-D6FD-C1BB-506E8F6B2F13}"/>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53" name="四角形: 角を丸くする 52">
            <a:extLst>
              <a:ext uri="{FF2B5EF4-FFF2-40B4-BE49-F238E27FC236}">
                <a16:creationId xmlns:a16="http://schemas.microsoft.com/office/drawing/2014/main" id="{9AB880B9-FD96-9A88-D4CB-42B53456813B}"/>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54" name="四角形: 角を丸くする 53">
            <a:extLst>
              <a:ext uri="{FF2B5EF4-FFF2-40B4-BE49-F238E27FC236}">
                <a16:creationId xmlns:a16="http://schemas.microsoft.com/office/drawing/2014/main" id="{4C36A088-559F-2736-12F0-D147D9DCD01D}"/>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55" name="四角形: 角を丸くする 54">
            <a:extLst>
              <a:ext uri="{FF2B5EF4-FFF2-40B4-BE49-F238E27FC236}">
                <a16:creationId xmlns:a16="http://schemas.microsoft.com/office/drawing/2014/main" id="{CAFD7306-7972-2303-51C3-13D749AD7D83}"/>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56" name="四角形: 角を丸くする 55">
            <a:extLst>
              <a:ext uri="{FF2B5EF4-FFF2-40B4-BE49-F238E27FC236}">
                <a16:creationId xmlns:a16="http://schemas.microsoft.com/office/drawing/2014/main" id="{6BCC0411-CBBB-0E43-E0C4-97F85D1223B9}"/>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44F3A37E-07A6-7DC9-2A0F-D1116002EA44}"/>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6D69F01D-13F5-9E74-AA05-216321271B75}"/>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AE0E2D89-18A3-F4C9-CBF0-EF29292AE9A6}"/>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928E0510-1F8B-041E-786B-9B68F0EA96B9}"/>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8" name="四角形: 角を丸くする 7">
            <a:extLst>
              <a:ext uri="{FF2B5EF4-FFF2-40B4-BE49-F238E27FC236}">
                <a16:creationId xmlns:a16="http://schemas.microsoft.com/office/drawing/2014/main" id="{9C4D9FDE-DBAA-738B-E3A3-DD2926F6F69A}"/>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9" name="四角形: 角を丸くする 8">
            <a:extLst>
              <a:ext uri="{FF2B5EF4-FFF2-40B4-BE49-F238E27FC236}">
                <a16:creationId xmlns:a16="http://schemas.microsoft.com/office/drawing/2014/main" id="{15061704-907A-BDFA-AD67-03E9947677CB}"/>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7" name="四角形: 角を丸くする 6">
            <a:extLst>
              <a:ext uri="{FF2B5EF4-FFF2-40B4-BE49-F238E27FC236}">
                <a16:creationId xmlns:a16="http://schemas.microsoft.com/office/drawing/2014/main" id="{5026128A-A92B-8FCD-0E26-9B668765A5A4}"/>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4" name="矢印: 上 3">
            <a:extLst>
              <a:ext uri="{FF2B5EF4-FFF2-40B4-BE49-F238E27FC236}">
                <a16:creationId xmlns:a16="http://schemas.microsoft.com/office/drawing/2014/main" id="{3006B545-2878-E27B-8299-0C9704D80DE4}"/>
              </a:ext>
            </a:extLst>
          </p:cNvPr>
          <p:cNvSpPr/>
          <p:nvPr/>
        </p:nvSpPr>
        <p:spPr>
          <a:xfrm rot="19449610">
            <a:off x="859495"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9FE017A-BCB9-6623-2BDB-1DDF75A4AC96}"/>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A47752E4-A327-08BD-7D0B-1A4FF347E5BC}"/>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ワード検索ではタイトル・作者・キーワードから検索できる</a:t>
            </a:r>
            <a:endParaRPr lang="en-US" altLang="ja-JP" dirty="0">
              <a:solidFill>
                <a:schemeClr val="bg1"/>
              </a:solidFill>
            </a:endParaRPr>
          </a:p>
        </p:txBody>
      </p:sp>
      <p:sp>
        <p:nvSpPr>
          <p:cNvPr id="5" name="テキスト ボックス 4">
            <a:extLst>
              <a:ext uri="{FF2B5EF4-FFF2-40B4-BE49-F238E27FC236}">
                <a16:creationId xmlns:a16="http://schemas.microsoft.com/office/drawing/2014/main" id="{B7A52316-0616-52A4-7436-2D8CCCEC52FE}"/>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74661167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7027E-9F61-3B1C-C5E6-1D1A16EA7699}"/>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1106F4B9-CDDE-F0F5-D59F-87FABC6A0ECC}"/>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2F23E489-1DF0-3CF2-3289-D5DAF89E1A89}"/>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0690D4C6-97E4-2ADB-457A-564DFA6290D3}"/>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B2598B5C-3167-19D6-ACA4-60FAD7D13D56}"/>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19039915-2EC1-C71A-E418-6C714D468714}"/>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379450DC-F45C-B61A-9000-F6FE9F65373D}"/>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55D5B780-229A-CC6D-0779-2C94B5352AA9}"/>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sp>
        <p:nvSpPr>
          <p:cNvPr id="20" name="四角形: 角を丸くする 19">
            <a:extLst>
              <a:ext uri="{FF2B5EF4-FFF2-40B4-BE49-F238E27FC236}">
                <a16:creationId xmlns:a16="http://schemas.microsoft.com/office/drawing/2014/main" id="{BB2C8CBA-648E-6093-51C5-2661D340536E}"/>
              </a:ext>
            </a:extLst>
          </p:cNvPr>
          <p:cNvSpPr/>
          <p:nvPr/>
        </p:nvSpPr>
        <p:spPr>
          <a:xfrm>
            <a:off x="5029171" y="2115878"/>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21" name="四角形: 角を丸くする 20">
            <a:extLst>
              <a:ext uri="{FF2B5EF4-FFF2-40B4-BE49-F238E27FC236}">
                <a16:creationId xmlns:a16="http://schemas.microsoft.com/office/drawing/2014/main" id="{DC879B1D-9398-C7DA-6ABE-5BFCF0CA8E7D}"/>
              </a:ext>
            </a:extLst>
          </p:cNvPr>
          <p:cNvSpPr/>
          <p:nvPr/>
        </p:nvSpPr>
        <p:spPr>
          <a:xfrm>
            <a:off x="5105791"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2" name="四角形: 角を丸くする 21">
            <a:extLst>
              <a:ext uri="{FF2B5EF4-FFF2-40B4-BE49-F238E27FC236}">
                <a16:creationId xmlns:a16="http://schemas.microsoft.com/office/drawing/2014/main" id="{900EDF99-2531-81A0-89BB-94BD8F7CB225}"/>
              </a:ext>
            </a:extLst>
          </p:cNvPr>
          <p:cNvSpPr/>
          <p:nvPr/>
        </p:nvSpPr>
        <p:spPr>
          <a:xfrm>
            <a:off x="7382805"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3" name="四角形: 角を丸くする 22">
            <a:extLst>
              <a:ext uri="{FF2B5EF4-FFF2-40B4-BE49-F238E27FC236}">
                <a16:creationId xmlns:a16="http://schemas.microsoft.com/office/drawing/2014/main" id="{DAC9089F-A160-A0FE-146D-EFFCE34B1817}"/>
              </a:ext>
            </a:extLst>
          </p:cNvPr>
          <p:cNvSpPr/>
          <p:nvPr/>
        </p:nvSpPr>
        <p:spPr>
          <a:xfrm>
            <a:off x="7467879"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4" name="四角形: 角を丸くする 23">
            <a:extLst>
              <a:ext uri="{FF2B5EF4-FFF2-40B4-BE49-F238E27FC236}">
                <a16:creationId xmlns:a16="http://schemas.microsoft.com/office/drawing/2014/main" id="{21C776BF-6E71-8280-947C-1FE95E9A795B}"/>
              </a:ext>
            </a:extLst>
          </p:cNvPr>
          <p:cNvSpPr/>
          <p:nvPr/>
        </p:nvSpPr>
        <p:spPr>
          <a:xfrm>
            <a:off x="811089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5" name="四角形: 角を丸くする 24">
            <a:extLst>
              <a:ext uri="{FF2B5EF4-FFF2-40B4-BE49-F238E27FC236}">
                <a16:creationId xmlns:a16="http://schemas.microsoft.com/office/drawing/2014/main" id="{A1F8B5D7-314E-1788-4432-3B49D416F20C}"/>
              </a:ext>
            </a:extLst>
          </p:cNvPr>
          <p:cNvSpPr/>
          <p:nvPr/>
        </p:nvSpPr>
        <p:spPr>
          <a:xfrm>
            <a:off x="9719333"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26" name="四角形: 角を丸くする 25">
            <a:extLst>
              <a:ext uri="{FF2B5EF4-FFF2-40B4-BE49-F238E27FC236}">
                <a16:creationId xmlns:a16="http://schemas.microsoft.com/office/drawing/2014/main" id="{88B2CC67-E87B-7EB1-D4FE-EE7CDBFBBAE3}"/>
              </a:ext>
            </a:extLst>
          </p:cNvPr>
          <p:cNvSpPr/>
          <p:nvPr/>
        </p:nvSpPr>
        <p:spPr>
          <a:xfrm>
            <a:off x="979964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27" name="四角形: 角を丸くする 26">
            <a:extLst>
              <a:ext uri="{FF2B5EF4-FFF2-40B4-BE49-F238E27FC236}">
                <a16:creationId xmlns:a16="http://schemas.microsoft.com/office/drawing/2014/main" id="{76A9C9CF-D9B2-3898-E2FB-7A73F27D3F27}"/>
              </a:ext>
            </a:extLst>
          </p:cNvPr>
          <p:cNvSpPr/>
          <p:nvPr/>
        </p:nvSpPr>
        <p:spPr>
          <a:xfrm>
            <a:off x="10442671"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28" name="四角形: 角を丸くする 27">
            <a:extLst>
              <a:ext uri="{FF2B5EF4-FFF2-40B4-BE49-F238E27FC236}">
                <a16:creationId xmlns:a16="http://schemas.microsoft.com/office/drawing/2014/main" id="{DC95DC21-D0D4-8712-DFB3-23558E02D178}"/>
              </a:ext>
            </a:extLst>
          </p:cNvPr>
          <p:cNvSpPr/>
          <p:nvPr/>
        </p:nvSpPr>
        <p:spPr>
          <a:xfrm>
            <a:off x="435935"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29" name="四角形: 角を丸くする 28">
            <a:extLst>
              <a:ext uri="{FF2B5EF4-FFF2-40B4-BE49-F238E27FC236}">
                <a16:creationId xmlns:a16="http://schemas.microsoft.com/office/drawing/2014/main" id="{E13879B1-1296-2E4E-68ED-B0712C129AB2}"/>
              </a:ext>
            </a:extLst>
          </p:cNvPr>
          <p:cNvSpPr/>
          <p:nvPr/>
        </p:nvSpPr>
        <p:spPr>
          <a:xfrm>
            <a:off x="51942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30" name="四角形: 角を丸くする 29">
            <a:extLst>
              <a:ext uri="{FF2B5EF4-FFF2-40B4-BE49-F238E27FC236}">
                <a16:creationId xmlns:a16="http://schemas.microsoft.com/office/drawing/2014/main" id="{1B252258-0121-B33D-8D31-E275105CB740}"/>
              </a:ext>
            </a:extLst>
          </p:cNvPr>
          <p:cNvSpPr/>
          <p:nvPr/>
        </p:nvSpPr>
        <p:spPr>
          <a:xfrm>
            <a:off x="2730047" y="4017285"/>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楽で正確なヘルストラッキング</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荒井健太 小米林檎</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データ スマートウォッチ スマートリング</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DA2D9D43-D263-A012-140C-D73005D7D816}"/>
              </a:ext>
            </a:extLst>
          </p:cNvPr>
          <p:cNvSpPr/>
          <p:nvPr/>
        </p:nvSpPr>
        <p:spPr>
          <a:xfrm>
            <a:off x="2810073"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健康</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77BA514B-663B-5C85-E118-C7650525E520}"/>
              </a:ext>
            </a:extLst>
          </p:cNvPr>
          <p:cNvSpPr/>
          <p:nvPr/>
        </p:nvSpPr>
        <p:spPr>
          <a:xfrm>
            <a:off x="345082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33" name="四角形: 角を丸くする 32">
            <a:extLst>
              <a:ext uri="{FF2B5EF4-FFF2-40B4-BE49-F238E27FC236}">
                <a16:creationId xmlns:a16="http://schemas.microsoft.com/office/drawing/2014/main" id="{57E9D1B9-34D6-B9D4-E3AB-A078242708ED}"/>
              </a:ext>
            </a:extLst>
          </p:cNvPr>
          <p:cNvSpPr/>
          <p:nvPr/>
        </p:nvSpPr>
        <p:spPr>
          <a:xfrm>
            <a:off x="5024158" y="4017285"/>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過去の偉人の実験精度を検証してみよう～実は高精度～</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船川豊作 新田真実</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架空 どんでん返し 本人 </a:t>
            </a:r>
            <a:endParaRPr kumimoji="1" lang="en-US" altLang="ja-JP" sz="800" dirty="0">
              <a:solidFill>
                <a:schemeClr val="tx1"/>
              </a:solidFill>
            </a:endParaRPr>
          </a:p>
        </p:txBody>
      </p:sp>
      <p:sp>
        <p:nvSpPr>
          <p:cNvPr id="34" name="四角形: 角を丸くする 33">
            <a:extLst>
              <a:ext uri="{FF2B5EF4-FFF2-40B4-BE49-F238E27FC236}">
                <a16:creationId xmlns:a16="http://schemas.microsoft.com/office/drawing/2014/main" id="{558CAE10-6DE7-8907-4A60-8DBAFD3D35D3}"/>
              </a:ext>
            </a:extLst>
          </p:cNvPr>
          <p:cNvSpPr/>
          <p:nvPr/>
        </p:nvSpPr>
        <p:spPr>
          <a:xfrm>
            <a:off x="5100778"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物理</a:t>
            </a: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0D25BB24-F1AE-87FB-5F35-AD7437E3D41F}"/>
              </a:ext>
            </a:extLst>
          </p:cNvPr>
          <p:cNvSpPr/>
          <p:nvPr/>
        </p:nvSpPr>
        <p:spPr>
          <a:xfrm>
            <a:off x="574010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36" name="四角形: 角を丸くする 35">
            <a:extLst>
              <a:ext uri="{FF2B5EF4-FFF2-40B4-BE49-F238E27FC236}">
                <a16:creationId xmlns:a16="http://schemas.microsoft.com/office/drawing/2014/main" id="{8C86088E-D6BF-2994-ACFA-864A9E787035}"/>
              </a:ext>
            </a:extLst>
          </p:cNvPr>
          <p:cNvSpPr/>
          <p:nvPr/>
        </p:nvSpPr>
        <p:spPr>
          <a:xfrm>
            <a:off x="7377792"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問題行動に対する対応の在り方</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本材湊</a:t>
            </a:r>
            <a:r>
              <a:rPr kumimoji="1" lang="ja-JP" altLang="en-US" sz="800" dirty="0">
                <a:solidFill>
                  <a:schemeClr val="tx1"/>
                </a:solidFill>
              </a:rPr>
              <a:t> </a:t>
            </a:r>
            <a:r>
              <a:rPr lang="ja-JP" altLang="en-US" sz="800" dirty="0">
                <a:solidFill>
                  <a:schemeClr val="tx1"/>
                </a:solidFill>
              </a:rPr>
              <a:t>谷回祐真 吉埼涼</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実話 通信制 転校</a:t>
            </a:r>
            <a:endParaRPr kumimoji="1" lang="en-US" altLang="ja-JP" sz="1050" dirty="0">
              <a:solidFill>
                <a:schemeClr val="tx1"/>
              </a:solidFill>
            </a:endParaRPr>
          </a:p>
        </p:txBody>
      </p:sp>
      <p:sp>
        <p:nvSpPr>
          <p:cNvPr id="37" name="四角形: 角を丸くする 36">
            <a:extLst>
              <a:ext uri="{FF2B5EF4-FFF2-40B4-BE49-F238E27FC236}">
                <a16:creationId xmlns:a16="http://schemas.microsoft.com/office/drawing/2014/main" id="{759BF680-DE83-6FC5-8B10-59397EEF599D}"/>
              </a:ext>
            </a:extLst>
          </p:cNvPr>
          <p:cNvSpPr/>
          <p:nvPr/>
        </p:nvSpPr>
        <p:spPr>
          <a:xfrm>
            <a:off x="7462866"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人権</a:t>
            </a:r>
          </a:p>
        </p:txBody>
      </p:sp>
      <p:sp>
        <p:nvSpPr>
          <p:cNvPr id="38" name="四角形: 角を丸くする 37">
            <a:extLst>
              <a:ext uri="{FF2B5EF4-FFF2-40B4-BE49-F238E27FC236}">
                <a16:creationId xmlns:a16="http://schemas.microsoft.com/office/drawing/2014/main" id="{3A13B1CC-B6F5-80C2-B539-5CBD20CDA083}"/>
              </a:ext>
            </a:extLst>
          </p:cNvPr>
          <p:cNvSpPr/>
          <p:nvPr/>
        </p:nvSpPr>
        <p:spPr>
          <a:xfrm>
            <a:off x="8105882" y="413600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9" name="四角形: 角を丸くする 38">
            <a:extLst>
              <a:ext uri="{FF2B5EF4-FFF2-40B4-BE49-F238E27FC236}">
                <a16:creationId xmlns:a16="http://schemas.microsoft.com/office/drawing/2014/main" id="{E1583101-82B1-F571-DAD6-09040B0417F0}"/>
              </a:ext>
            </a:extLst>
          </p:cNvPr>
          <p:cNvSpPr/>
          <p:nvPr/>
        </p:nvSpPr>
        <p:spPr>
          <a:xfrm>
            <a:off x="9714320" y="4017284"/>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三田の歴史をみんなに～あの人も三田出身～</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聖徳太子 徳川家康 石破茂</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偉人 研究</a:t>
            </a:r>
            <a:endParaRPr kumimoji="1" lang="en-US" altLang="ja-JP" sz="1050" dirty="0">
              <a:solidFill>
                <a:schemeClr val="tx1"/>
              </a:solidFill>
            </a:endParaRPr>
          </a:p>
        </p:txBody>
      </p:sp>
      <p:sp>
        <p:nvSpPr>
          <p:cNvPr id="40" name="四角形: 角を丸くする 39">
            <a:extLst>
              <a:ext uri="{FF2B5EF4-FFF2-40B4-BE49-F238E27FC236}">
                <a16:creationId xmlns:a16="http://schemas.microsoft.com/office/drawing/2014/main" id="{4EC5BCDB-166B-88A2-4F6F-A87342351497}"/>
              </a:ext>
            </a:extLst>
          </p:cNvPr>
          <p:cNvSpPr/>
          <p:nvPr/>
        </p:nvSpPr>
        <p:spPr>
          <a:xfrm>
            <a:off x="9794635" y="4143055"/>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歴史</a:t>
            </a:r>
          </a:p>
        </p:txBody>
      </p:sp>
      <p:sp>
        <p:nvSpPr>
          <p:cNvPr id="41" name="四角形: 角を丸くする 40">
            <a:extLst>
              <a:ext uri="{FF2B5EF4-FFF2-40B4-BE49-F238E27FC236}">
                <a16:creationId xmlns:a16="http://schemas.microsoft.com/office/drawing/2014/main" id="{40D3D32A-7277-E7D0-BE2A-B7CDC807089D}"/>
              </a:ext>
            </a:extLst>
          </p:cNvPr>
          <p:cNvSpPr/>
          <p:nvPr/>
        </p:nvSpPr>
        <p:spPr>
          <a:xfrm>
            <a:off x="435935"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間違った作法で実験するとこうなる～よい子はマネしないでね～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2" name="四角形: 角を丸くする 41">
            <a:extLst>
              <a:ext uri="{FF2B5EF4-FFF2-40B4-BE49-F238E27FC236}">
                <a16:creationId xmlns:a16="http://schemas.microsoft.com/office/drawing/2014/main" id="{50806283-5757-F1C6-C776-29EBCB2770EA}"/>
              </a:ext>
            </a:extLst>
          </p:cNvPr>
          <p:cNvSpPr/>
          <p:nvPr/>
        </p:nvSpPr>
        <p:spPr>
          <a:xfrm>
            <a:off x="519422"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43" name="四角形: 角を丸くする 42">
            <a:extLst>
              <a:ext uri="{FF2B5EF4-FFF2-40B4-BE49-F238E27FC236}">
                <a16:creationId xmlns:a16="http://schemas.microsoft.com/office/drawing/2014/main" id="{A2738A47-768A-17A8-EA7F-429C2DCA43B2}"/>
              </a:ext>
            </a:extLst>
          </p:cNvPr>
          <p:cNvSpPr/>
          <p:nvPr/>
        </p:nvSpPr>
        <p:spPr>
          <a:xfrm>
            <a:off x="2730047" y="5908832"/>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学校教育における</a:t>
            </a:r>
            <a:r>
              <a:rPr lang="en-US" altLang="ja-JP" sz="1200" b="1" dirty="0">
                <a:solidFill>
                  <a:schemeClr val="tx1"/>
                </a:solidFill>
              </a:rPr>
              <a:t>IT</a:t>
            </a:r>
            <a:r>
              <a:rPr lang="ja-JP" altLang="en-US" sz="1200" b="1" dirty="0">
                <a:solidFill>
                  <a:schemeClr val="tx1"/>
                </a:solidFill>
              </a:rPr>
              <a:t>活用の意義</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4" name="四角形: 角を丸くする 43">
            <a:extLst>
              <a:ext uri="{FF2B5EF4-FFF2-40B4-BE49-F238E27FC236}">
                <a16:creationId xmlns:a16="http://schemas.microsoft.com/office/drawing/2014/main" id="{4F3866EF-83E2-43CC-43E1-2662A010F07F}"/>
              </a:ext>
            </a:extLst>
          </p:cNvPr>
          <p:cNvSpPr/>
          <p:nvPr/>
        </p:nvSpPr>
        <p:spPr>
          <a:xfrm>
            <a:off x="2810073"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45" name="四角形: 角を丸くする 44">
            <a:extLst>
              <a:ext uri="{FF2B5EF4-FFF2-40B4-BE49-F238E27FC236}">
                <a16:creationId xmlns:a16="http://schemas.microsoft.com/office/drawing/2014/main" id="{2A0A0202-EDEC-C3E3-7695-06AE48F76FD4}"/>
              </a:ext>
            </a:extLst>
          </p:cNvPr>
          <p:cNvSpPr/>
          <p:nvPr/>
        </p:nvSpPr>
        <p:spPr>
          <a:xfrm>
            <a:off x="345082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6" name="四角形: 角を丸くする 45">
            <a:extLst>
              <a:ext uri="{FF2B5EF4-FFF2-40B4-BE49-F238E27FC236}">
                <a16:creationId xmlns:a16="http://schemas.microsoft.com/office/drawing/2014/main" id="{C7998FEB-8041-1644-C352-5D1E47FB9C8E}"/>
              </a:ext>
            </a:extLst>
          </p:cNvPr>
          <p:cNvSpPr/>
          <p:nvPr/>
        </p:nvSpPr>
        <p:spPr>
          <a:xfrm>
            <a:off x="5024158" y="5908832"/>
            <a:ext cx="2063787"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スパコン使えば証明なんて余裕でしょ（笑）</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47" name="四角形: 角を丸くする 46">
            <a:extLst>
              <a:ext uri="{FF2B5EF4-FFF2-40B4-BE49-F238E27FC236}">
                <a16:creationId xmlns:a16="http://schemas.microsoft.com/office/drawing/2014/main" id="{FDEFB602-051A-9CD9-99CA-FCF689F42EFC}"/>
              </a:ext>
            </a:extLst>
          </p:cNvPr>
          <p:cNvSpPr/>
          <p:nvPr/>
        </p:nvSpPr>
        <p:spPr>
          <a:xfrm>
            <a:off x="5100778"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数学</a:t>
            </a:r>
            <a:endParaRPr kumimoji="1" lang="ja-JP" altLang="en-US" sz="1200" dirty="0">
              <a:solidFill>
                <a:schemeClr val="tx1"/>
              </a:solidFill>
            </a:endParaRPr>
          </a:p>
        </p:txBody>
      </p:sp>
      <p:sp>
        <p:nvSpPr>
          <p:cNvPr id="48" name="四角形: 角を丸くする 47">
            <a:extLst>
              <a:ext uri="{FF2B5EF4-FFF2-40B4-BE49-F238E27FC236}">
                <a16:creationId xmlns:a16="http://schemas.microsoft.com/office/drawing/2014/main" id="{BFFDC572-D69F-263C-233C-215A182A5C26}"/>
              </a:ext>
            </a:extLst>
          </p:cNvPr>
          <p:cNvSpPr/>
          <p:nvPr/>
        </p:nvSpPr>
        <p:spPr>
          <a:xfrm>
            <a:off x="574010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9" name="四角形: 角を丸くする 48">
            <a:extLst>
              <a:ext uri="{FF2B5EF4-FFF2-40B4-BE49-F238E27FC236}">
                <a16:creationId xmlns:a16="http://schemas.microsoft.com/office/drawing/2014/main" id="{95FF290A-FA70-9049-16E0-37B1FBB6342B}"/>
              </a:ext>
            </a:extLst>
          </p:cNvPr>
          <p:cNvSpPr/>
          <p:nvPr/>
        </p:nvSpPr>
        <p:spPr>
          <a:xfrm>
            <a:off x="7377792"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どこまでは守って、どこからは変えていくべき？</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0" name="四角形: 角を丸くする 49">
            <a:extLst>
              <a:ext uri="{FF2B5EF4-FFF2-40B4-BE49-F238E27FC236}">
                <a16:creationId xmlns:a16="http://schemas.microsoft.com/office/drawing/2014/main" id="{E45C2EB5-83BA-B050-0F06-B07563F4EF0D}"/>
              </a:ext>
            </a:extLst>
          </p:cNvPr>
          <p:cNvSpPr/>
          <p:nvPr/>
        </p:nvSpPr>
        <p:spPr>
          <a:xfrm>
            <a:off x="7462866" y="602755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文化</a:t>
            </a:r>
          </a:p>
        </p:txBody>
      </p:sp>
      <p:sp>
        <p:nvSpPr>
          <p:cNvPr id="51" name="四角形: 角を丸くする 50">
            <a:extLst>
              <a:ext uri="{FF2B5EF4-FFF2-40B4-BE49-F238E27FC236}">
                <a16:creationId xmlns:a16="http://schemas.microsoft.com/office/drawing/2014/main" id="{9B8D1C4A-3B0A-E2F2-13BC-EB93527E5FFE}"/>
              </a:ext>
            </a:extLst>
          </p:cNvPr>
          <p:cNvSpPr/>
          <p:nvPr/>
        </p:nvSpPr>
        <p:spPr>
          <a:xfrm>
            <a:off x="9714320" y="5908831"/>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err="1">
                <a:solidFill>
                  <a:schemeClr val="tx1"/>
                </a:solidFill>
              </a:rPr>
              <a:t>AirTag</a:t>
            </a:r>
            <a:r>
              <a:rPr lang="ja-JP" altLang="en-US" sz="1200" b="1" dirty="0">
                <a:solidFill>
                  <a:schemeClr val="tx1"/>
                </a:solidFill>
              </a:rPr>
              <a:t>使えば</a:t>
            </a:r>
            <a:r>
              <a:rPr lang="en-US" altLang="ja-JP" sz="1200" b="1" dirty="0">
                <a:solidFill>
                  <a:schemeClr val="tx1"/>
                </a:solidFill>
              </a:rPr>
              <a:t>｢</a:t>
            </a:r>
            <a:r>
              <a:rPr lang="ja-JP" altLang="en-US" sz="1200" b="1" dirty="0">
                <a:solidFill>
                  <a:schemeClr val="tx1"/>
                </a:solidFill>
              </a:rPr>
              <a:t>迷子を捜しています</a:t>
            </a:r>
            <a:r>
              <a:rPr lang="en-US" altLang="ja-JP" sz="1200" b="1" dirty="0">
                <a:solidFill>
                  <a:schemeClr val="tx1"/>
                </a:solidFill>
              </a:rPr>
              <a:t>｣</a:t>
            </a:r>
            <a:r>
              <a:rPr lang="ja-JP" altLang="en-US" sz="1200" b="1" dirty="0">
                <a:solidFill>
                  <a:schemeClr val="tx1"/>
                </a:solidFill>
              </a:rPr>
              <a:t>が無くせるんじゃね？</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1050" dirty="0">
              <a:solidFill>
                <a:schemeClr val="tx1"/>
              </a:solidFill>
            </a:endParaRPr>
          </a:p>
        </p:txBody>
      </p:sp>
      <p:sp>
        <p:nvSpPr>
          <p:cNvPr id="52" name="四角形: 角を丸くする 51">
            <a:extLst>
              <a:ext uri="{FF2B5EF4-FFF2-40B4-BE49-F238E27FC236}">
                <a16:creationId xmlns:a16="http://schemas.microsoft.com/office/drawing/2014/main" id="{CBFED393-74FD-5C65-CF67-EF690B5DFBBD}"/>
              </a:ext>
            </a:extLst>
          </p:cNvPr>
          <p:cNvSpPr/>
          <p:nvPr/>
        </p:nvSpPr>
        <p:spPr>
          <a:xfrm>
            <a:off x="9794635"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生物</a:t>
            </a:r>
          </a:p>
        </p:txBody>
      </p:sp>
      <p:sp>
        <p:nvSpPr>
          <p:cNvPr id="53" name="四角形: 角を丸くする 52">
            <a:extLst>
              <a:ext uri="{FF2B5EF4-FFF2-40B4-BE49-F238E27FC236}">
                <a16:creationId xmlns:a16="http://schemas.microsoft.com/office/drawing/2014/main" id="{C8223A91-84AE-C5D0-0956-FF18D899566C}"/>
              </a:ext>
            </a:extLst>
          </p:cNvPr>
          <p:cNvSpPr/>
          <p:nvPr/>
        </p:nvSpPr>
        <p:spPr>
          <a:xfrm>
            <a:off x="10437658" y="603460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情報</a:t>
            </a:r>
          </a:p>
        </p:txBody>
      </p:sp>
      <p:sp>
        <p:nvSpPr>
          <p:cNvPr id="54" name="四角形: 角を丸くする 53">
            <a:extLst>
              <a:ext uri="{FF2B5EF4-FFF2-40B4-BE49-F238E27FC236}">
                <a16:creationId xmlns:a16="http://schemas.microsoft.com/office/drawing/2014/main" id="{FEAB13E3-AFA4-A77B-99F7-189D88654CA0}"/>
              </a:ext>
            </a:extLst>
          </p:cNvPr>
          <p:cNvSpPr/>
          <p:nvPr/>
        </p:nvSpPr>
        <p:spPr>
          <a:xfrm>
            <a:off x="574010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sp>
        <p:nvSpPr>
          <p:cNvPr id="55" name="四角形: 角を丸くする 54">
            <a:extLst>
              <a:ext uri="{FF2B5EF4-FFF2-40B4-BE49-F238E27FC236}">
                <a16:creationId xmlns:a16="http://schemas.microsoft.com/office/drawing/2014/main" id="{15B64B8E-6D6F-360F-17A5-5669B85ADF5D}"/>
              </a:ext>
            </a:extLst>
          </p:cNvPr>
          <p:cNvSpPr/>
          <p:nvPr/>
        </p:nvSpPr>
        <p:spPr>
          <a:xfrm>
            <a:off x="8740554"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sp>
        <p:nvSpPr>
          <p:cNvPr id="56" name="四角形: 角を丸くする 55">
            <a:extLst>
              <a:ext uri="{FF2B5EF4-FFF2-40B4-BE49-F238E27FC236}">
                <a16:creationId xmlns:a16="http://schemas.microsoft.com/office/drawing/2014/main" id="{8E4A54C2-5736-EEBB-A3F1-2A2B36021D03}"/>
              </a:ext>
            </a:extLst>
          </p:cNvPr>
          <p:cNvSpPr/>
          <p:nvPr/>
        </p:nvSpPr>
        <p:spPr>
          <a:xfrm>
            <a:off x="8740554" y="414739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福祉</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CA230542-8CA3-5055-E4E7-A17E529265E4}"/>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27251C79-EB36-3466-D9C4-4D39D0D4801B}"/>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AE8FE2A-506A-780E-DB69-76DE4DD6FDBE}"/>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B8332CBA-A42F-8DB2-B84A-49C0545E069F}"/>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9" name="四角形: 角を丸くする 8">
            <a:extLst>
              <a:ext uri="{FF2B5EF4-FFF2-40B4-BE49-F238E27FC236}">
                <a16:creationId xmlns:a16="http://schemas.microsoft.com/office/drawing/2014/main" id="{9B0B4341-D247-33B9-865C-2F2624800E0A}"/>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7" name="四角形: 角を丸くする 6">
            <a:extLst>
              <a:ext uri="{FF2B5EF4-FFF2-40B4-BE49-F238E27FC236}">
                <a16:creationId xmlns:a16="http://schemas.microsoft.com/office/drawing/2014/main" id="{94C5DE44-5A71-A8D0-59FD-69F360B77AB9}"/>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8E632B17-E9BA-78A1-B010-62D6FB5D2740}"/>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A2466CF6-3F69-C7CD-F0A8-F6AD9481E3DE}"/>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上 56">
            <a:extLst>
              <a:ext uri="{FF2B5EF4-FFF2-40B4-BE49-F238E27FC236}">
                <a16:creationId xmlns:a16="http://schemas.microsoft.com/office/drawing/2014/main" id="{FBD25F0A-E2AA-2FCA-5E68-553B9AEA2F8D}"/>
              </a:ext>
            </a:extLst>
          </p:cNvPr>
          <p:cNvSpPr/>
          <p:nvPr/>
        </p:nvSpPr>
        <p:spPr>
          <a:xfrm rot="19449610">
            <a:off x="851501" y="1030611"/>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18E4B258-67E9-6D9C-650D-4ADB2FA2A491}"/>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ワード検索ではタイトル・作者・キーワードから検索できる</a:t>
            </a:r>
            <a:endParaRPr lang="en-US" altLang="ja-JP" dirty="0">
              <a:solidFill>
                <a:schemeClr val="bg1"/>
              </a:solidFill>
            </a:endParaRPr>
          </a:p>
        </p:txBody>
      </p:sp>
      <p:sp>
        <p:nvSpPr>
          <p:cNvPr id="4" name="テキスト ボックス 3">
            <a:extLst>
              <a:ext uri="{FF2B5EF4-FFF2-40B4-BE49-F238E27FC236}">
                <a16:creationId xmlns:a16="http://schemas.microsoft.com/office/drawing/2014/main" id="{48646B8F-476A-D150-CFBF-1BE6F81E61D6}"/>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85445446"/>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6C71E-CA8E-877A-BC1F-71DA739E98AA}"/>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FD1FFC8-14BB-1EF1-47A2-EBD6D96732A1}"/>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2C4552C-7EE0-0972-A5CD-F71470EB1E2A}"/>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D1727555-C6AD-55AF-C1A7-081DC1A62706}"/>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05A427C1-10B5-166D-142C-3826A3AC35AB}"/>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テキスト ボックス 4">
            <a:extLst>
              <a:ext uri="{FF2B5EF4-FFF2-40B4-BE49-F238E27FC236}">
                <a16:creationId xmlns:a16="http://schemas.microsoft.com/office/drawing/2014/main" id="{F8CABE8A-24EE-02BC-D3C3-F8845D0ECBCE}"/>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3</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B40D5E61-5016-6121-A0ED-FB6861A1F274}"/>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F5B60B56-983B-2EC1-535B-1E848E94FB9C}"/>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0D9869D5-1CDD-9010-B95B-BE1E0936BCB3}"/>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125843D8-B676-62A4-6414-E27DD8DC4C1D}"/>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祥雲館のポスター検索システム～探究でお困りのあなたへ～</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岡本優奈 山岸由芽若 林かなで</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a:t>
            </a:r>
            <a:r>
              <a:rPr lang="en-US" altLang="ja-JP" sz="800" dirty="0">
                <a:solidFill>
                  <a:schemeClr val="tx1"/>
                </a:solidFill>
              </a:rPr>
              <a:t>HTML JavaScript CSS PDF</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2005AB3D-89F9-147A-A611-D07D3798D3C1}"/>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 name="四角形: 角を丸くする 16">
            <a:extLst>
              <a:ext uri="{FF2B5EF4-FFF2-40B4-BE49-F238E27FC236}">
                <a16:creationId xmlns:a16="http://schemas.microsoft.com/office/drawing/2014/main" id="{28B6E387-958B-F6FD-B1B1-346C22039B46}"/>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71CA82D4-73FF-D1F0-3B54-8C4CB240B06A}"/>
              </a:ext>
            </a:extLst>
          </p:cNvPr>
          <p:cNvSpPr/>
          <p:nvPr/>
        </p:nvSpPr>
        <p:spPr>
          <a:xfrm rot="19449610">
            <a:off x="859495" y="100620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F43FBD2F-0D9C-D616-9984-1AD7B142C6B7}"/>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58" name="四角形: 角を丸くする 57">
            <a:extLst>
              <a:ext uri="{FF2B5EF4-FFF2-40B4-BE49-F238E27FC236}">
                <a16:creationId xmlns:a16="http://schemas.microsoft.com/office/drawing/2014/main" id="{1DF5A4B0-E451-048D-2947-3372736482E9}"/>
              </a:ext>
            </a:extLst>
          </p:cNvPr>
          <p:cNvSpPr/>
          <p:nvPr/>
        </p:nvSpPr>
        <p:spPr>
          <a:xfrm>
            <a:off x="5026604"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59" name="四角形: 角を丸くする 58">
            <a:extLst>
              <a:ext uri="{FF2B5EF4-FFF2-40B4-BE49-F238E27FC236}">
                <a16:creationId xmlns:a16="http://schemas.microsoft.com/office/drawing/2014/main" id="{1F23BBDB-DEBA-3648-5E75-4531677D26BE}"/>
              </a:ext>
            </a:extLst>
          </p:cNvPr>
          <p:cNvSpPr/>
          <p:nvPr/>
        </p:nvSpPr>
        <p:spPr>
          <a:xfrm>
            <a:off x="5106630" y="2234596"/>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3" name="四角形: 角を丸くする 2">
            <a:extLst>
              <a:ext uri="{FF2B5EF4-FFF2-40B4-BE49-F238E27FC236}">
                <a16:creationId xmlns:a16="http://schemas.microsoft.com/office/drawing/2014/main" id="{D0E0DCF5-4D81-9E08-031C-1C933839A12F}"/>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8" name="四角形: 角を丸くする 7">
            <a:extLst>
              <a:ext uri="{FF2B5EF4-FFF2-40B4-BE49-F238E27FC236}">
                <a16:creationId xmlns:a16="http://schemas.microsoft.com/office/drawing/2014/main" id="{912CCE8C-5A12-07A0-6B21-5B6AE372F451}"/>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8" name="テキスト ボックス 17">
            <a:extLst>
              <a:ext uri="{FF2B5EF4-FFF2-40B4-BE49-F238E27FC236}">
                <a16:creationId xmlns:a16="http://schemas.microsoft.com/office/drawing/2014/main" id="{A53E32BE-33C9-214E-9110-912313D5B091}"/>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ワード検索ではタイトル・作者・キーワードから検索できる</a:t>
            </a:r>
            <a:endParaRPr lang="en-US" altLang="ja-JP" dirty="0">
              <a:solidFill>
                <a:schemeClr val="bg1"/>
              </a:solidFill>
            </a:endParaRPr>
          </a:p>
        </p:txBody>
      </p:sp>
      <p:sp>
        <p:nvSpPr>
          <p:cNvPr id="9" name="テキスト ボックス 8">
            <a:extLst>
              <a:ext uri="{FF2B5EF4-FFF2-40B4-BE49-F238E27FC236}">
                <a16:creationId xmlns:a16="http://schemas.microsoft.com/office/drawing/2014/main" id="{BAEB864F-A94E-4FCB-3889-2C952654AA6B}"/>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24003537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FE1E7-2CEB-16A5-5B4D-D9DE21D560B0}"/>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268148CB-3A65-EBFD-E21B-CE3C12069342}"/>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7233BE1-588C-7790-5368-D0CCFB68C830}"/>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3947C378-EF1B-429B-23B3-43BA22DF9932}"/>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F55DE99D-D8AA-8D41-630F-BB76ABEF7FC7}"/>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9" name="テキスト ボックス 8">
            <a:extLst>
              <a:ext uri="{FF2B5EF4-FFF2-40B4-BE49-F238E27FC236}">
                <a16:creationId xmlns:a16="http://schemas.microsoft.com/office/drawing/2014/main" id="{B15AAC9B-BFB7-24A2-A0E8-3C92E03CE398}"/>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3</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75713B7F-E84A-B49C-5BE8-4B28C5298A97}"/>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A3B429EE-A931-386B-2274-F21D98BECF3E}"/>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668F449E-6AF9-5C39-CB5D-0396122ABD1B}"/>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69155158-FAAD-4453-0312-473A382F94A9}"/>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祥雲館のポスター検索システム～探究でお困りのあなたへ～</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岡本優奈 山岸由芽若 林かなで</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a:t>
            </a:r>
            <a:r>
              <a:rPr lang="en-US" altLang="ja-JP" sz="800" dirty="0">
                <a:solidFill>
                  <a:schemeClr val="tx1"/>
                </a:solidFill>
              </a:rPr>
              <a:t>HTML JavaScript CSS PDF</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D00237F9-A16C-66F1-58F7-F6B56026BFD6}"/>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 name="四角形: 角を丸くする 16">
            <a:extLst>
              <a:ext uri="{FF2B5EF4-FFF2-40B4-BE49-F238E27FC236}">
                <a16:creationId xmlns:a16="http://schemas.microsoft.com/office/drawing/2014/main" id="{04022AD5-2F12-7C49-7A0F-190FD8089819}"/>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92067794-31A6-F5F9-35D7-B30009BC7036}"/>
              </a:ext>
            </a:extLst>
          </p:cNvPr>
          <p:cNvSpPr/>
          <p:nvPr/>
        </p:nvSpPr>
        <p:spPr>
          <a:xfrm rot="19449610">
            <a:off x="4229909" y="134732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1636CCA1-0557-BC6F-A900-A0856F2EF4B9}"/>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9" name="四角形: 角を丸くする 18">
            <a:extLst>
              <a:ext uri="{FF2B5EF4-FFF2-40B4-BE49-F238E27FC236}">
                <a16:creationId xmlns:a16="http://schemas.microsoft.com/office/drawing/2014/main" id="{B60A68EB-5308-8A9C-FC25-F85F4658F4D9}"/>
              </a:ext>
            </a:extLst>
          </p:cNvPr>
          <p:cNvSpPr/>
          <p:nvPr/>
        </p:nvSpPr>
        <p:spPr>
          <a:xfrm>
            <a:off x="5026604"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0" name="四角形: 角を丸くする 19">
            <a:extLst>
              <a:ext uri="{FF2B5EF4-FFF2-40B4-BE49-F238E27FC236}">
                <a16:creationId xmlns:a16="http://schemas.microsoft.com/office/drawing/2014/main" id="{91EC01F6-0400-9E1B-2183-7B4D84B9FA75}"/>
              </a:ext>
            </a:extLst>
          </p:cNvPr>
          <p:cNvSpPr/>
          <p:nvPr/>
        </p:nvSpPr>
        <p:spPr>
          <a:xfrm>
            <a:off x="5106630" y="2234596"/>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3" name="四角形: 角を丸くする 2">
            <a:extLst>
              <a:ext uri="{FF2B5EF4-FFF2-40B4-BE49-F238E27FC236}">
                <a16:creationId xmlns:a16="http://schemas.microsoft.com/office/drawing/2014/main" id="{E0A45922-BABC-F0AE-0564-B557EF1EF547}"/>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5" name="四角形: 角を丸くする 4">
            <a:extLst>
              <a:ext uri="{FF2B5EF4-FFF2-40B4-BE49-F238E27FC236}">
                <a16:creationId xmlns:a16="http://schemas.microsoft.com/office/drawing/2014/main" id="{10916803-8C00-F934-EDDD-1044BFC2720C}"/>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EB4B8D69-9531-6D88-4E56-18EB3E5D17E1}"/>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ABDCD1B-0219-1C1E-3835-17A8D7E51D26}"/>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C42A5293-5B67-3594-669D-9894A2D4893C}"/>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725247514"/>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0134-B933-0753-628B-C53B6308F501}"/>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F4FF43A8-1574-D027-1149-03EFD267433F}"/>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73C3E6D-392E-1F43-99F0-0580BAF2830C}"/>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8987C0F0-24C3-FEC5-B5B9-EEDABD983D66}"/>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3E12F8D-734D-8A4D-D706-9B1D42F2CA0A}"/>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9" name="テキスト ボックス 8">
            <a:extLst>
              <a:ext uri="{FF2B5EF4-FFF2-40B4-BE49-F238E27FC236}">
                <a16:creationId xmlns:a16="http://schemas.microsoft.com/office/drawing/2014/main" id="{27F9C73A-D81A-B2E3-698B-3A1644DF81EC}"/>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3</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4CCF7221-9F7D-3F3B-4396-E587D21D1EB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9688211F-8922-BD71-26FC-31C8DC8C8A5A}"/>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13796E71-9936-3714-3338-63816F290DA2}"/>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329F7115-CA7F-A565-53BF-460645713902}"/>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祥雲館のポスター検索システム～探究でお困りのあなたへ～</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岡本優奈 山岸由芽若 林かなで</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a:t>
            </a:r>
            <a:r>
              <a:rPr lang="en-US" altLang="ja-JP" sz="800" dirty="0">
                <a:solidFill>
                  <a:schemeClr val="tx1"/>
                </a:solidFill>
              </a:rPr>
              <a:t>HTML JavaScript CSS PDF</a:t>
            </a:r>
            <a:endParaRPr kumimoji="1" lang="en-US" altLang="ja-JP" sz="800" dirty="0">
              <a:solidFill>
                <a:schemeClr val="tx1"/>
              </a:solidFill>
            </a:endParaRPr>
          </a:p>
        </p:txBody>
      </p:sp>
      <p:sp>
        <p:nvSpPr>
          <p:cNvPr id="16" name="四角形: 角を丸くする 15">
            <a:extLst>
              <a:ext uri="{FF2B5EF4-FFF2-40B4-BE49-F238E27FC236}">
                <a16:creationId xmlns:a16="http://schemas.microsoft.com/office/drawing/2014/main" id="{436CA1E5-34DF-4C3A-3E50-8B1F90F6E523}"/>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7" name="四角形: 角を丸くする 16">
            <a:extLst>
              <a:ext uri="{FF2B5EF4-FFF2-40B4-BE49-F238E27FC236}">
                <a16:creationId xmlns:a16="http://schemas.microsoft.com/office/drawing/2014/main" id="{19565180-A3E6-F6A2-0750-D9528B8EF896}"/>
              </a:ext>
            </a:extLst>
          </p:cNvPr>
          <p:cNvSpPr/>
          <p:nvPr/>
        </p:nvSpPr>
        <p:spPr>
          <a:xfrm>
            <a:off x="3455838" y="2241648"/>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53CA43D3-7AF9-FBE8-8E53-C5E619B4F1C7}"/>
              </a:ext>
            </a:extLst>
          </p:cNvPr>
          <p:cNvSpPr/>
          <p:nvPr/>
        </p:nvSpPr>
        <p:spPr>
          <a:xfrm rot="19449610">
            <a:off x="4296201" y="1431653"/>
            <a:ext cx="312688" cy="397752"/>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DA600CDD-44FA-B965-275C-C5DBECF37628}"/>
              </a:ext>
            </a:extLst>
          </p:cNvPr>
          <p:cNvSpPr/>
          <p:nvPr/>
        </p:nvSpPr>
        <p:spPr>
          <a:xfrm>
            <a:off x="5026604"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CAA3F0A8-B4F8-E90B-1DA1-7E6154AF1718}"/>
              </a:ext>
            </a:extLst>
          </p:cNvPr>
          <p:cNvSpPr/>
          <p:nvPr/>
        </p:nvSpPr>
        <p:spPr>
          <a:xfrm>
            <a:off x="5106630" y="2234596"/>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20" name="四角形: 角を丸くする 19">
            <a:extLst>
              <a:ext uri="{FF2B5EF4-FFF2-40B4-BE49-F238E27FC236}">
                <a16:creationId xmlns:a16="http://schemas.microsoft.com/office/drawing/2014/main" id="{5A165BAE-E0F6-CFBA-50E3-D38B9D569632}"/>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3" name="四角形: 角を丸くする 2">
            <a:extLst>
              <a:ext uri="{FF2B5EF4-FFF2-40B4-BE49-F238E27FC236}">
                <a16:creationId xmlns:a16="http://schemas.microsoft.com/office/drawing/2014/main" id="{46F9C5C2-4015-284A-A227-59A4A96A10B2}"/>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5" name="四角形: 角を丸くする 4">
            <a:extLst>
              <a:ext uri="{FF2B5EF4-FFF2-40B4-BE49-F238E27FC236}">
                <a16:creationId xmlns:a16="http://schemas.microsoft.com/office/drawing/2014/main" id="{A509671A-8A61-E34E-02EA-67295D987453}"/>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8" name="正方形/長方形 7">
            <a:extLst>
              <a:ext uri="{FF2B5EF4-FFF2-40B4-BE49-F238E27FC236}">
                <a16:creationId xmlns:a16="http://schemas.microsoft.com/office/drawing/2014/main" id="{56201A21-0353-7364-1777-44D265B2B843}"/>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D7F2B166-E95A-E482-3579-E2BF4F7F7046}"/>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19" name="テキスト ボックス 18">
            <a:extLst>
              <a:ext uri="{FF2B5EF4-FFF2-40B4-BE49-F238E27FC236}">
                <a16:creationId xmlns:a16="http://schemas.microsoft.com/office/drawing/2014/main" id="{9465B23A-41C0-3357-4223-98C8DB3E9EB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853661258"/>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6AB18-CC29-AAA4-030B-104460B4426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CA9273B3-E946-7318-323D-8E3C969438E0}"/>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7CC5EE7-40B9-03D6-3E84-A9207D56BC01}"/>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F7F4D68-A91E-AEF8-7E32-2BE700D2727A}"/>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189FE3FA-0D28-960E-4038-5866188BD8D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5" name="テキスト ボックス 4">
            <a:extLst>
              <a:ext uri="{FF2B5EF4-FFF2-40B4-BE49-F238E27FC236}">
                <a16:creationId xmlns:a16="http://schemas.microsoft.com/office/drawing/2014/main" id="{A8675477-FCA2-106C-0566-4A7E57816DFF}"/>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2</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B074E35D-C4B4-B8F9-E46A-A84201D01EF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86176FD7-33EC-4BD8-1E60-17EC6FB7821D}"/>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1C8F2287-5A2A-99FA-B140-EAA86E4F71D2}"/>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93E5A5CD-B45A-0CE7-C883-5AA4F0AC72A4}"/>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271D84E9-50DC-24D4-0CB0-05C3D43E5E29}"/>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21" name="四角形: 角を丸くする 20">
            <a:extLst>
              <a:ext uri="{FF2B5EF4-FFF2-40B4-BE49-F238E27FC236}">
                <a16:creationId xmlns:a16="http://schemas.microsoft.com/office/drawing/2014/main" id="{56857398-44DD-B8AD-D10A-27A670AC30F6}"/>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2" name="四角形: 角を丸くする 21">
            <a:extLst>
              <a:ext uri="{FF2B5EF4-FFF2-40B4-BE49-F238E27FC236}">
                <a16:creationId xmlns:a16="http://schemas.microsoft.com/office/drawing/2014/main" id="{B9AA76B2-CAE8-FE75-3DAA-0EF3E3029350}"/>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1A5EBE70-C61D-DE48-A1F2-C4042BBCAF17}"/>
              </a:ext>
            </a:extLst>
          </p:cNvPr>
          <p:cNvSpPr/>
          <p:nvPr/>
        </p:nvSpPr>
        <p:spPr>
          <a:xfrm rot="19449610">
            <a:off x="4229909" y="134732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D6DA5608-8A11-69B8-9773-6C80E3ACE283}"/>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DC092C9F-7B7C-E3AA-CA09-D0014678B179}"/>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87604F31-A5F5-E970-DF8C-9B9C0D6E6C1F}"/>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652564BD-D344-23AE-A03C-A61D2E92971A}"/>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8" name="テキスト ボックス 17">
            <a:extLst>
              <a:ext uri="{FF2B5EF4-FFF2-40B4-BE49-F238E27FC236}">
                <a16:creationId xmlns:a16="http://schemas.microsoft.com/office/drawing/2014/main" id="{9B7DFC8A-7267-F948-F78A-84A8D7113CA4}"/>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8" name="テキスト ボックス 7">
            <a:extLst>
              <a:ext uri="{FF2B5EF4-FFF2-40B4-BE49-F238E27FC236}">
                <a16:creationId xmlns:a16="http://schemas.microsoft.com/office/drawing/2014/main" id="{1A2BB763-016C-00C7-C51C-EDC69C061B50}"/>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968479456"/>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3DBDF-319B-1581-E39D-3CC2F519D1EE}"/>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DF5DB67F-3BCB-A644-7B40-4F70F7DDC878}"/>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66C0065-564C-C95C-0E96-A061A7FA0DCC}"/>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74719D5E-0716-0EEF-705B-DAB6E44E1D0D}"/>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CC0BF25B-A63F-04F3-2626-5124692615D4}"/>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5F5C7E6E-89B4-20A5-46D0-E84DCBFE2358}"/>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2</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7CE86943-400C-9B6A-EEE8-DFA8323316A6}"/>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90A15DD5-B4B1-76B5-481F-1D2A465DE2F3}"/>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4A402832-1EEE-1A0A-3247-256F35FBCCE0}"/>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A1AD60A0-446D-CF07-41A8-41B8F20E2FE6}"/>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351F2684-4B40-F396-726F-C02DE85E27DA}"/>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21" name="四角形: 角を丸くする 20">
            <a:extLst>
              <a:ext uri="{FF2B5EF4-FFF2-40B4-BE49-F238E27FC236}">
                <a16:creationId xmlns:a16="http://schemas.microsoft.com/office/drawing/2014/main" id="{687D1B7D-4D9F-CFB3-A5A5-317142786692}"/>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2" name="四角形: 角を丸くする 21">
            <a:extLst>
              <a:ext uri="{FF2B5EF4-FFF2-40B4-BE49-F238E27FC236}">
                <a16:creationId xmlns:a16="http://schemas.microsoft.com/office/drawing/2014/main" id="{A0E30A4C-8CBC-EA43-AA14-FDAE55920CFB}"/>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FB27A5C9-9E74-5F96-0EBA-5306F600EDA7}"/>
              </a:ext>
            </a:extLst>
          </p:cNvPr>
          <p:cNvSpPr/>
          <p:nvPr/>
        </p:nvSpPr>
        <p:spPr>
          <a:xfrm rot="19449610">
            <a:off x="5718240" y="151647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EA0A6D3B-517B-172E-3E77-BD729F3ECB4A}"/>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C072CED3-9C86-75F7-219A-010C802993C1}"/>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B0625FEE-9AFB-D044-E035-7F0AB80E4236}"/>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E4735B1A-7BE3-07CB-3EC7-0595864FD1DC}"/>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8" name="テキスト ボックス 17">
            <a:extLst>
              <a:ext uri="{FF2B5EF4-FFF2-40B4-BE49-F238E27FC236}">
                <a16:creationId xmlns:a16="http://schemas.microsoft.com/office/drawing/2014/main" id="{6522A727-2EA2-D8D0-440F-DA8D9DAD4B47}"/>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8" name="テキスト ボックス 7">
            <a:extLst>
              <a:ext uri="{FF2B5EF4-FFF2-40B4-BE49-F238E27FC236}">
                <a16:creationId xmlns:a16="http://schemas.microsoft.com/office/drawing/2014/main" id="{44BB3F2C-122E-FFCE-4451-532AE1024801}"/>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500137117"/>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10C0E-8973-28AD-8BF1-56A6ACD97643}"/>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F050CBAD-67F4-BB99-BD57-D3FF7965D0FB}"/>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9FCF4AF9-167C-D760-E564-CDA16102C8D8}"/>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6987E008-68B2-784E-2E80-B672BD4566A2}"/>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835F850B-B127-E2DD-CCAB-81328258F53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ED8CA84D-DB2A-2E16-8C66-64776BA9AC5F}"/>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2</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78B70405-A341-458B-3F17-39BC29C99B60}"/>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5E6F1A8B-34CC-74DA-302D-21F938328AD8}"/>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C6B33B06-6E03-B196-DDBC-0B25C2016DA1}"/>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D0770920-BE35-A08A-4554-312C248EC832}"/>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56C2E2C-D675-2651-7173-BAA73593A405}"/>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21" name="四角形: 角を丸くする 20">
            <a:extLst>
              <a:ext uri="{FF2B5EF4-FFF2-40B4-BE49-F238E27FC236}">
                <a16:creationId xmlns:a16="http://schemas.microsoft.com/office/drawing/2014/main" id="{E46E4B80-BAD7-9A66-55B2-7609EB4E4C1C}"/>
              </a:ext>
            </a:extLst>
          </p:cNvPr>
          <p:cNvSpPr/>
          <p:nvPr/>
        </p:nvSpPr>
        <p:spPr>
          <a:xfrm>
            <a:off x="2735060" y="2115878"/>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高校生からの地球システム</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林寸奏 失野凛太朗</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生態系 循環 エネルギー </a:t>
            </a:r>
            <a:endParaRPr kumimoji="1" lang="en-US" altLang="ja-JP" sz="800" dirty="0">
              <a:solidFill>
                <a:schemeClr val="tx1"/>
              </a:solidFill>
            </a:endParaRPr>
          </a:p>
        </p:txBody>
      </p:sp>
      <p:sp>
        <p:nvSpPr>
          <p:cNvPr id="22" name="四角形: 角を丸くする 21">
            <a:extLst>
              <a:ext uri="{FF2B5EF4-FFF2-40B4-BE49-F238E27FC236}">
                <a16:creationId xmlns:a16="http://schemas.microsoft.com/office/drawing/2014/main" id="{B1718F24-2952-6A04-7F0E-ACD887615EE7}"/>
              </a:ext>
            </a:extLst>
          </p:cNvPr>
          <p:cNvSpPr/>
          <p:nvPr/>
        </p:nvSpPr>
        <p:spPr>
          <a:xfrm>
            <a:off x="2815086"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環境</a:t>
            </a:r>
            <a:endParaRPr kumimoji="1" lang="ja-JP" altLang="en-US" sz="1200" dirty="0">
              <a:solidFill>
                <a:schemeClr val="tx1"/>
              </a:solidFill>
            </a:endParaRPr>
          </a:p>
        </p:txBody>
      </p:sp>
      <p:sp>
        <p:nvSpPr>
          <p:cNvPr id="4" name="矢印: 上 3">
            <a:extLst>
              <a:ext uri="{FF2B5EF4-FFF2-40B4-BE49-F238E27FC236}">
                <a16:creationId xmlns:a16="http://schemas.microsoft.com/office/drawing/2014/main" id="{A9522207-2B7C-BDA7-5675-EB98E96D06E7}"/>
              </a:ext>
            </a:extLst>
          </p:cNvPr>
          <p:cNvSpPr/>
          <p:nvPr/>
        </p:nvSpPr>
        <p:spPr>
          <a:xfrm rot="19449610">
            <a:off x="5785554" y="1602103"/>
            <a:ext cx="310644" cy="395152"/>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15C897B5-32AC-FCC7-C20F-86583EC316B5}"/>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5" name="四角形: 角を丸くする 14">
            <a:extLst>
              <a:ext uri="{FF2B5EF4-FFF2-40B4-BE49-F238E27FC236}">
                <a16:creationId xmlns:a16="http://schemas.microsoft.com/office/drawing/2014/main" id="{020BD6C2-9B82-EAA2-F156-A140FF5FA07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6" name="正方形/長方形 15">
            <a:extLst>
              <a:ext uri="{FF2B5EF4-FFF2-40B4-BE49-F238E27FC236}">
                <a16:creationId xmlns:a16="http://schemas.microsoft.com/office/drawing/2014/main" id="{1BDC3580-E530-DAB3-0C20-38C089CB23EF}"/>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4E7B9D21-E35C-6A24-A6FD-D4348EAB3E6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18" name="テキスト ボックス 17">
            <a:extLst>
              <a:ext uri="{FF2B5EF4-FFF2-40B4-BE49-F238E27FC236}">
                <a16:creationId xmlns:a16="http://schemas.microsoft.com/office/drawing/2014/main" id="{5E65BCC4-1D09-3A93-746A-CC88B417F93C}"/>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8" name="テキスト ボックス 7">
            <a:extLst>
              <a:ext uri="{FF2B5EF4-FFF2-40B4-BE49-F238E27FC236}">
                <a16:creationId xmlns:a16="http://schemas.microsoft.com/office/drawing/2014/main" id="{E768E783-D235-9597-F986-BF15C10980D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194123353"/>
      </p:ext>
    </p:extLst>
  </p:cSld>
  <p:clrMapOvr>
    <a:masterClrMapping/>
  </p:clrMapOvr>
  <mc:AlternateContent xmlns:mc="http://schemas.openxmlformats.org/markup-compatibility/2006" xmlns:p14="http://schemas.microsoft.com/office/powerpoint/2010/main">
    <mc:Choice Requires="p14">
      <p:transition p14:dur="0" advClick="0" advTm="100"/>
    </mc:Choice>
    <mc:Fallback xmlns="">
      <p:transition advClick="0" advTm="1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2285-1092-4CC0-F4E8-BA2B2D0CF4D4}"/>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5D4479E1-CD90-27B0-A4F6-1F725D74578D}"/>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0340BA7-E8DB-F023-4116-C58385170163}"/>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11CFC45A-F3F7-A43D-CC94-E33E9C3EA984}"/>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BFA4A39A-4037-D514-A132-99A76EEF3938}"/>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8" name="テキスト ボックス 7">
            <a:extLst>
              <a:ext uri="{FF2B5EF4-FFF2-40B4-BE49-F238E27FC236}">
                <a16:creationId xmlns:a16="http://schemas.microsoft.com/office/drawing/2014/main" id="{50B2CF41-B67A-7F20-A30F-10B0916C2376}"/>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1</a:t>
            </a:r>
            <a:r>
              <a:rPr kumimoji="1" lang="en-US" altLang="ja-JP" sz="800" dirty="0"/>
              <a:t>/</a:t>
            </a:r>
            <a:r>
              <a:rPr kumimoji="1" lang="ja-JP" altLang="en-US" sz="800" dirty="0"/>
              <a:t>全</a:t>
            </a:r>
            <a:r>
              <a:rPr kumimoji="1" lang="en-US" altLang="ja-JP" sz="800" dirty="0"/>
              <a:t>119</a:t>
            </a:r>
            <a:r>
              <a:rPr kumimoji="1" lang="ja-JP" altLang="en-US" sz="800" dirty="0"/>
              <a:t>件</a:t>
            </a:r>
          </a:p>
        </p:txBody>
      </p:sp>
      <p:sp>
        <p:nvSpPr>
          <p:cNvPr id="7" name="四角形: 角を丸くする 6">
            <a:extLst>
              <a:ext uri="{FF2B5EF4-FFF2-40B4-BE49-F238E27FC236}">
                <a16:creationId xmlns:a16="http://schemas.microsoft.com/office/drawing/2014/main" id="{A948761F-4F7C-35D0-EC57-D60D65D89135}"/>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59F358E3-5E95-E687-BB4F-D3663AB2636B}"/>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442CF9AD-37D1-1B71-121B-32B25958F8E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C12F803A-E90F-7764-8E25-59A9A46AFB17}"/>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AB170248-C5AF-0A09-4544-CB051677FFC9}"/>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4" name="矢印: 上 3">
            <a:extLst>
              <a:ext uri="{FF2B5EF4-FFF2-40B4-BE49-F238E27FC236}">
                <a16:creationId xmlns:a16="http://schemas.microsoft.com/office/drawing/2014/main" id="{503DDB94-70C2-6E63-F7B4-6023A7459451}"/>
              </a:ext>
            </a:extLst>
          </p:cNvPr>
          <p:cNvSpPr/>
          <p:nvPr/>
        </p:nvSpPr>
        <p:spPr>
          <a:xfrm rot="19449610">
            <a:off x="5718240" y="1516475"/>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4019B0CA-C1A9-905A-6808-3D5FA670DA60}"/>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08D7426B-F3B9-0CBF-2B96-04E92B13DB5C}"/>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3" name="四角形: 角を丸くする 2">
            <a:extLst>
              <a:ext uri="{FF2B5EF4-FFF2-40B4-BE49-F238E27FC236}">
                <a16:creationId xmlns:a16="http://schemas.microsoft.com/office/drawing/2014/main" id="{F6479C79-6487-C0B1-3ECE-387ABB7A64EA}"/>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5" name="四角形: 角を丸くする 4">
            <a:extLst>
              <a:ext uri="{FF2B5EF4-FFF2-40B4-BE49-F238E27FC236}">
                <a16:creationId xmlns:a16="http://schemas.microsoft.com/office/drawing/2014/main" id="{5E01E16D-7F83-A972-AF6A-3B45838946D9}"/>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5" name="正方形/長方形 14">
            <a:extLst>
              <a:ext uri="{FF2B5EF4-FFF2-40B4-BE49-F238E27FC236}">
                <a16:creationId xmlns:a16="http://schemas.microsoft.com/office/drawing/2014/main" id="{2265FCD2-D5B0-6C24-E8FD-37F00DE3701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A75B1477-E12B-EAFA-4A78-9BD78B4E944F}"/>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20" name="テキスト ボックス 19">
            <a:extLst>
              <a:ext uri="{FF2B5EF4-FFF2-40B4-BE49-F238E27FC236}">
                <a16:creationId xmlns:a16="http://schemas.microsoft.com/office/drawing/2014/main" id="{06F252F4-2CDA-2F22-99EF-45941E303E0C}"/>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期生・ジャンルから絞り込める</a:t>
            </a:r>
            <a:endParaRPr lang="en-US" altLang="ja-JP" dirty="0">
              <a:solidFill>
                <a:schemeClr val="bg1"/>
              </a:solidFill>
            </a:endParaRPr>
          </a:p>
        </p:txBody>
      </p:sp>
      <p:sp>
        <p:nvSpPr>
          <p:cNvPr id="18" name="テキスト ボックス 17">
            <a:extLst>
              <a:ext uri="{FF2B5EF4-FFF2-40B4-BE49-F238E27FC236}">
                <a16:creationId xmlns:a16="http://schemas.microsoft.com/office/drawing/2014/main" id="{508E4B4D-94C3-8840-2E88-77F02ADDF340}"/>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147495865"/>
      </p:ext>
    </p:extLst>
  </p:cSld>
  <p:clrMapOvr>
    <a:masterClrMapping/>
  </p:clrMapOvr>
  <mc:AlternateContent xmlns:mc="http://schemas.openxmlformats.org/markup-compatibility/2006" xmlns:p14="http://schemas.microsoft.com/office/powerpoint/2010/main">
    <mc:Choice Requires="p14">
      <p:transition p14:dur="0" advClick="0" advTm="1000"/>
    </mc:Choice>
    <mc:Fallback xmlns="">
      <p:transition advClick="0" advTm="1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5FE3D-A47D-1F35-1D34-74259035A4B0}"/>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1CF96AF-7D71-9968-658A-22AAF364AD45}"/>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四角形: 角を丸くする 56">
            <a:extLst>
              <a:ext uri="{FF2B5EF4-FFF2-40B4-BE49-F238E27FC236}">
                <a16:creationId xmlns:a16="http://schemas.microsoft.com/office/drawing/2014/main" id="{AB2A66EE-E558-3F80-0C8A-1E0484E88885}"/>
              </a:ext>
            </a:extLst>
          </p:cNvPr>
          <p:cNvSpPr/>
          <p:nvPr/>
        </p:nvSpPr>
        <p:spPr>
          <a:xfrm>
            <a:off x="440948" y="2115877"/>
            <a:ext cx="2063786" cy="1775637"/>
          </a:xfrm>
          <a:prstGeom prst="roundRect">
            <a:avLst>
              <a:gd name="adj" fmla="val 5088"/>
            </a:avLst>
          </a:prstGeom>
          <a:solidFill>
            <a:schemeClr val="bg1">
              <a:lumMod val="9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00" name="四角形: 角を丸くする 99">
            <a:extLst>
              <a:ext uri="{FF2B5EF4-FFF2-40B4-BE49-F238E27FC236}">
                <a16:creationId xmlns:a16="http://schemas.microsoft.com/office/drawing/2014/main" id="{7CC2A9AA-9C45-A29E-ADB3-8E703684FD6F}"/>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01" name="四角形: 角を丸くする 100">
            <a:extLst>
              <a:ext uri="{FF2B5EF4-FFF2-40B4-BE49-F238E27FC236}">
                <a16:creationId xmlns:a16="http://schemas.microsoft.com/office/drawing/2014/main" id="{53CC2D5F-BE0B-ED38-FCD4-1A7903C67225}"/>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4D1FEA91-31EB-6470-E9B2-39D859FB3B48}"/>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F020B05C-B04D-CB28-9E55-6EFD5155BB5B}"/>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E03A9DAB-F17C-FBEB-E425-4A606D4C3C31}"/>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E3320EB8-6A32-2337-2019-939D32CF9BFA}"/>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a:t>
            </a:r>
            <a:r>
              <a:rPr kumimoji="1" lang="ja-JP" altLang="en-US" sz="800" dirty="0"/>
              <a:t>全</a:t>
            </a:r>
            <a:r>
              <a:rPr kumimoji="1" lang="en-US" altLang="ja-JP" sz="800" dirty="0"/>
              <a:t>119</a:t>
            </a:r>
            <a:r>
              <a:rPr kumimoji="1" lang="ja-JP" altLang="en-US" sz="800" dirty="0"/>
              <a:t>件</a:t>
            </a:r>
          </a:p>
        </p:txBody>
      </p:sp>
      <p:sp>
        <p:nvSpPr>
          <p:cNvPr id="9" name="四角形: 角を丸くする 8">
            <a:extLst>
              <a:ext uri="{FF2B5EF4-FFF2-40B4-BE49-F238E27FC236}">
                <a16:creationId xmlns:a16="http://schemas.microsoft.com/office/drawing/2014/main" id="{094D4115-045B-4857-438E-699B5292D69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4" name="矢印: 上 3">
            <a:extLst>
              <a:ext uri="{FF2B5EF4-FFF2-40B4-BE49-F238E27FC236}">
                <a16:creationId xmlns:a16="http://schemas.microsoft.com/office/drawing/2014/main" id="{01F9F103-EAD7-38BD-B5D3-10B6886F7CA0}"/>
              </a:ext>
            </a:extLst>
          </p:cNvPr>
          <p:cNvSpPr/>
          <p:nvPr/>
        </p:nvSpPr>
        <p:spPr>
          <a:xfrm rot="19449610">
            <a:off x="1833860" y="32035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A492A9C7-6C35-E155-1D97-AF0EA45A2252}"/>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1B8EB0B5-63D4-10CA-4797-8763EF1412E0}"/>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四角形: 角を丸くする 141">
            <a:extLst>
              <a:ext uri="{FF2B5EF4-FFF2-40B4-BE49-F238E27FC236}">
                <a16:creationId xmlns:a16="http://schemas.microsoft.com/office/drawing/2014/main" id="{2BE67A43-25BA-3364-4DFA-4586D2A70FA4}"/>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3" name="テキスト ボックス 142">
            <a:extLst>
              <a:ext uri="{FF2B5EF4-FFF2-40B4-BE49-F238E27FC236}">
                <a16:creationId xmlns:a16="http://schemas.microsoft.com/office/drawing/2014/main" id="{6F574569-8B8E-2D10-372D-78A698863EB3}"/>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44" name="四角形: 角を丸くする 143">
            <a:extLst>
              <a:ext uri="{FF2B5EF4-FFF2-40B4-BE49-F238E27FC236}">
                <a16:creationId xmlns:a16="http://schemas.microsoft.com/office/drawing/2014/main" id="{07697659-11B1-6026-FEA3-B4780365F08A}"/>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テキスト ボックス 144">
            <a:extLst>
              <a:ext uri="{FF2B5EF4-FFF2-40B4-BE49-F238E27FC236}">
                <a16:creationId xmlns:a16="http://schemas.microsoft.com/office/drawing/2014/main" id="{EF2AE359-3F58-E322-3A1C-0D05E0E2240C}"/>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46" name="四角形: 角を丸くする 145">
            <a:extLst>
              <a:ext uri="{FF2B5EF4-FFF2-40B4-BE49-F238E27FC236}">
                <a16:creationId xmlns:a16="http://schemas.microsoft.com/office/drawing/2014/main" id="{56738485-DE64-C6CA-0495-EB3A3717571F}"/>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48" name="テキスト ボックス 147">
            <a:extLst>
              <a:ext uri="{FF2B5EF4-FFF2-40B4-BE49-F238E27FC236}">
                <a16:creationId xmlns:a16="http://schemas.microsoft.com/office/drawing/2014/main" id="{E2231535-9D2C-2E89-0EDB-A194DB16A9C4}"/>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ポスターを見れる</a:t>
            </a:r>
            <a:endParaRPr lang="en-US" altLang="ja-JP" dirty="0">
              <a:solidFill>
                <a:schemeClr val="bg1"/>
              </a:solidFill>
            </a:endParaRPr>
          </a:p>
        </p:txBody>
      </p:sp>
      <p:sp>
        <p:nvSpPr>
          <p:cNvPr id="5" name="テキスト ボックス 4">
            <a:extLst>
              <a:ext uri="{FF2B5EF4-FFF2-40B4-BE49-F238E27FC236}">
                <a16:creationId xmlns:a16="http://schemas.microsoft.com/office/drawing/2014/main" id="{5B4C4230-D059-C034-9D92-82954F18EDF8}"/>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3138166061"/>
      </p:ext>
    </p:extLst>
  </p:cSld>
  <p:clrMapOvr>
    <a:masterClrMapping/>
  </p:clrMapOvr>
  <mc:AlternateContent xmlns:mc="http://schemas.openxmlformats.org/markup-compatibility/2006" xmlns:p159="http://schemas.microsoft.com/office/powerpoint/2015/09/main">
    <mc:Choice Requires="p159">
      <p:transition advClick="0" advTm="0">
        <p159:morph option="byObject"/>
      </p:transition>
    </mc:Choice>
    <mc:Fallback xmlns="">
      <p:transition advClick="0" advTm="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F97E-38CF-5803-D6E6-5A15264FE8C2}"/>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3A262A1-8FE3-154E-42DF-DEC5570ED2AA}"/>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D7E9FB9-21D0-C713-9469-7492276632AB}"/>
              </a:ext>
            </a:extLst>
          </p:cNvPr>
          <p:cNvSpPr/>
          <p:nvPr/>
        </p:nvSpPr>
        <p:spPr>
          <a:xfrm>
            <a:off x="440948" y="2115877"/>
            <a:ext cx="2063786" cy="1775637"/>
          </a:xfrm>
          <a:prstGeom prst="roundRect">
            <a:avLst>
              <a:gd name="adj" fmla="val 5088"/>
            </a:avLst>
          </a:prstGeom>
          <a:solidFill>
            <a:schemeClr val="bg1">
              <a:lumMod val="95000"/>
            </a:schemeClr>
          </a:solidFill>
          <a:ln w="127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54BE676E-6F6C-EE3E-0A14-23DAB6F15677}"/>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500A6BC7-A6C7-AF41-77AF-EE9046D56807}"/>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C1C305A8-1008-2590-E329-53C490FAA92D}"/>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C1611145-F83F-678D-6897-E25303D35DE0}"/>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331E6B71-0D22-D413-F120-DE1004D8CE0D}"/>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0D28735F-4DD4-20AF-B25C-E35459142B91}"/>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a:t>
            </a:r>
            <a:r>
              <a:rPr kumimoji="1" lang="ja-JP" altLang="en-US" sz="800" dirty="0"/>
              <a:t>全</a:t>
            </a:r>
            <a:r>
              <a:rPr kumimoji="1" lang="en-US" altLang="ja-JP" sz="800" dirty="0"/>
              <a:t>119</a:t>
            </a:r>
            <a:r>
              <a:rPr kumimoji="1" lang="ja-JP" altLang="en-US" sz="800" dirty="0"/>
              <a:t>件</a:t>
            </a:r>
          </a:p>
        </p:txBody>
      </p:sp>
      <p:sp>
        <p:nvSpPr>
          <p:cNvPr id="9" name="四角形: 角を丸くする 8">
            <a:extLst>
              <a:ext uri="{FF2B5EF4-FFF2-40B4-BE49-F238E27FC236}">
                <a16:creationId xmlns:a16="http://schemas.microsoft.com/office/drawing/2014/main" id="{2785C3C5-0839-AAC1-15C6-2E9FD1ABF2E0}"/>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4" name="矢印: 上 3">
            <a:extLst>
              <a:ext uri="{FF2B5EF4-FFF2-40B4-BE49-F238E27FC236}">
                <a16:creationId xmlns:a16="http://schemas.microsoft.com/office/drawing/2014/main" id="{E40236B3-4AE7-3318-E416-9B331ACFE962}"/>
              </a:ext>
            </a:extLst>
          </p:cNvPr>
          <p:cNvSpPr/>
          <p:nvPr/>
        </p:nvSpPr>
        <p:spPr>
          <a:xfrm rot="19449610">
            <a:off x="1889293" y="3274045"/>
            <a:ext cx="334406" cy="425380"/>
          </a:xfrm>
          <a:prstGeom prst="upArrow">
            <a:avLst>
              <a:gd name="adj1" fmla="val 18592"/>
              <a:gd name="adj2" fmla="val 93041"/>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A8E36B5C-8DF0-5DF8-3EB1-1BBC9CED7ED6}"/>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13" name="正方形/長方形 12">
            <a:extLst>
              <a:ext uri="{FF2B5EF4-FFF2-40B4-BE49-F238E27FC236}">
                <a16:creationId xmlns:a16="http://schemas.microsoft.com/office/drawing/2014/main" id="{32B3D5B5-196D-08DD-24A2-AB476AF21C02}"/>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四角形: 角を丸くする 56">
            <a:extLst>
              <a:ext uri="{FF2B5EF4-FFF2-40B4-BE49-F238E27FC236}">
                <a16:creationId xmlns:a16="http://schemas.microsoft.com/office/drawing/2014/main" id="{BAD85F8A-B8F1-B2B0-4D6D-32A5188D4984}"/>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5005705F-7124-5141-D33A-D9BE747F7ACD}"/>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01" name="四角形: 角を丸くする 100">
            <a:extLst>
              <a:ext uri="{FF2B5EF4-FFF2-40B4-BE49-F238E27FC236}">
                <a16:creationId xmlns:a16="http://schemas.microsoft.com/office/drawing/2014/main" id="{CB9A8E6C-7E3B-8049-8F03-E3A469DE984E}"/>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59D4C58A-7193-C04E-02E0-D197C8B657AB}"/>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103" name="四角形: 角を丸くする 102">
            <a:extLst>
              <a:ext uri="{FF2B5EF4-FFF2-40B4-BE49-F238E27FC236}">
                <a16:creationId xmlns:a16="http://schemas.microsoft.com/office/drawing/2014/main" id="{9FDD8EB5-436C-428D-D459-F5FF429D9BB3}"/>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105" name="テキスト ボックス 104">
            <a:extLst>
              <a:ext uri="{FF2B5EF4-FFF2-40B4-BE49-F238E27FC236}">
                <a16:creationId xmlns:a16="http://schemas.microsoft.com/office/drawing/2014/main" id="{5C80AD78-79CA-4075-8421-17E16FC7B2CF}"/>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ポスターを見れる</a:t>
            </a:r>
            <a:endParaRPr lang="en-US" altLang="ja-JP" dirty="0">
              <a:solidFill>
                <a:schemeClr val="bg1"/>
              </a:solidFill>
            </a:endParaRPr>
          </a:p>
        </p:txBody>
      </p:sp>
      <p:sp>
        <p:nvSpPr>
          <p:cNvPr id="5" name="テキスト ボックス 4">
            <a:extLst>
              <a:ext uri="{FF2B5EF4-FFF2-40B4-BE49-F238E27FC236}">
                <a16:creationId xmlns:a16="http://schemas.microsoft.com/office/drawing/2014/main" id="{60B0B19E-0BBA-2064-84A4-AB8F24577ECF}"/>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163579756"/>
      </p:ext>
    </p:extLst>
  </p:cSld>
  <p:clrMapOvr>
    <a:masterClrMapping/>
  </p:clrMapOvr>
  <mc:AlternateContent xmlns:mc="http://schemas.openxmlformats.org/markup-compatibility/2006" xmlns:p14="http://schemas.microsoft.com/office/powerpoint/2010/main">
    <mc:Choice Requires="p14">
      <p:transition p14:dur="10" advClick="0" advTm="100"/>
    </mc:Choice>
    <mc:Fallback xmlns="">
      <p:transition advClick="0" advTm="1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0327-E2F8-4386-5392-DAAF50A1150F}"/>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06A4FD6A-665C-F044-F27A-BCC736B79D49}"/>
              </a:ext>
            </a:extLst>
          </p:cNvPr>
          <p:cNvSpPr>
            <a:spLocks noGrp="1" noRot="1" noMove="1" noResize="1" noEditPoints="1" noAdjustHandles="1" noChangeArrowheads="1" noChangeShapeType="1"/>
          </p:cNvSpPr>
          <p:nvPr/>
        </p:nvSpPr>
        <p:spPr>
          <a:xfrm>
            <a:off x="281763" y="761202"/>
            <a:ext cx="11637335"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34BDA0D1-7E26-7D8E-9931-65D4848ADD09}"/>
              </a:ext>
            </a:extLst>
          </p:cNvPr>
          <p:cNvSpPr/>
          <p:nvPr/>
        </p:nvSpPr>
        <p:spPr>
          <a:xfrm>
            <a:off x="440948" y="2115877"/>
            <a:ext cx="2063786"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3" name="四角形: 角を丸くする 12">
            <a:extLst>
              <a:ext uri="{FF2B5EF4-FFF2-40B4-BE49-F238E27FC236}">
                <a16:creationId xmlns:a16="http://schemas.microsoft.com/office/drawing/2014/main" id="{307C6D51-39F1-A7AE-36FB-FC2DA49671A0}"/>
              </a:ext>
            </a:extLst>
          </p:cNvPr>
          <p:cNvSpPr/>
          <p:nvPr/>
        </p:nvSpPr>
        <p:spPr>
          <a:xfrm>
            <a:off x="524435"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4" name="四角形: 角を丸くする 13">
            <a:extLst>
              <a:ext uri="{FF2B5EF4-FFF2-40B4-BE49-F238E27FC236}">
                <a16:creationId xmlns:a16="http://schemas.microsoft.com/office/drawing/2014/main" id="{F5CF3672-F681-471C-96C8-2DD6ECD4EA44}"/>
              </a:ext>
            </a:extLst>
          </p:cNvPr>
          <p:cNvSpPr/>
          <p:nvPr/>
        </p:nvSpPr>
        <p:spPr>
          <a:xfrm>
            <a:off x="1167310" y="223459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sp>
        <p:nvSpPr>
          <p:cNvPr id="12" name="正方形/長方形 11">
            <a:extLst>
              <a:ext uri="{FF2B5EF4-FFF2-40B4-BE49-F238E27FC236}">
                <a16:creationId xmlns:a16="http://schemas.microsoft.com/office/drawing/2014/main" id="{029EF75F-7499-FB7C-53FF-B5DE2FA02E11}"/>
              </a:ext>
            </a:extLst>
          </p:cNvPr>
          <p:cNvSpPr/>
          <p:nvPr/>
        </p:nvSpPr>
        <p:spPr>
          <a:xfrm>
            <a:off x="289737" y="777433"/>
            <a:ext cx="11637335" cy="1105897"/>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E5BBFEFB-6D29-9EF0-15A9-DAF6B95B5447}"/>
              </a:ext>
            </a:extLst>
          </p:cNvPr>
          <p:cNvSpPr/>
          <p:nvPr/>
        </p:nvSpPr>
        <p:spPr>
          <a:xfrm>
            <a:off x="281763" y="761201"/>
            <a:ext cx="11637335" cy="1105897"/>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980F0550-6AE6-2333-F7A9-9E83E8AE7C05}"/>
              </a:ext>
            </a:extLst>
          </p:cNvPr>
          <p:cNvSpPr txBox="1"/>
          <p:nvPr/>
        </p:nvSpPr>
        <p:spPr>
          <a:xfrm>
            <a:off x="377457" y="1270591"/>
            <a:ext cx="11461896" cy="461665"/>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 ▢健康 ▢工学 ▢国際 ▢情報 ▢人権 ▢数学 ▢スポーツ ▢生物 ▢福祉 ▢物理 ▢文化 ▢歴史 ▢その他</a:t>
            </a:r>
            <a:endParaRPr lang="en-US" altLang="ja-JP" sz="1200" dirty="0"/>
          </a:p>
        </p:txBody>
      </p:sp>
      <p:sp>
        <p:nvSpPr>
          <p:cNvPr id="3" name="テキスト ボックス 2">
            <a:extLst>
              <a:ext uri="{FF2B5EF4-FFF2-40B4-BE49-F238E27FC236}">
                <a16:creationId xmlns:a16="http://schemas.microsoft.com/office/drawing/2014/main" id="{8260B59D-0D6A-2659-EF8B-A7C36CA85B15}"/>
              </a:ext>
            </a:extLst>
          </p:cNvPr>
          <p:cNvSpPr txBox="1"/>
          <p:nvPr/>
        </p:nvSpPr>
        <p:spPr>
          <a:xfrm>
            <a:off x="10753344" y="168249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a:t>
            </a:r>
            <a:r>
              <a:rPr kumimoji="1" lang="ja-JP" altLang="en-US" sz="800" dirty="0"/>
              <a:t>全</a:t>
            </a:r>
            <a:r>
              <a:rPr kumimoji="1" lang="en-US" altLang="ja-JP" sz="800" dirty="0"/>
              <a:t>119</a:t>
            </a:r>
            <a:r>
              <a:rPr kumimoji="1" lang="ja-JP" altLang="en-US" sz="800" dirty="0"/>
              <a:t>件</a:t>
            </a:r>
          </a:p>
        </p:txBody>
      </p:sp>
      <p:sp>
        <p:nvSpPr>
          <p:cNvPr id="103" name="四角形: 角を丸くする 102">
            <a:extLst>
              <a:ext uri="{FF2B5EF4-FFF2-40B4-BE49-F238E27FC236}">
                <a16:creationId xmlns:a16="http://schemas.microsoft.com/office/drawing/2014/main" id="{D76F3E6C-DAEC-D290-D24A-7DC6DF8B1882}"/>
              </a:ext>
            </a:extLst>
          </p:cNvPr>
          <p:cNvSpPr/>
          <p:nvPr/>
        </p:nvSpPr>
        <p:spPr>
          <a:xfrm>
            <a:off x="435935" y="880888"/>
            <a:ext cx="11022840"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システム</a:t>
            </a:r>
            <a:endParaRPr kumimoji="1" lang="ja-JP" altLang="en-US" sz="1200" dirty="0">
              <a:solidFill>
                <a:schemeClr val="tx1"/>
              </a:solidFill>
            </a:endParaRPr>
          </a:p>
        </p:txBody>
      </p:sp>
      <p:sp>
        <p:nvSpPr>
          <p:cNvPr id="7" name="四角形: 角を丸くする 6">
            <a:extLst>
              <a:ext uri="{FF2B5EF4-FFF2-40B4-BE49-F238E27FC236}">
                <a16:creationId xmlns:a16="http://schemas.microsoft.com/office/drawing/2014/main" id="{681838A3-8D5B-18BA-F55F-C30EA0CE1A47}"/>
              </a:ext>
            </a:extLst>
          </p:cNvPr>
          <p:cNvSpPr/>
          <p:nvPr/>
        </p:nvSpPr>
        <p:spPr>
          <a:xfrm>
            <a:off x="11530519" y="880888"/>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58" name="四角形: 角を丸くする 57">
            <a:extLst>
              <a:ext uri="{FF2B5EF4-FFF2-40B4-BE49-F238E27FC236}">
                <a16:creationId xmlns:a16="http://schemas.microsoft.com/office/drawing/2014/main" id="{654EBA8C-F4FC-C482-667C-BDD832D4BEC7}"/>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55" name="四角形: 角を丸くする 54">
            <a:extLst>
              <a:ext uri="{FF2B5EF4-FFF2-40B4-BE49-F238E27FC236}">
                <a16:creationId xmlns:a16="http://schemas.microsoft.com/office/drawing/2014/main" id="{5F500250-C771-7334-11D6-4E237FF06187}"/>
              </a:ext>
            </a:extLst>
          </p:cNvPr>
          <p:cNvSpPr/>
          <p:nvPr/>
        </p:nvSpPr>
        <p:spPr>
          <a:xfrm>
            <a:off x="4093505" y="1336657"/>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72AD16E4-9E54-F38C-DF21-AC154BDB7261}"/>
              </a:ext>
            </a:extLst>
          </p:cNvPr>
          <p:cNvSpPr txBox="1"/>
          <p:nvPr/>
        </p:nvSpPr>
        <p:spPr>
          <a:xfrm>
            <a:off x="4013784" y="1283598"/>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sp>
        <p:nvSpPr>
          <p:cNvPr id="57" name="四角形: 角を丸くする 56">
            <a:extLst>
              <a:ext uri="{FF2B5EF4-FFF2-40B4-BE49-F238E27FC236}">
                <a16:creationId xmlns:a16="http://schemas.microsoft.com/office/drawing/2014/main" id="{ADF919A4-74E6-1689-4E4B-067440BDED5E}"/>
              </a:ext>
            </a:extLst>
          </p:cNvPr>
          <p:cNvSpPr/>
          <p:nvPr/>
        </p:nvSpPr>
        <p:spPr>
          <a:xfrm>
            <a:off x="5482915" y="1520013"/>
            <a:ext cx="126070" cy="12543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テキスト ボックス 101">
            <a:extLst>
              <a:ext uri="{FF2B5EF4-FFF2-40B4-BE49-F238E27FC236}">
                <a16:creationId xmlns:a16="http://schemas.microsoft.com/office/drawing/2014/main" id="{09258330-94F0-BFF1-15DA-44A039229C2C}"/>
              </a:ext>
            </a:extLst>
          </p:cNvPr>
          <p:cNvSpPr txBox="1"/>
          <p:nvPr/>
        </p:nvSpPr>
        <p:spPr>
          <a:xfrm>
            <a:off x="5409610" y="1462087"/>
            <a:ext cx="361950" cy="215444"/>
          </a:xfrm>
          <a:prstGeom prst="rect">
            <a:avLst/>
          </a:prstGeom>
          <a:noFill/>
        </p:spPr>
        <p:txBody>
          <a:bodyPr wrap="square" rtlCol="0">
            <a:spAutoFit/>
          </a:bodyPr>
          <a:lstStyle/>
          <a:p>
            <a:r>
              <a:rPr kumimoji="1" lang="ja-JP" altLang="en-US" sz="800" dirty="0">
                <a:solidFill>
                  <a:schemeClr val="bg1"/>
                </a:solidFill>
                <a:latin typeface="HG創英角ﾎﾟｯﾌﾟ体" panose="040B0A09000000000000" pitchFamily="49" charset="-128"/>
                <a:ea typeface="HG創英角ﾎﾟｯﾌﾟ体" panose="040B0A09000000000000" pitchFamily="49" charset="-128"/>
              </a:rPr>
              <a:t>✓</a:t>
            </a:r>
          </a:p>
        </p:txBody>
      </p:sp>
      <p:pic>
        <p:nvPicPr>
          <p:cNvPr id="9" name="図 8">
            <a:extLst>
              <a:ext uri="{FF2B5EF4-FFF2-40B4-BE49-F238E27FC236}">
                <a16:creationId xmlns:a16="http://schemas.microsoft.com/office/drawing/2014/main" id="{CA2AF628-F2F2-406B-3CDF-DD17A7AF4B23}"/>
              </a:ext>
            </a:extLst>
          </p:cNvPr>
          <p:cNvPicPr>
            <a:picLocks noChangeAspect="1"/>
          </p:cNvPicPr>
          <p:nvPr/>
        </p:nvPicPr>
        <p:blipFill>
          <a:blip r:embed="rId3"/>
          <a:stretch>
            <a:fillRect/>
          </a:stretch>
        </p:blipFill>
        <p:spPr>
          <a:xfrm>
            <a:off x="268915" y="761200"/>
            <a:ext cx="11654170" cy="6555471"/>
          </a:xfrm>
          <a:prstGeom prst="rect">
            <a:avLst/>
          </a:prstGeom>
        </p:spPr>
      </p:pic>
      <p:sp>
        <p:nvSpPr>
          <p:cNvPr id="4" name="矢印: 上 3">
            <a:extLst>
              <a:ext uri="{FF2B5EF4-FFF2-40B4-BE49-F238E27FC236}">
                <a16:creationId xmlns:a16="http://schemas.microsoft.com/office/drawing/2014/main" id="{D7971F60-3AAB-5E0F-6041-F31B80566CAC}"/>
              </a:ext>
            </a:extLst>
          </p:cNvPr>
          <p:cNvSpPr/>
          <p:nvPr/>
        </p:nvSpPr>
        <p:spPr>
          <a:xfrm rot="19449610">
            <a:off x="1833860" y="3203531"/>
            <a:ext cx="445271" cy="566407"/>
          </a:xfrm>
          <a:prstGeom prst="upArrow">
            <a:avLst>
              <a:gd name="adj1" fmla="val 18592"/>
              <a:gd name="adj2" fmla="val 930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テキスト ボックス 104">
            <a:extLst>
              <a:ext uri="{FF2B5EF4-FFF2-40B4-BE49-F238E27FC236}">
                <a16:creationId xmlns:a16="http://schemas.microsoft.com/office/drawing/2014/main" id="{CA366A29-D409-695B-743B-C45672A62C7D}"/>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ポスターを見れる</a:t>
            </a:r>
            <a:endParaRPr lang="en-US" altLang="ja-JP" dirty="0">
              <a:solidFill>
                <a:schemeClr val="bg1"/>
              </a:solidFill>
            </a:endParaRPr>
          </a:p>
        </p:txBody>
      </p:sp>
      <p:sp>
        <p:nvSpPr>
          <p:cNvPr id="15" name="正方形/長方形 14">
            <a:extLst>
              <a:ext uri="{FF2B5EF4-FFF2-40B4-BE49-F238E27FC236}">
                <a16:creationId xmlns:a16="http://schemas.microsoft.com/office/drawing/2014/main" id="{547A37B4-9196-8CD7-B1D6-D5C4F989346E}"/>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0301E58-9388-B67E-6EE1-C2358E7B24C5}"/>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2683454960"/>
      </p:ext>
    </p:extLst>
  </p:cSld>
  <p:clrMapOvr>
    <a:masterClrMapping/>
  </p:clrMapOvr>
  <mc:AlternateContent xmlns:mc="http://schemas.openxmlformats.org/markup-compatibility/2006" xmlns:p14="http://schemas.microsoft.com/office/powerpoint/2010/main">
    <mc:Choice Requires="p14">
      <p:transition p14:dur="10" advClick="0" advTm="1000"/>
    </mc:Choice>
    <mc:Fallback xmlns="">
      <p:transition advClick="0" advTm="1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8D71-0B8B-E447-348C-2469696E6597}"/>
            </a:ext>
          </a:extLst>
        </p:cNvPr>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D76FAF33-7442-4800-CDC5-58A1C4DEAAAE}"/>
              </a:ext>
            </a:extLst>
          </p:cNvPr>
          <p:cNvSpPr>
            <a:spLocks/>
          </p:cNvSpPr>
          <p:nvPr/>
        </p:nvSpPr>
        <p:spPr>
          <a:xfrm>
            <a:off x="262473" y="761202"/>
            <a:ext cx="3994956"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0" name="グループ化 79">
            <a:extLst>
              <a:ext uri="{FF2B5EF4-FFF2-40B4-BE49-F238E27FC236}">
                <a16:creationId xmlns:a16="http://schemas.microsoft.com/office/drawing/2014/main" id="{36646303-9C36-684C-85CA-0B9198B869FD}"/>
              </a:ext>
            </a:extLst>
          </p:cNvPr>
          <p:cNvGrpSpPr/>
          <p:nvPr/>
        </p:nvGrpSpPr>
        <p:grpSpPr>
          <a:xfrm>
            <a:off x="436243" y="6263843"/>
            <a:ext cx="3613741" cy="1065978"/>
            <a:chOff x="4276723" y="6065723"/>
            <a:chExt cx="3613741" cy="1065978"/>
          </a:xfrm>
        </p:grpSpPr>
        <p:sp>
          <p:nvSpPr>
            <p:cNvPr id="73" name="四角形: 角を丸くする 72">
              <a:extLst>
                <a:ext uri="{FF2B5EF4-FFF2-40B4-BE49-F238E27FC236}">
                  <a16:creationId xmlns:a16="http://schemas.microsoft.com/office/drawing/2014/main" id="{6709A9CA-C6EB-8780-BE8A-13E7EE246F14}"/>
                </a:ext>
              </a:extLst>
            </p:cNvPr>
            <p:cNvSpPr/>
            <p:nvPr/>
          </p:nvSpPr>
          <p:spPr>
            <a:xfrm>
              <a:off x="4276723" y="6065723"/>
              <a:ext cx="3613741" cy="1065978"/>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74" name="四角形: 角を丸くする 73">
              <a:extLst>
                <a:ext uri="{FF2B5EF4-FFF2-40B4-BE49-F238E27FC236}">
                  <a16:creationId xmlns:a16="http://schemas.microsoft.com/office/drawing/2014/main" id="{31B31EE2-F552-F079-F6ED-88854A012069}"/>
                </a:ext>
              </a:extLst>
            </p:cNvPr>
            <p:cNvSpPr/>
            <p:nvPr/>
          </p:nvSpPr>
          <p:spPr>
            <a:xfrm>
              <a:off x="4362749" y="611041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75" name="四角形: 角を丸くする 74">
              <a:extLst>
                <a:ext uri="{FF2B5EF4-FFF2-40B4-BE49-F238E27FC236}">
                  <a16:creationId xmlns:a16="http://schemas.microsoft.com/office/drawing/2014/main" id="{BD8B0286-CC79-3947-C5AA-D234776904C4}"/>
                </a:ext>
              </a:extLst>
            </p:cNvPr>
            <p:cNvSpPr/>
            <p:nvPr/>
          </p:nvSpPr>
          <p:spPr>
            <a:xfrm>
              <a:off x="5015135" y="610426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76" name="四角形: 角を丸くする 75">
              <a:extLst>
                <a:ext uri="{FF2B5EF4-FFF2-40B4-BE49-F238E27FC236}">
                  <a16:creationId xmlns:a16="http://schemas.microsoft.com/office/drawing/2014/main" id="{E4A36C52-907D-244B-E270-452BEA9301D4}"/>
                </a:ext>
              </a:extLst>
            </p:cNvPr>
            <p:cNvSpPr/>
            <p:nvPr/>
          </p:nvSpPr>
          <p:spPr>
            <a:xfrm>
              <a:off x="5640815" y="610292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grpSp>
      <p:grpSp>
        <p:nvGrpSpPr>
          <p:cNvPr id="77" name="グループ化 76">
            <a:extLst>
              <a:ext uri="{FF2B5EF4-FFF2-40B4-BE49-F238E27FC236}">
                <a16:creationId xmlns:a16="http://schemas.microsoft.com/office/drawing/2014/main" id="{5CF52B3C-1794-3284-FAC3-433B4372571B}"/>
              </a:ext>
            </a:extLst>
          </p:cNvPr>
          <p:cNvGrpSpPr/>
          <p:nvPr/>
        </p:nvGrpSpPr>
        <p:grpSpPr>
          <a:xfrm>
            <a:off x="436245" y="2761164"/>
            <a:ext cx="3638550" cy="1065977"/>
            <a:chOff x="4276725" y="2563044"/>
            <a:chExt cx="3638550" cy="1065977"/>
          </a:xfrm>
        </p:grpSpPr>
        <p:sp>
          <p:nvSpPr>
            <p:cNvPr id="14" name="四角形: 角を丸くする 13">
              <a:extLst>
                <a:ext uri="{FF2B5EF4-FFF2-40B4-BE49-F238E27FC236}">
                  <a16:creationId xmlns:a16="http://schemas.microsoft.com/office/drawing/2014/main" id="{7677AEE9-4CD7-D4FF-0D19-A8F8A3FCC974}"/>
                </a:ext>
              </a:extLst>
            </p:cNvPr>
            <p:cNvSpPr/>
            <p:nvPr/>
          </p:nvSpPr>
          <p:spPr>
            <a:xfrm>
              <a:off x="4276725" y="2563044"/>
              <a:ext cx="3638550" cy="106597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15" name="四角形: 角を丸くする 14">
              <a:extLst>
                <a:ext uri="{FF2B5EF4-FFF2-40B4-BE49-F238E27FC236}">
                  <a16:creationId xmlns:a16="http://schemas.microsoft.com/office/drawing/2014/main" id="{A9206316-7AB2-697B-B923-FAC5FBAE9BF4}"/>
                </a:ext>
              </a:extLst>
            </p:cNvPr>
            <p:cNvSpPr/>
            <p:nvPr/>
          </p:nvSpPr>
          <p:spPr>
            <a:xfrm>
              <a:off x="4364576" y="2629980"/>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16" name="四角形: 角を丸くする 15">
              <a:extLst>
                <a:ext uri="{FF2B5EF4-FFF2-40B4-BE49-F238E27FC236}">
                  <a16:creationId xmlns:a16="http://schemas.microsoft.com/office/drawing/2014/main" id="{CF4A9E58-F402-24DA-E140-B62857050E5C}"/>
                </a:ext>
              </a:extLst>
            </p:cNvPr>
            <p:cNvSpPr/>
            <p:nvPr/>
          </p:nvSpPr>
          <p:spPr>
            <a:xfrm>
              <a:off x="5015135" y="2629979"/>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grpSp>
      <p:grpSp>
        <p:nvGrpSpPr>
          <p:cNvPr id="78" name="グループ化 77">
            <a:extLst>
              <a:ext uri="{FF2B5EF4-FFF2-40B4-BE49-F238E27FC236}">
                <a16:creationId xmlns:a16="http://schemas.microsoft.com/office/drawing/2014/main" id="{DFD806CB-5FC7-4797-DB82-4921A386354D}"/>
              </a:ext>
            </a:extLst>
          </p:cNvPr>
          <p:cNvGrpSpPr/>
          <p:nvPr/>
        </p:nvGrpSpPr>
        <p:grpSpPr>
          <a:xfrm>
            <a:off x="436243" y="3930597"/>
            <a:ext cx="3613742" cy="1065977"/>
            <a:chOff x="4276723" y="3732477"/>
            <a:chExt cx="3613742" cy="1065977"/>
          </a:xfrm>
        </p:grpSpPr>
        <p:sp>
          <p:nvSpPr>
            <p:cNvPr id="17" name="四角形: 角を丸くする 16">
              <a:extLst>
                <a:ext uri="{FF2B5EF4-FFF2-40B4-BE49-F238E27FC236}">
                  <a16:creationId xmlns:a16="http://schemas.microsoft.com/office/drawing/2014/main" id="{A6FCD5FB-6E62-CAD3-B933-547335C12107}"/>
                </a:ext>
              </a:extLst>
            </p:cNvPr>
            <p:cNvSpPr/>
            <p:nvPr/>
          </p:nvSpPr>
          <p:spPr>
            <a:xfrm>
              <a:off x="4276723" y="3732477"/>
              <a:ext cx="3613742" cy="106597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18" name="四角形: 角を丸くする 17">
              <a:extLst>
                <a:ext uri="{FF2B5EF4-FFF2-40B4-BE49-F238E27FC236}">
                  <a16:creationId xmlns:a16="http://schemas.microsoft.com/office/drawing/2014/main" id="{8B108E04-1E86-C15A-B9A9-945DE57C8B34}"/>
                </a:ext>
              </a:extLst>
            </p:cNvPr>
            <p:cNvSpPr/>
            <p:nvPr/>
          </p:nvSpPr>
          <p:spPr>
            <a:xfrm>
              <a:off x="4364576" y="379861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A8D2093A-B72A-0FDF-51BD-C9E89CC6E1EB}"/>
                </a:ext>
              </a:extLst>
            </p:cNvPr>
            <p:cNvSpPr/>
            <p:nvPr/>
          </p:nvSpPr>
          <p:spPr>
            <a:xfrm>
              <a:off x="5015135" y="379399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grpSp>
      <p:grpSp>
        <p:nvGrpSpPr>
          <p:cNvPr id="79" name="グループ化 78">
            <a:extLst>
              <a:ext uri="{FF2B5EF4-FFF2-40B4-BE49-F238E27FC236}">
                <a16:creationId xmlns:a16="http://schemas.microsoft.com/office/drawing/2014/main" id="{B5DBE59F-FA8E-B718-A76F-940669EB3948}"/>
              </a:ext>
            </a:extLst>
          </p:cNvPr>
          <p:cNvGrpSpPr/>
          <p:nvPr/>
        </p:nvGrpSpPr>
        <p:grpSpPr>
          <a:xfrm>
            <a:off x="423838" y="5094409"/>
            <a:ext cx="3638552" cy="1065977"/>
            <a:chOff x="4264318" y="4896289"/>
            <a:chExt cx="3638552" cy="1065977"/>
          </a:xfrm>
        </p:grpSpPr>
        <p:sp>
          <p:nvSpPr>
            <p:cNvPr id="20" name="四角形: 角を丸くする 19">
              <a:extLst>
                <a:ext uri="{FF2B5EF4-FFF2-40B4-BE49-F238E27FC236}">
                  <a16:creationId xmlns:a16="http://schemas.microsoft.com/office/drawing/2014/main" id="{2DD57944-8466-6824-6F23-EB2E7A1DAE37}"/>
                </a:ext>
              </a:extLst>
            </p:cNvPr>
            <p:cNvSpPr/>
            <p:nvPr/>
          </p:nvSpPr>
          <p:spPr>
            <a:xfrm>
              <a:off x="4264318" y="4896289"/>
              <a:ext cx="3638552" cy="106597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21" name="四角形: 角を丸くする 20">
              <a:extLst>
                <a:ext uri="{FF2B5EF4-FFF2-40B4-BE49-F238E27FC236}">
                  <a16:creationId xmlns:a16="http://schemas.microsoft.com/office/drawing/2014/main" id="{0909CF9B-0300-D910-1852-80FE4019C2BE}"/>
                </a:ext>
              </a:extLst>
            </p:cNvPr>
            <p:cNvSpPr/>
            <p:nvPr/>
          </p:nvSpPr>
          <p:spPr>
            <a:xfrm>
              <a:off x="4364576" y="494783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54" name="四角形: 角を丸くする 53">
              <a:extLst>
                <a:ext uri="{FF2B5EF4-FFF2-40B4-BE49-F238E27FC236}">
                  <a16:creationId xmlns:a16="http://schemas.microsoft.com/office/drawing/2014/main" id="{4FFEC20C-E00E-87A8-D577-15A40D286535}"/>
                </a:ext>
              </a:extLst>
            </p:cNvPr>
            <p:cNvSpPr/>
            <p:nvPr/>
          </p:nvSpPr>
          <p:spPr>
            <a:xfrm>
              <a:off x="5015135" y="494783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grpSp>
      <p:sp>
        <p:nvSpPr>
          <p:cNvPr id="12" name="正方形/長方形 11">
            <a:extLst>
              <a:ext uri="{FF2B5EF4-FFF2-40B4-BE49-F238E27FC236}">
                <a16:creationId xmlns:a16="http://schemas.microsoft.com/office/drawing/2014/main" id="{FF784268-3D3C-7857-F3C3-192972B057C5}"/>
              </a:ext>
            </a:extLst>
          </p:cNvPr>
          <p:cNvSpPr/>
          <p:nvPr/>
        </p:nvSpPr>
        <p:spPr>
          <a:xfrm>
            <a:off x="262472" y="777433"/>
            <a:ext cx="3994956" cy="1880274"/>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正方形/長方形 1">
            <a:extLst>
              <a:ext uri="{FF2B5EF4-FFF2-40B4-BE49-F238E27FC236}">
                <a16:creationId xmlns:a16="http://schemas.microsoft.com/office/drawing/2014/main" id="{3F8BE0F7-3234-DB38-BD67-4F093464B527}"/>
              </a:ext>
            </a:extLst>
          </p:cNvPr>
          <p:cNvSpPr/>
          <p:nvPr/>
        </p:nvSpPr>
        <p:spPr>
          <a:xfrm>
            <a:off x="262474" y="761201"/>
            <a:ext cx="3994956" cy="1880274"/>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4EF4D3DA-AFD3-1826-2A90-9555BD599918}"/>
              </a:ext>
            </a:extLst>
          </p:cNvPr>
          <p:cNvSpPr txBox="1"/>
          <p:nvPr/>
        </p:nvSpPr>
        <p:spPr>
          <a:xfrm>
            <a:off x="317183" y="1270591"/>
            <a:ext cx="3888477" cy="1200329"/>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a:t>
            </a:r>
            <a:endParaRPr lang="en-US" altLang="ja-JP" sz="1200" dirty="0"/>
          </a:p>
          <a:p>
            <a:r>
              <a:rPr lang="ja-JP" altLang="en-US" sz="1200" dirty="0"/>
              <a:t>▢健康 ▢工学 ▢国際 ▢情報 ▢人権 ▢数学</a:t>
            </a:r>
            <a:endParaRPr lang="en-US" altLang="ja-JP" sz="1200" dirty="0"/>
          </a:p>
          <a:p>
            <a:r>
              <a:rPr lang="ja-JP" altLang="en-US" sz="1200" dirty="0"/>
              <a:t>▢スポーツ ▢生物 ▢福祉 ▢物理 ▢文化 ▢歴史</a:t>
            </a:r>
            <a:endParaRPr lang="en-US" altLang="ja-JP" sz="1200" dirty="0"/>
          </a:p>
          <a:p>
            <a:r>
              <a:rPr lang="ja-JP" altLang="en-US" sz="1200" dirty="0"/>
              <a:t>▢その他</a:t>
            </a:r>
            <a:endParaRPr lang="en-US" altLang="ja-JP" sz="1200" dirty="0"/>
          </a:p>
        </p:txBody>
      </p:sp>
      <p:sp>
        <p:nvSpPr>
          <p:cNvPr id="7" name="四角形: 角を丸くする 6">
            <a:extLst>
              <a:ext uri="{FF2B5EF4-FFF2-40B4-BE49-F238E27FC236}">
                <a16:creationId xmlns:a16="http://schemas.microsoft.com/office/drawing/2014/main" id="{6872010D-EDA7-7259-658E-FDF4685E8B71}"/>
              </a:ext>
            </a:extLst>
          </p:cNvPr>
          <p:cNvSpPr/>
          <p:nvPr/>
        </p:nvSpPr>
        <p:spPr>
          <a:xfrm>
            <a:off x="317183" y="880888"/>
            <a:ext cx="3529012"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8" name="四角形: 角を丸くする 7">
            <a:extLst>
              <a:ext uri="{FF2B5EF4-FFF2-40B4-BE49-F238E27FC236}">
                <a16:creationId xmlns:a16="http://schemas.microsoft.com/office/drawing/2014/main" id="{D1BD0A09-F348-7294-84AA-4A8CD9942A7D}"/>
              </a:ext>
            </a:extLst>
          </p:cNvPr>
          <p:cNvSpPr/>
          <p:nvPr/>
        </p:nvSpPr>
        <p:spPr>
          <a:xfrm>
            <a:off x="3894310" y="880887"/>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9" name="四角形: 角を丸くする 8">
            <a:extLst>
              <a:ext uri="{FF2B5EF4-FFF2-40B4-BE49-F238E27FC236}">
                <a16:creationId xmlns:a16="http://schemas.microsoft.com/office/drawing/2014/main" id="{03A1BBE9-F63D-02A0-D352-0BBA5B5B56FB}"/>
              </a:ext>
            </a:extLst>
          </p:cNvPr>
          <p:cNvSpPr/>
          <p:nvPr/>
        </p:nvSpPr>
        <p:spPr>
          <a:xfrm>
            <a:off x="-88900" y="-63500"/>
            <a:ext cx="1910232" cy="492054"/>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システムの概要</a:t>
            </a:r>
            <a:endParaRPr kumimoji="1" lang="ja-JP" altLang="en-US" dirty="0"/>
          </a:p>
        </p:txBody>
      </p:sp>
      <p:sp>
        <p:nvSpPr>
          <p:cNvPr id="81" name="テキスト ボックス 80">
            <a:extLst>
              <a:ext uri="{FF2B5EF4-FFF2-40B4-BE49-F238E27FC236}">
                <a16:creationId xmlns:a16="http://schemas.microsoft.com/office/drawing/2014/main" id="{3A934F26-9C08-4BBA-1EAB-8440FA5C88C4}"/>
              </a:ext>
            </a:extLst>
          </p:cNvPr>
          <p:cNvSpPr txBox="1"/>
          <p:nvPr/>
        </p:nvSpPr>
        <p:spPr>
          <a:xfrm>
            <a:off x="2897188" y="146050"/>
            <a:ext cx="6401311" cy="369332"/>
          </a:xfrm>
          <a:prstGeom prst="rect">
            <a:avLst/>
          </a:prstGeom>
          <a:noFill/>
        </p:spPr>
        <p:txBody>
          <a:bodyPr wrap="square" rtlCol="0">
            <a:spAutoFit/>
          </a:bodyPr>
          <a:lstStyle/>
          <a:p>
            <a:pPr algn="ctr"/>
            <a:r>
              <a:rPr lang="ja-JP" altLang="en-US" dirty="0">
                <a:solidFill>
                  <a:schemeClr val="bg1"/>
                </a:solidFill>
              </a:rPr>
              <a:t>レスポンシブデザイン対応</a:t>
            </a:r>
            <a:endParaRPr lang="en-US" altLang="ja-JP" dirty="0">
              <a:solidFill>
                <a:schemeClr val="bg1"/>
              </a:solidFill>
            </a:endParaRPr>
          </a:p>
        </p:txBody>
      </p:sp>
      <p:sp>
        <p:nvSpPr>
          <p:cNvPr id="83" name="四角形: 角を丸くする 82">
            <a:extLst>
              <a:ext uri="{FF2B5EF4-FFF2-40B4-BE49-F238E27FC236}">
                <a16:creationId xmlns:a16="http://schemas.microsoft.com/office/drawing/2014/main" id="{EEEB79D7-9A0F-1635-6368-E145E7B950EC}"/>
              </a:ext>
            </a:extLst>
          </p:cNvPr>
          <p:cNvSpPr/>
          <p:nvPr/>
        </p:nvSpPr>
        <p:spPr>
          <a:xfrm>
            <a:off x="-33153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4" name="四角形: 角を丸くする 83">
            <a:extLst>
              <a:ext uri="{FF2B5EF4-FFF2-40B4-BE49-F238E27FC236}">
                <a16:creationId xmlns:a16="http://schemas.microsoft.com/office/drawing/2014/main" id="{12C01E90-F80B-CCFC-4D0B-9CC6DBDF42B1}"/>
              </a:ext>
            </a:extLst>
          </p:cNvPr>
          <p:cNvSpPr/>
          <p:nvPr/>
        </p:nvSpPr>
        <p:spPr>
          <a:xfrm>
            <a:off x="12320238"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85" name="四角形: 角を丸くする 84">
            <a:extLst>
              <a:ext uri="{FF2B5EF4-FFF2-40B4-BE49-F238E27FC236}">
                <a16:creationId xmlns:a16="http://schemas.microsoft.com/office/drawing/2014/main" id="{1CFA6F67-8949-3614-7257-A302BCA4CB22}"/>
              </a:ext>
            </a:extLst>
          </p:cNvPr>
          <p:cNvSpPr/>
          <p:nvPr/>
        </p:nvSpPr>
        <p:spPr>
          <a:xfrm>
            <a:off x="14015688"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86" name="四角形: 角を丸くする 85">
            <a:extLst>
              <a:ext uri="{FF2B5EF4-FFF2-40B4-BE49-F238E27FC236}">
                <a16:creationId xmlns:a16="http://schemas.microsoft.com/office/drawing/2014/main" id="{D2EBEA2F-4F08-FB4A-C4BF-FD579BC31B37}"/>
              </a:ext>
            </a:extLst>
          </p:cNvPr>
          <p:cNvSpPr/>
          <p:nvPr/>
        </p:nvSpPr>
        <p:spPr>
          <a:xfrm>
            <a:off x="-16198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3" name="テキスト ボックス 2">
            <a:extLst>
              <a:ext uri="{FF2B5EF4-FFF2-40B4-BE49-F238E27FC236}">
                <a16:creationId xmlns:a16="http://schemas.microsoft.com/office/drawing/2014/main" id="{024B7632-54E1-840D-8F48-FA48026BA2BD}"/>
              </a:ext>
            </a:extLst>
          </p:cNvPr>
          <p:cNvSpPr txBox="1"/>
          <p:nvPr/>
        </p:nvSpPr>
        <p:spPr>
          <a:xfrm>
            <a:off x="3080004" y="2414016"/>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4" name="正方形/長方形 3">
            <a:extLst>
              <a:ext uri="{FF2B5EF4-FFF2-40B4-BE49-F238E27FC236}">
                <a16:creationId xmlns:a16="http://schemas.microsoft.com/office/drawing/2014/main" id="{68CABD47-907E-0F36-0C11-45DFAC660843}"/>
              </a:ext>
            </a:extLst>
          </p:cNvPr>
          <p:cNvSpPr>
            <a:spLocks/>
          </p:cNvSpPr>
          <p:nvPr/>
        </p:nvSpPr>
        <p:spPr>
          <a:xfrm>
            <a:off x="4641904" y="761201"/>
            <a:ext cx="7346864" cy="593199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DD248564-2C22-D466-2435-5CA62B277E70}"/>
              </a:ext>
            </a:extLst>
          </p:cNvPr>
          <p:cNvGrpSpPr/>
          <p:nvPr/>
        </p:nvGrpSpPr>
        <p:grpSpPr>
          <a:xfrm>
            <a:off x="8198190" y="3753247"/>
            <a:ext cx="3613741" cy="1595250"/>
            <a:chOff x="4276723" y="6051832"/>
            <a:chExt cx="3613741" cy="1595250"/>
          </a:xfrm>
        </p:grpSpPr>
        <p:sp>
          <p:nvSpPr>
            <p:cNvPr id="10" name="四角形: 角を丸くする 9">
              <a:extLst>
                <a:ext uri="{FF2B5EF4-FFF2-40B4-BE49-F238E27FC236}">
                  <a16:creationId xmlns:a16="http://schemas.microsoft.com/office/drawing/2014/main" id="{736FEDBB-DAE1-BC8D-995D-F8C686C3E332}"/>
                </a:ext>
              </a:extLst>
            </p:cNvPr>
            <p:cNvSpPr/>
            <p:nvPr/>
          </p:nvSpPr>
          <p:spPr>
            <a:xfrm>
              <a:off x="4276723" y="6051832"/>
              <a:ext cx="3613741" cy="1595250"/>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　　   ♡</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世界共通の言葉を作ろう</a:t>
              </a:r>
              <a:r>
                <a:rPr lang="en-US" altLang="ja-JP" sz="1200" b="1" dirty="0">
                  <a:solidFill>
                    <a:schemeClr val="tx1"/>
                  </a:solidFill>
                </a:rPr>
                <a:t>!</a:t>
              </a:r>
            </a:p>
            <a:p>
              <a:endParaRPr lang="en-US" altLang="ja-JP" sz="800" dirty="0">
                <a:solidFill>
                  <a:schemeClr val="tx1"/>
                </a:solidFill>
              </a:endParaRPr>
            </a:p>
            <a:p>
              <a:r>
                <a:rPr kumimoji="1" lang="ja-JP" altLang="en-US" sz="800" dirty="0">
                  <a:solidFill>
                    <a:schemeClr val="tx1"/>
                  </a:solidFill>
                </a:rPr>
                <a:t>占市悠太 九岡雄介 山木優</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英語 ユニバーサルデザイン </a:t>
              </a:r>
              <a:r>
                <a:rPr lang="en-US" altLang="ja-JP" sz="800" dirty="0">
                  <a:solidFill>
                    <a:schemeClr val="tx1"/>
                  </a:solidFill>
                </a:rPr>
                <a:t>SNS</a:t>
              </a:r>
              <a:r>
                <a:rPr lang="ja-JP" altLang="en-US" sz="800" dirty="0">
                  <a:solidFill>
                    <a:schemeClr val="tx1"/>
                  </a:solidFill>
                </a:rPr>
                <a:t> </a:t>
              </a:r>
              <a:r>
                <a:rPr lang="en-US" altLang="ja-JP" sz="800" dirty="0">
                  <a:solidFill>
                    <a:schemeClr val="tx1"/>
                  </a:solidFill>
                </a:rPr>
                <a:t>AI</a:t>
              </a:r>
              <a:r>
                <a:rPr lang="ja-JP" altLang="en-US" sz="800" dirty="0">
                  <a:solidFill>
                    <a:schemeClr val="tx1"/>
                  </a:solidFill>
                </a:rPr>
                <a:t> 言語ベクトル</a:t>
              </a:r>
              <a:endParaRPr kumimoji="1" lang="en-US" altLang="ja-JP" sz="1050" dirty="0">
                <a:solidFill>
                  <a:schemeClr val="tx1"/>
                </a:solidFill>
              </a:endParaRPr>
            </a:p>
          </p:txBody>
        </p:sp>
        <p:sp>
          <p:nvSpPr>
            <p:cNvPr id="22" name="四角形: 角を丸くする 21">
              <a:extLst>
                <a:ext uri="{FF2B5EF4-FFF2-40B4-BE49-F238E27FC236}">
                  <a16:creationId xmlns:a16="http://schemas.microsoft.com/office/drawing/2014/main" id="{8227582D-71DA-B003-5529-82F24D8B5C99}"/>
                </a:ext>
              </a:extLst>
            </p:cNvPr>
            <p:cNvSpPr/>
            <p:nvPr/>
          </p:nvSpPr>
          <p:spPr>
            <a:xfrm>
              <a:off x="4364574" y="621000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言語</a:t>
              </a:r>
              <a:endParaRPr kumimoji="1" lang="ja-JP" altLang="en-US" sz="1200" dirty="0">
                <a:solidFill>
                  <a:schemeClr val="tx1"/>
                </a:solidFill>
              </a:endParaRPr>
            </a:p>
          </p:txBody>
        </p:sp>
        <p:sp>
          <p:nvSpPr>
            <p:cNvPr id="23" name="四角形: 角を丸くする 22">
              <a:extLst>
                <a:ext uri="{FF2B5EF4-FFF2-40B4-BE49-F238E27FC236}">
                  <a16:creationId xmlns:a16="http://schemas.microsoft.com/office/drawing/2014/main" id="{65203FF9-3AB1-6F4F-B084-92680312DB22}"/>
                </a:ext>
              </a:extLst>
            </p:cNvPr>
            <p:cNvSpPr/>
            <p:nvPr/>
          </p:nvSpPr>
          <p:spPr>
            <a:xfrm>
              <a:off x="5015134" y="621000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国際</a:t>
              </a:r>
            </a:p>
          </p:txBody>
        </p:sp>
        <p:sp>
          <p:nvSpPr>
            <p:cNvPr id="24" name="四角形: 角を丸くする 23">
              <a:extLst>
                <a:ext uri="{FF2B5EF4-FFF2-40B4-BE49-F238E27FC236}">
                  <a16:creationId xmlns:a16="http://schemas.microsoft.com/office/drawing/2014/main" id="{3D0E22A8-C423-7DFB-FFF0-D4B7C987A258}"/>
                </a:ext>
              </a:extLst>
            </p:cNvPr>
            <p:cNvSpPr/>
            <p:nvPr/>
          </p:nvSpPr>
          <p:spPr>
            <a:xfrm>
              <a:off x="5659388" y="6210007"/>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福祉</a:t>
              </a:r>
            </a:p>
          </p:txBody>
        </p:sp>
      </p:grpSp>
      <p:grpSp>
        <p:nvGrpSpPr>
          <p:cNvPr id="25" name="グループ化 24">
            <a:extLst>
              <a:ext uri="{FF2B5EF4-FFF2-40B4-BE49-F238E27FC236}">
                <a16:creationId xmlns:a16="http://schemas.microsoft.com/office/drawing/2014/main" id="{008F9B5F-BDBA-B385-BC4B-92CD12683F10}"/>
              </a:ext>
            </a:extLst>
          </p:cNvPr>
          <p:cNvGrpSpPr/>
          <p:nvPr/>
        </p:nvGrpSpPr>
        <p:grpSpPr>
          <a:xfrm>
            <a:off x="4736408" y="2124717"/>
            <a:ext cx="3241732" cy="1468655"/>
            <a:chOff x="4276725" y="2563043"/>
            <a:chExt cx="3241732" cy="1468655"/>
          </a:xfrm>
        </p:grpSpPr>
        <p:sp>
          <p:nvSpPr>
            <p:cNvPr id="26" name="四角形: 角を丸くする 25">
              <a:extLst>
                <a:ext uri="{FF2B5EF4-FFF2-40B4-BE49-F238E27FC236}">
                  <a16:creationId xmlns:a16="http://schemas.microsoft.com/office/drawing/2014/main" id="{6973889E-E12D-C45C-8EDA-9926E390EFFC}"/>
                </a:ext>
              </a:extLst>
            </p:cNvPr>
            <p:cNvSpPr/>
            <p:nvPr/>
          </p:nvSpPr>
          <p:spPr>
            <a:xfrm>
              <a:off x="4276725" y="2563043"/>
              <a:ext cx="3241732" cy="1468655"/>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endParaRPr lang="en-US" altLang="ja-JP" sz="1200" b="1" dirty="0">
                <a:solidFill>
                  <a:schemeClr val="tx1"/>
                </a:solidFill>
              </a:endParaRPr>
            </a:p>
            <a:p>
              <a:r>
                <a:rPr lang="en-US" altLang="ja-JP" sz="1200" b="1" dirty="0">
                  <a:solidFill>
                    <a:schemeClr val="tx1"/>
                  </a:solidFill>
                </a:rPr>
                <a:t>Shoun Poster Finder</a:t>
              </a:r>
            </a:p>
            <a:p>
              <a:endParaRPr lang="en-US" altLang="ja-JP" sz="800" dirty="0">
                <a:solidFill>
                  <a:schemeClr val="tx1"/>
                </a:solidFill>
              </a:endParaRPr>
            </a:p>
            <a:p>
              <a:r>
                <a:rPr kumimoji="1" lang="ja-JP" altLang="en-US" sz="800" dirty="0">
                  <a:solidFill>
                    <a:schemeClr val="tx1"/>
                  </a:solidFill>
                </a:rPr>
                <a:t>木村湊 公文惟翔</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検索 システム 探究</a:t>
              </a:r>
              <a:endParaRPr kumimoji="1" lang="en-US" altLang="ja-JP" sz="800" dirty="0">
                <a:solidFill>
                  <a:schemeClr val="tx1"/>
                </a:solidFill>
              </a:endParaRPr>
            </a:p>
          </p:txBody>
        </p:sp>
        <p:sp>
          <p:nvSpPr>
            <p:cNvPr id="27" name="四角形: 角を丸くする 26">
              <a:extLst>
                <a:ext uri="{FF2B5EF4-FFF2-40B4-BE49-F238E27FC236}">
                  <a16:creationId xmlns:a16="http://schemas.microsoft.com/office/drawing/2014/main" id="{7E0F9EFD-168D-4766-9414-C5FA178A8119}"/>
                </a:ext>
              </a:extLst>
            </p:cNvPr>
            <p:cNvSpPr/>
            <p:nvPr/>
          </p:nvSpPr>
          <p:spPr>
            <a:xfrm>
              <a:off x="4355991" y="271658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28" name="四角形: 角を丸くする 27">
              <a:extLst>
                <a:ext uri="{FF2B5EF4-FFF2-40B4-BE49-F238E27FC236}">
                  <a16:creationId xmlns:a16="http://schemas.microsoft.com/office/drawing/2014/main" id="{E68248E6-6CAB-DD0E-1965-45E9255A4CF7}"/>
                </a:ext>
              </a:extLst>
            </p:cNvPr>
            <p:cNvSpPr/>
            <p:nvPr/>
          </p:nvSpPr>
          <p:spPr>
            <a:xfrm>
              <a:off x="5004725" y="271658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情報</a:t>
              </a:r>
              <a:endParaRPr kumimoji="1" lang="ja-JP" altLang="en-US" sz="1200" dirty="0">
                <a:solidFill>
                  <a:schemeClr val="tx1"/>
                </a:solidFill>
              </a:endParaRPr>
            </a:p>
          </p:txBody>
        </p:sp>
      </p:grpSp>
      <p:grpSp>
        <p:nvGrpSpPr>
          <p:cNvPr id="29" name="グループ化 28">
            <a:extLst>
              <a:ext uri="{FF2B5EF4-FFF2-40B4-BE49-F238E27FC236}">
                <a16:creationId xmlns:a16="http://schemas.microsoft.com/office/drawing/2014/main" id="{79BCC2A4-9788-FBCF-C804-E8243B5F9E63}"/>
              </a:ext>
            </a:extLst>
          </p:cNvPr>
          <p:cNvGrpSpPr/>
          <p:nvPr/>
        </p:nvGrpSpPr>
        <p:grpSpPr>
          <a:xfrm>
            <a:off x="8198189" y="2124718"/>
            <a:ext cx="3613742" cy="1468654"/>
            <a:chOff x="4276723" y="3732477"/>
            <a:chExt cx="3613742" cy="1468654"/>
          </a:xfrm>
        </p:grpSpPr>
        <p:sp>
          <p:nvSpPr>
            <p:cNvPr id="30" name="四角形: 角を丸くする 29">
              <a:extLst>
                <a:ext uri="{FF2B5EF4-FFF2-40B4-BE49-F238E27FC236}">
                  <a16:creationId xmlns:a16="http://schemas.microsoft.com/office/drawing/2014/main" id="{5920509F-DCA0-9908-3F27-749E5FAE29F8}"/>
                </a:ext>
              </a:extLst>
            </p:cNvPr>
            <p:cNvSpPr/>
            <p:nvPr/>
          </p:nvSpPr>
          <p:spPr>
            <a:xfrm>
              <a:off x="4276723" y="3732477"/>
              <a:ext cx="3613742" cy="1468654"/>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lang="en-US" altLang="ja-JP" sz="1200" b="1" dirty="0">
                <a:solidFill>
                  <a:schemeClr val="tx1"/>
                </a:solidFill>
              </a:endParaRPr>
            </a:p>
            <a:p>
              <a:endParaRPr lang="en-US" altLang="ja-JP" sz="1200" b="1" dirty="0">
                <a:solidFill>
                  <a:schemeClr val="tx1"/>
                </a:solidFill>
              </a:endParaRPr>
            </a:p>
            <a:p>
              <a:r>
                <a:rPr lang="ja-JP" altLang="en-US" sz="1200" b="1" dirty="0">
                  <a:solidFill>
                    <a:schemeClr val="tx1"/>
                  </a:solidFill>
                </a:rPr>
                <a:t>紫外線による肌へのダメージ ～漢三人で挑む～</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田中太郎 鈴木次郎 斎藤三郎</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日焼け ガン </a:t>
              </a:r>
              <a:endParaRPr kumimoji="1" lang="en-US" altLang="ja-JP" sz="800" dirty="0">
                <a:solidFill>
                  <a:schemeClr val="tx1"/>
                </a:solidFill>
              </a:endParaRPr>
            </a:p>
          </p:txBody>
        </p:sp>
        <p:sp>
          <p:nvSpPr>
            <p:cNvPr id="31" name="四角形: 角を丸くする 30">
              <a:extLst>
                <a:ext uri="{FF2B5EF4-FFF2-40B4-BE49-F238E27FC236}">
                  <a16:creationId xmlns:a16="http://schemas.microsoft.com/office/drawing/2014/main" id="{5D0830CE-15AE-ADBF-1C7A-0E4644164BA1}"/>
                </a:ext>
              </a:extLst>
            </p:cNvPr>
            <p:cNvSpPr/>
            <p:nvPr/>
          </p:nvSpPr>
          <p:spPr>
            <a:xfrm>
              <a:off x="4364575" y="388601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化学</a:t>
              </a:r>
              <a:endParaRPr kumimoji="1" lang="ja-JP" altLang="en-US" sz="1200" dirty="0">
                <a:solidFill>
                  <a:schemeClr val="tx1"/>
                </a:solidFill>
              </a:endParaRPr>
            </a:p>
          </p:txBody>
        </p:sp>
        <p:sp>
          <p:nvSpPr>
            <p:cNvPr id="32" name="四角形: 角を丸くする 31">
              <a:extLst>
                <a:ext uri="{FF2B5EF4-FFF2-40B4-BE49-F238E27FC236}">
                  <a16:creationId xmlns:a16="http://schemas.microsoft.com/office/drawing/2014/main" id="{BF03DDF9-4C8E-DEE4-B226-790A545079D0}"/>
                </a:ext>
              </a:extLst>
            </p:cNvPr>
            <p:cNvSpPr/>
            <p:nvPr/>
          </p:nvSpPr>
          <p:spPr>
            <a:xfrm>
              <a:off x="5015135" y="3886014"/>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健康</a:t>
              </a:r>
            </a:p>
          </p:txBody>
        </p:sp>
      </p:grpSp>
      <p:grpSp>
        <p:nvGrpSpPr>
          <p:cNvPr id="33" name="グループ化 32">
            <a:extLst>
              <a:ext uri="{FF2B5EF4-FFF2-40B4-BE49-F238E27FC236}">
                <a16:creationId xmlns:a16="http://schemas.microsoft.com/office/drawing/2014/main" id="{97A71AD3-1420-2B94-1FEA-1301CA606797}"/>
              </a:ext>
            </a:extLst>
          </p:cNvPr>
          <p:cNvGrpSpPr/>
          <p:nvPr/>
        </p:nvGrpSpPr>
        <p:grpSpPr>
          <a:xfrm>
            <a:off x="4736408" y="3757800"/>
            <a:ext cx="3241732" cy="1595250"/>
            <a:chOff x="4264318" y="4896289"/>
            <a:chExt cx="3241732" cy="1595250"/>
          </a:xfrm>
        </p:grpSpPr>
        <p:sp>
          <p:nvSpPr>
            <p:cNvPr id="34" name="四角形: 角を丸くする 33">
              <a:extLst>
                <a:ext uri="{FF2B5EF4-FFF2-40B4-BE49-F238E27FC236}">
                  <a16:creationId xmlns:a16="http://schemas.microsoft.com/office/drawing/2014/main" id="{9E47055C-49D4-8BB4-702E-25A98C82977C}"/>
                </a:ext>
              </a:extLst>
            </p:cNvPr>
            <p:cNvSpPr/>
            <p:nvPr/>
          </p:nvSpPr>
          <p:spPr>
            <a:xfrm>
              <a:off x="4264318" y="4896289"/>
              <a:ext cx="3241732" cy="1595250"/>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絵本と呼べるのはどこから？ーマンガも絵本</a:t>
              </a:r>
              <a:r>
                <a:rPr lang="en-US" altLang="ja-JP" sz="1200" b="1" dirty="0">
                  <a:solidFill>
                    <a:schemeClr val="tx1"/>
                  </a:solidFill>
                </a:rPr>
                <a:t>!?</a:t>
              </a:r>
              <a:r>
                <a:rPr lang="ja-JP" altLang="en-US" sz="1200" b="1" dirty="0">
                  <a:solidFill>
                    <a:schemeClr val="tx1"/>
                  </a:solidFill>
                </a:rPr>
                <a:t>ー</a:t>
              </a:r>
              <a:endParaRPr lang="en-US" altLang="ja-JP" sz="1200" b="1" dirty="0">
                <a:solidFill>
                  <a:schemeClr val="tx1"/>
                </a:solidFill>
              </a:endParaRPr>
            </a:p>
            <a:p>
              <a:endParaRPr lang="en-US" altLang="ja-JP" sz="800" dirty="0">
                <a:solidFill>
                  <a:schemeClr val="tx1"/>
                </a:solidFill>
              </a:endParaRPr>
            </a:p>
            <a:p>
              <a:r>
                <a:rPr kumimoji="1" lang="ja-JP" altLang="en-US" sz="800" dirty="0">
                  <a:solidFill>
                    <a:schemeClr val="tx1"/>
                  </a:solidFill>
                </a:rPr>
                <a:t>榊原眞己 駒井久美子</a:t>
              </a:r>
              <a:endParaRPr kumimoji="1"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統計 デザイン</a:t>
              </a:r>
              <a:endParaRPr kumimoji="1" lang="en-US" altLang="ja-JP" sz="800" dirty="0">
                <a:solidFill>
                  <a:schemeClr val="tx1"/>
                </a:solidFill>
              </a:endParaRPr>
            </a:p>
          </p:txBody>
        </p:sp>
        <p:sp>
          <p:nvSpPr>
            <p:cNvPr id="35" name="四角形: 角を丸くする 34">
              <a:extLst>
                <a:ext uri="{FF2B5EF4-FFF2-40B4-BE49-F238E27FC236}">
                  <a16:creationId xmlns:a16="http://schemas.microsoft.com/office/drawing/2014/main" id="{4E7962FF-3D8A-4C9C-5635-7EFFCCD6A28B}"/>
                </a:ext>
              </a:extLst>
            </p:cNvPr>
            <p:cNvSpPr/>
            <p:nvPr/>
          </p:nvSpPr>
          <p:spPr>
            <a:xfrm>
              <a:off x="4358373" y="504993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教育</a:t>
              </a:r>
            </a:p>
          </p:txBody>
        </p:sp>
        <p:sp>
          <p:nvSpPr>
            <p:cNvPr id="36" name="四角形: 角を丸くする 35">
              <a:extLst>
                <a:ext uri="{FF2B5EF4-FFF2-40B4-BE49-F238E27FC236}">
                  <a16:creationId xmlns:a16="http://schemas.microsoft.com/office/drawing/2014/main" id="{02C479A1-1E14-8D7E-F9C8-22FF51CF5BAC}"/>
                </a:ext>
              </a:extLst>
            </p:cNvPr>
            <p:cNvSpPr/>
            <p:nvPr/>
          </p:nvSpPr>
          <p:spPr>
            <a:xfrm>
              <a:off x="5015136" y="5049911"/>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芸術</a:t>
              </a:r>
              <a:endParaRPr kumimoji="1" lang="ja-JP" altLang="en-US" sz="1200" dirty="0">
                <a:solidFill>
                  <a:schemeClr val="tx1"/>
                </a:solidFill>
              </a:endParaRPr>
            </a:p>
          </p:txBody>
        </p:sp>
      </p:grpSp>
      <p:sp>
        <p:nvSpPr>
          <p:cNvPr id="37" name="正方形/長方形 36">
            <a:extLst>
              <a:ext uri="{FF2B5EF4-FFF2-40B4-BE49-F238E27FC236}">
                <a16:creationId xmlns:a16="http://schemas.microsoft.com/office/drawing/2014/main" id="{A169DFE1-0FF8-9678-7D84-CF6647EE733F}"/>
              </a:ext>
            </a:extLst>
          </p:cNvPr>
          <p:cNvSpPr/>
          <p:nvPr/>
        </p:nvSpPr>
        <p:spPr>
          <a:xfrm>
            <a:off x="4641902" y="777433"/>
            <a:ext cx="7346863" cy="1238984"/>
          </a:xfrm>
          <a:prstGeom prst="rect">
            <a:avLst/>
          </a:prstGeom>
          <a:solidFill>
            <a:schemeClr val="bg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8" name="正方形/長方形 37">
            <a:extLst>
              <a:ext uri="{FF2B5EF4-FFF2-40B4-BE49-F238E27FC236}">
                <a16:creationId xmlns:a16="http://schemas.microsoft.com/office/drawing/2014/main" id="{6BE32AC0-FEEE-4B65-773A-B0C26C1D3DF5}"/>
              </a:ext>
            </a:extLst>
          </p:cNvPr>
          <p:cNvSpPr/>
          <p:nvPr/>
        </p:nvSpPr>
        <p:spPr>
          <a:xfrm>
            <a:off x="4641905" y="761200"/>
            <a:ext cx="7346860" cy="1238984"/>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テキスト ボックス 38">
            <a:extLst>
              <a:ext uri="{FF2B5EF4-FFF2-40B4-BE49-F238E27FC236}">
                <a16:creationId xmlns:a16="http://schemas.microsoft.com/office/drawing/2014/main" id="{D98374D1-74F3-8180-EC72-1DC134899787}"/>
              </a:ext>
            </a:extLst>
          </p:cNvPr>
          <p:cNvSpPr txBox="1"/>
          <p:nvPr/>
        </p:nvSpPr>
        <p:spPr>
          <a:xfrm>
            <a:off x="4696614" y="1270590"/>
            <a:ext cx="7232912" cy="646331"/>
          </a:xfrm>
          <a:prstGeom prst="rect">
            <a:avLst/>
          </a:prstGeom>
          <a:noFill/>
        </p:spPr>
        <p:txBody>
          <a:bodyPr wrap="square" rtlCol="0">
            <a:spAutoFit/>
          </a:bodyPr>
          <a:lstStyle/>
          <a:p>
            <a:r>
              <a:rPr kumimoji="1" lang="ja-JP" altLang="en-US" sz="1200" dirty="0"/>
              <a:t>▢</a:t>
            </a:r>
            <a:r>
              <a:rPr kumimoji="1" lang="en-US" altLang="ja-JP" sz="1200" dirty="0"/>
              <a:t>15</a:t>
            </a:r>
            <a:r>
              <a:rPr kumimoji="1" lang="ja-JP" altLang="en-US" sz="1200" dirty="0"/>
              <a:t>期 ▢</a:t>
            </a:r>
            <a:r>
              <a:rPr kumimoji="1" lang="en-US" altLang="ja-JP" sz="1200" dirty="0"/>
              <a:t>16</a:t>
            </a:r>
            <a:r>
              <a:rPr kumimoji="1" lang="ja-JP" altLang="en-US" sz="1200" dirty="0"/>
              <a:t>期 ▢</a:t>
            </a:r>
            <a:r>
              <a:rPr kumimoji="1" lang="en-US" altLang="ja-JP" sz="1200" dirty="0"/>
              <a:t>17</a:t>
            </a:r>
            <a:r>
              <a:rPr kumimoji="1" lang="ja-JP" altLang="en-US" sz="1200" dirty="0"/>
              <a:t>期 ▢</a:t>
            </a:r>
            <a:r>
              <a:rPr kumimoji="1" lang="en-US" altLang="ja-JP" sz="1200" dirty="0"/>
              <a:t>18</a:t>
            </a:r>
            <a:r>
              <a:rPr kumimoji="1" lang="ja-JP" altLang="en-US" sz="1200" dirty="0"/>
              <a:t>期 ▢</a:t>
            </a:r>
            <a:r>
              <a:rPr kumimoji="1" lang="en-US" altLang="ja-JP" sz="1200" dirty="0"/>
              <a:t>19</a:t>
            </a:r>
            <a:r>
              <a:rPr kumimoji="1" lang="ja-JP" altLang="en-US" sz="1200" dirty="0"/>
              <a:t>期 ▢</a:t>
            </a:r>
            <a:r>
              <a:rPr kumimoji="1" lang="en-US" altLang="ja-JP" sz="1200" dirty="0"/>
              <a:t>20</a:t>
            </a:r>
            <a:r>
              <a:rPr kumimoji="1" lang="ja-JP" altLang="en-US" sz="1200" dirty="0"/>
              <a:t>期 ▢</a:t>
            </a:r>
            <a:r>
              <a:rPr kumimoji="1" lang="en-US" altLang="ja-JP" sz="1200" dirty="0"/>
              <a:t>21</a:t>
            </a:r>
            <a:r>
              <a:rPr kumimoji="1" lang="ja-JP" altLang="en-US" sz="1200" dirty="0"/>
              <a:t>期 ▢</a:t>
            </a:r>
            <a:r>
              <a:rPr kumimoji="1" lang="en-US" altLang="ja-JP" sz="1200" dirty="0"/>
              <a:t>22</a:t>
            </a:r>
            <a:r>
              <a:rPr kumimoji="1" lang="ja-JP" altLang="en-US" sz="1200" dirty="0"/>
              <a:t>期</a:t>
            </a:r>
            <a:endParaRPr kumimoji="1" lang="en-US" altLang="ja-JP" sz="1200" dirty="0"/>
          </a:p>
          <a:p>
            <a:r>
              <a:rPr lang="ja-JP" altLang="en-US" sz="1200" dirty="0"/>
              <a:t>▢化学 ▢環境 ▢教育 ▢経営 ▢経済 ▢芸術 ▢言語</a:t>
            </a:r>
            <a:r>
              <a:rPr lang="en-US" altLang="ja-JP" sz="1200" dirty="0"/>
              <a:t> </a:t>
            </a:r>
            <a:r>
              <a:rPr lang="ja-JP" altLang="en-US" sz="1200" dirty="0"/>
              <a:t>▢健康 ▢工学 ▢国際 ▢情報 ▢人権 ▢数学</a:t>
            </a:r>
            <a:r>
              <a:rPr lang="en-US" altLang="ja-JP" sz="1200" dirty="0"/>
              <a:t> </a:t>
            </a:r>
          </a:p>
          <a:p>
            <a:r>
              <a:rPr lang="ja-JP" altLang="en-US" sz="1200" dirty="0"/>
              <a:t>▢スポーツ ▢生物 ▢福祉 ▢物理 ▢文化 ▢歴史</a:t>
            </a:r>
            <a:r>
              <a:rPr lang="en-US" altLang="ja-JP" sz="1200" dirty="0"/>
              <a:t> </a:t>
            </a:r>
            <a:r>
              <a:rPr lang="ja-JP" altLang="en-US" sz="1200" dirty="0"/>
              <a:t>▢その他</a:t>
            </a:r>
            <a:endParaRPr lang="en-US" altLang="ja-JP" sz="1200" dirty="0"/>
          </a:p>
        </p:txBody>
      </p:sp>
      <p:sp>
        <p:nvSpPr>
          <p:cNvPr id="40" name="四角形: 角を丸くする 39">
            <a:extLst>
              <a:ext uri="{FF2B5EF4-FFF2-40B4-BE49-F238E27FC236}">
                <a16:creationId xmlns:a16="http://schemas.microsoft.com/office/drawing/2014/main" id="{7C9B7181-ADB1-1296-0346-1C98883A231D}"/>
              </a:ext>
            </a:extLst>
          </p:cNvPr>
          <p:cNvSpPr/>
          <p:nvPr/>
        </p:nvSpPr>
        <p:spPr>
          <a:xfrm>
            <a:off x="4696613" y="880887"/>
            <a:ext cx="6862323" cy="335121"/>
          </a:xfrm>
          <a:prstGeom prst="roundRect">
            <a:avLst/>
          </a:prstGeom>
          <a:no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rPr>
              <a:t>検索</a:t>
            </a:r>
            <a:r>
              <a:rPr kumimoji="1" lang="en-US" altLang="ja-JP" sz="1200" dirty="0">
                <a:solidFill>
                  <a:schemeClr val="tx1">
                    <a:lumMod val="50000"/>
                    <a:lumOff val="50000"/>
                  </a:schemeClr>
                </a:solidFill>
              </a:rPr>
              <a:t>(</a:t>
            </a:r>
            <a:r>
              <a:rPr kumimoji="1" lang="ja-JP" altLang="en-US" sz="1200" dirty="0">
                <a:solidFill>
                  <a:schemeClr val="tx1">
                    <a:lumMod val="50000"/>
                    <a:lumOff val="50000"/>
                  </a:schemeClr>
                </a:solidFill>
              </a:rPr>
              <a:t>タイトル・作者・キーワードなど</a:t>
            </a:r>
            <a:r>
              <a:rPr kumimoji="1" lang="en-US" altLang="ja-JP" sz="1200" dirty="0">
                <a:solidFill>
                  <a:schemeClr val="tx1">
                    <a:lumMod val="50000"/>
                    <a:lumOff val="50000"/>
                  </a:schemeClr>
                </a:solidFill>
              </a:rPr>
              <a:t>)</a:t>
            </a:r>
            <a:endParaRPr kumimoji="1" lang="ja-JP" altLang="en-US" sz="1200" dirty="0">
              <a:solidFill>
                <a:schemeClr val="tx1">
                  <a:lumMod val="50000"/>
                  <a:lumOff val="50000"/>
                </a:schemeClr>
              </a:solidFill>
            </a:endParaRPr>
          </a:p>
        </p:txBody>
      </p:sp>
      <p:sp>
        <p:nvSpPr>
          <p:cNvPr id="41" name="四角形: 角を丸くする 40">
            <a:extLst>
              <a:ext uri="{FF2B5EF4-FFF2-40B4-BE49-F238E27FC236}">
                <a16:creationId xmlns:a16="http://schemas.microsoft.com/office/drawing/2014/main" id="{76E437A6-A178-5264-5BB0-0AF8F475B3A4}"/>
              </a:ext>
            </a:extLst>
          </p:cNvPr>
          <p:cNvSpPr/>
          <p:nvPr/>
        </p:nvSpPr>
        <p:spPr>
          <a:xfrm>
            <a:off x="11618176" y="880886"/>
            <a:ext cx="311350" cy="335121"/>
          </a:xfrm>
          <a:prstGeom prst="roundRect">
            <a:avLst/>
          </a:prstGeom>
          <a:solidFill>
            <a:schemeClr val="bg2"/>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lumMod val="50000"/>
                    <a:lumOff val="50000"/>
                  </a:schemeClr>
                </a:solidFill>
              </a:rPr>
              <a:t>⋮</a:t>
            </a:r>
            <a:endParaRPr kumimoji="1" lang="en-US" altLang="ja-JP" b="1" dirty="0">
              <a:solidFill>
                <a:schemeClr val="tx1">
                  <a:lumMod val="50000"/>
                  <a:lumOff val="50000"/>
                </a:schemeClr>
              </a:solidFill>
            </a:endParaRPr>
          </a:p>
        </p:txBody>
      </p:sp>
      <p:sp>
        <p:nvSpPr>
          <p:cNvPr id="42" name="テキスト ボックス 41">
            <a:extLst>
              <a:ext uri="{FF2B5EF4-FFF2-40B4-BE49-F238E27FC236}">
                <a16:creationId xmlns:a16="http://schemas.microsoft.com/office/drawing/2014/main" id="{B0128AA1-7986-C8A0-ECDA-441BB0EFED4B}"/>
              </a:ext>
            </a:extLst>
          </p:cNvPr>
          <p:cNvSpPr txBox="1"/>
          <p:nvPr/>
        </p:nvSpPr>
        <p:spPr>
          <a:xfrm>
            <a:off x="10773453" y="1809199"/>
            <a:ext cx="1244931" cy="215444"/>
          </a:xfrm>
          <a:prstGeom prst="rect">
            <a:avLst/>
          </a:prstGeom>
          <a:noFill/>
        </p:spPr>
        <p:txBody>
          <a:bodyPr wrap="square" rtlCol="0" anchor="b">
            <a:spAutoFit/>
          </a:bodyPr>
          <a:lstStyle/>
          <a:p>
            <a:pPr algn="r"/>
            <a:r>
              <a:rPr lang="ja-JP" altLang="en-US" sz="800" dirty="0"/>
              <a:t>該当件数</a:t>
            </a:r>
            <a:r>
              <a:rPr lang="en-US" altLang="ja-JP" sz="800" dirty="0"/>
              <a:t>: </a:t>
            </a:r>
            <a:r>
              <a:rPr kumimoji="1" lang="en-US" altLang="ja-JP" sz="800" dirty="0"/>
              <a:t>119/</a:t>
            </a:r>
            <a:r>
              <a:rPr kumimoji="1" lang="ja-JP" altLang="en-US" sz="800" dirty="0"/>
              <a:t>全</a:t>
            </a:r>
            <a:r>
              <a:rPr kumimoji="1" lang="en-US" altLang="ja-JP" sz="800" dirty="0"/>
              <a:t>119</a:t>
            </a:r>
            <a:r>
              <a:rPr kumimoji="1" lang="ja-JP" altLang="en-US" sz="800" dirty="0"/>
              <a:t>件</a:t>
            </a:r>
          </a:p>
        </p:txBody>
      </p:sp>
      <p:sp>
        <p:nvSpPr>
          <p:cNvPr id="43" name="四角形: 角を丸くする 42">
            <a:extLst>
              <a:ext uri="{FF2B5EF4-FFF2-40B4-BE49-F238E27FC236}">
                <a16:creationId xmlns:a16="http://schemas.microsoft.com/office/drawing/2014/main" id="{AC4769F6-4451-DFF1-81E8-602A465A68FC}"/>
              </a:ext>
            </a:extLst>
          </p:cNvPr>
          <p:cNvSpPr/>
          <p:nvPr/>
        </p:nvSpPr>
        <p:spPr>
          <a:xfrm>
            <a:off x="4736407" y="5506672"/>
            <a:ext cx="3241731"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最も買ってくれるお店の配置は。</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翔佩売子 何出藻買男</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オンラインショッピング </a:t>
            </a:r>
            <a:r>
              <a:rPr lang="en-US" altLang="ja-JP" sz="800" dirty="0">
                <a:solidFill>
                  <a:schemeClr val="tx1"/>
                </a:solidFill>
              </a:rPr>
              <a:t>100</a:t>
            </a:r>
            <a:r>
              <a:rPr lang="ja-JP" altLang="en-US" sz="800" dirty="0">
                <a:solidFill>
                  <a:schemeClr val="tx1"/>
                </a:solidFill>
              </a:rPr>
              <a:t>円均一 </a:t>
            </a:r>
            <a:endParaRPr kumimoji="1" lang="en-US" altLang="ja-JP" sz="1050" dirty="0">
              <a:solidFill>
                <a:schemeClr val="tx1"/>
              </a:solidFill>
            </a:endParaRPr>
          </a:p>
        </p:txBody>
      </p:sp>
      <p:sp>
        <p:nvSpPr>
          <p:cNvPr id="44" name="四角形: 角を丸くする 43">
            <a:extLst>
              <a:ext uri="{FF2B5EF4-FFF2-40B4-BE49-F238E27FC236}">
                <a16:creationId xmlns:a16="http://schemas.microsoft.com/office/drawing/2014/main" id="{5FDAE6C4-C8DC-C7D7-531F-8BD2479627A0}"/>
              </a:ext>
            </a:extLst>
          </p:cNvPr>
          <p:cNvSpPr/>
          <p:nvPr/>
        </p:nvSpPr>
        <p:spPr>
          <a:xfrm>
            <a:off x="4816723" y="563244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経営</a:t>
            </a:r>
            <a:endParaRPr kumimoji="1" lang="ja-JP" altLang="en-US" sz="1200" dirty="0">
              <a:solidFill>
                <a:schemeClr val="tx1"/>
              </a:solidFill>
            </a:endParaRPr>
          </a:p>
        </p:txBody>
      </p:sp>
      <p:sp>
        <p:nvSpPr>
          <p:cNvPr id="45" name="四角形: 角を丸くする 44">
            <a:extLst>
              <a:ext uri="{FF2B5EF4-FFF2-40B4-BE49-F238E27FC236}">
                <a16:creationId xmlns:a16="http://schemas.microsoft.com/office/drawing/2014/main" id="{61E9DBBD-A657-9133-856C-E2E4ACF76A21}"/>
              </a:ext>
            </a:extLst>
          </p:cNvPr>
          <p:cNvSpPr/>
          <p:nvPr/>
        </p:nvSpPr>
        <p:spPr>
          <a:xfrm>
            <a:off x="5459746" y="5632443"/>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経済</a:t>
            </a:r>
          </a:p>
        </p:txBody>
      </p:sp>
      <p:sp>
        <p:nvSpPr>
          <p:cNvPr id="46" name="四角形: 角を丸くする 45">
            <a:extLst>
              <a:ext uri="{FF2B5EF4-FFF2-40B4-BE49-F238E27FC236}">
                <a16:creationId xmlns:a16="http://schemas.microsoft.com/office/drawing/2014/main" id="{AEF53F65-E08F-D788-B5D3-9DC15418938B}"/>
              </a:ext>
            </a:extLst>
          </p:cNvPr>
          <p:cNvSpPr/>
          <p:nvPr/>
        </p:nvSpPr>
        <p:spPr>
          <a:xfrm>
            <a:off x="8198188" y="5506672"/>
            <a:ext cx="3569973" cy="1775637"/>
          </a:xfrm>
          <a:prstGeom prst="roundRect">
            <a:avLst>
              <a:gd name="adj" fmla="val 5088"/>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en-US" altLang="ja-JP" sz="1800" b="1"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p>
            <a:endParaRPr lang="en-US" altLang="ja-JP" sz="1200" b="1" dirty="0">
              <a:solidFill>
                <a:schemeClr val="tx1"/>
              </a:solidFill>
            </a:endParaRPr>
          </a:p>
          <a:p>
            <a:r>
              <a:rPr lang="ja-JP" altLang="en-US" sz="1200" b="1" dirty="0">
                <a:solidFill>
                  <a:schemeClr val="tx1"/>
                </a:solidFill>
              </a:rPr>
              <a:t>ロボットだって何でもできるもん！</a:t>
            </a:r>
            <a:endParaRPr lang="en-US" altLang="ja-JP" sz="1200" b="1" dirty="0">
              <a:solidFill>
                <a:schemeClr val="tx1"/>
              </a:solidFill>
            </a:endParaRPr>
          </a:p>
          <a:p>
            <a:endParaRPr lang="en-US" altLang="ja-JP" sz="800" dirty="0">
              <a:solidFill>
                <a:schemeClr val="tx1"/>
              </a:solidFill>
            </a:endParaRPr>
          </a:p>
          <a:p>
            <a:r>
              <a:rPr lang="ja-JP" altLang="en-US" sz="800" dirty="0">
                <a:solidFill>
                  <a:schemeClr val="tx1"/>
                </a:solidFill>
              </a:rPr>
              <a:t>根田侭田 思井撞勘</a:t>
            </a:r>
            <a:endParaRPr lang="en-US" altLang="ja-JP" sz="800" dirty="0">
              <a:solidFill>
                <a:schemeClr val="tx1"/>
              </a:solidFill>
            </a:endParaRPr>
          </a:p>
          <a:p>
            <a:endParaRPr kumimoji="1" lang="en-US" altLang="ja-JP" sz="800" dirty="0">
              <a:solidFill>
                <a:schemeClr val="tx1"/>
              </a:solidFill>
            </a:endParaRPr>
          </a:p>
          <a:p>
            <a:r>
              <a:rPr lang="ja-JP" altLang="en-US" sz="800" dirty="0">
                <a:solidFill>
                  <a:schemeClr val="tx1"/>
                </a:solidFill>
              </a:rPr>
              <a:t>キーワード</a:t>
            </a:r>
            <a:r>
              <a:rPr lang="en-US" altLang="ja-JP" sz="800" dirty="0">
                <a:solidFill>
                  <a:schemeClr val="tx1"/>
                </a:solidFill>
              </a:rPr>
              <a:t>:</a:t>
            </a:r>
            <a:r>
              <a:rPr lang="ja-JP" altLang="en-US" sz="800" dirty="0">
                <a:solidFill>
                  <a:schemeClr val="tx1"/>
                </a:solidFill>
              </a:rPr>
              <a:t>プログラミング エンジニアリング メカ</a:t>
            </a:r>
            <a:endParaRPr kumimoji="1" lang="en-US" altLang="ja-JP" sz="800" dirty="0">
              <a:solidFill>
                <a:schemeClr val="tx1"/>
              </a:solidFill>
            </a:endParaRPr>
          </a:p>
        </p:txBody>
      </p:sp>
      <p:sp>
        <p:nvSpPr>
          <p:cNvPr id="47" name="四角形: 角を丸くする 46">
            <a:extLst>
              <a:ext uri="{FF2B5EF4-FFF2-40B4-BE49-F238E27FC236}">
                <a16:creationId xmlns:a16="http://schemas.microsoft.com/office/drawing/2014/main" id="{1ED6B530-A8EB-7FA2-9CC1-9CDF74F7B690}"/>
              </a:ext>
            </a:extLst>
          </p:cNvPr>
          <p:cNvSpPr/>
          <p:nvPr/>
        </p:nvSpPr>
        <p:spPr>
          <a:xfrm>
            <a:off x="8281676" y="5625392"/>
            <a:ext cx="562708" cy="243481"/>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工学</a:t>
            </a:r>
            <a:endParaRPr kumimoji="1" lang="ja-JP" altLang="en-US" sz="1200" dirty="0">
              <a:solidFill>
                <a:schemeClr val="tx1"/>
              </a:solidFill>
            </a:endParaRPr>
          </a:p>
        </p:txBody>
      </p:sp>
      <p:sp>
        <p:nvSpPr>
          <p:cNvPr id="13" name="正方形/長方形 12">
            <a:extLst>
              <a:ext uri="{FF2B5EF4-FFF2-40B4-BE49-F238E27FC236}">
                <a16:creationId xmlns:a16="http://schemas.microsoft.com/office/drawing/2014/main" id="{0DA06939-DD3A-4587-41AE-29480DD49CCB}"/>
              </a:ext>
            </a:extLst>
          </p:cNvPr>
          <p:cNvSpPr/>
          <p:nvPr/>
        </p:nvSpPr>
        <p:spPr>
          <a:xfrm>
            <a:off x="0" y="6693197"/>
            <a:ext cx="12192000" cy="16480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720B5E02-4597-9F41-019E-BC154507F8B4}"/>
              </a:ext>
            </a:extLst>
          </p:cNvPr>
          <p:cNvSpPr txBox="1"/>
          <p:nvPr/>
        </p:nvSpPr>
        <p:spPr>
          <a:xfrm>
            <a:off x="272902" y="6671617"/>
            <a:ext cx="11654170" cy="215444"/>
          </a:xfrm>
          <a:prstGeom prst="rect">
            <a:avLst/>
          </a:prstGeom>
          <a:noFill/>
        </p:spPr>
        <p:txBody>
          <a:bodyPr wrap="square" rtlCol="0">
            <a:spAutoFit/>
          </a:bodyPr>
          <a:lstStyle/>
          <a:p>
            <a:pPr algn="r"/>
            <a:r>
              <a:rPr kumimoji="1" lang="en-US" altLang="ja-JP" sz="800" dirty="0">
                <a:solidFill>
                  <a:schemeClr val="bg1"/>
                </a:solidFill>
              </a:rPr>
              <a:t>PowerPoint</a:t>
            </a:r>
            <a:r>
              <a:rPr kumimoji="1" lang="ja-JP" altLang="en-US" sz="800" dirty="0">
                <a:solidFill>
                  <a:schemeClr val="bg1"/>
                </a:solidFill>
              </a:rPr>
              <a:t>で再現したものになります。実際のシステムとは異なる部分があります。これらの探究は実在しません。</a:t>
            </a:r>
          </a:p>
        </p:txBody>
      </p:sp>
    </p:spTree>
    <p:extLst>
      <p:ext uri="{BB962C8B-B14F-4D97-AF65-F5344CB8AC3E}">
        <p14:creationId xmlns:p14="http://schemas.microsoft.com/office/powerpoint/2010/main" val="745167393"/>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1E424-8375-28F5-5482-41731863A0A2}"/>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AEE7D8FB-1CC8-FF13-2DE0-EEEA648C20F6}"/>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274E745A-3CF2-5686-E7BC-A60002A508CC}"/>
              </a:ext>
            </a:extLst>
          </p:cNvPr>
          <p:cNvSpPr/>
          <p:nvPr/>
        </p:nvSpPr>
        <p:spPr>
          <a:xfrm>
            <a:off x="3790164"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システムの概要</a:t>
            </a:r>
            <a:endParaRPr kumimoji="1" lang="ja-JP" altLang="en-US" sz="6600" dirty="0"/>
          </a:p>
        </p:txBody>
      </p:sp>
      <p:sp>
        <p:nvSpPr>
          <p:cNvPr id="9" name="四角形: 角を丸くする 8">
            <a:extLst>
              <a:ext uri="{FF2B5EF4-FFF2-40B4-BE49-F238E27FC236}">
                <a16:creationId xmlns:a16="http://schemas.microsoft.com/office/drawing/2014/main" id="{91600932-A51D-6F94-965B-8F5F312B8030}"/>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1592310E-FECF-5F09-2117-4D7EA525D0DA}"/>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97F192AE-40A7-6396-E346-7759633F170B}"/>
              </a:ext>
            </a:extLst>
          </p:cNvPr>
          <p:cNvSpPr/>
          <p:nvPr/>
        </p:nvSpPr>
        <p:spPr>
          <a:xfrm>
            <a:off x="2037743"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1194901630"/>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9052-217F-86B8-2F1A-01DE300AE1BD}"/>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35AADA16-4E8D-8D99-9C80-974CA712B644}"/>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67FBDFD9-8540-74E3-1F5C-5490EC010D76}"/>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8AB10229-ED76-A411-CA01-C00CF1897E94}"/>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ED97A25C-CB21-D278-528B-B0E9ED517FF0}"/>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8D0ACB50-BD1B-FCA4-793C-BFDEBCF24A97}"/>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2" name="テキスト ボックス 1">
            <a:extLst>
              <a:ext uri="{FF2B5EF4-FFF2-40B4-BE49-F238E27FC236}">
                <a16:creationId xmlns:a16="http://schemas.microsoft.com/office/drawing/2014/main" id="{87A1F86A-35E8-BC4A-A068-02B61D5FEC21}"/>
              </a:ext>
            </a:extLst>
          </p:cNvPr>
          <p:cNvSpPr txBox="1"/>
          <p:nvPr/>
        </p:nvSpPr>
        <p:spPr>
          <a:xfrm>
            <a:off x="-5338038" y="1955834"/>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3" name="テキスト ボックス 2">
            <a:extLst>
              <a:ext uri="{FF2B5EF4-FFF2-40B4-BE49-F238E27FC236}">
                <a16:creationId xmlns:a16="http://schemas.microsoft.com/office/drawing/2014/main" id="{FF314648-67F1-CF64-29FE-BD8B88EA1957}"/>
              </a:ext>
            </a:extLst>
          </p:cNvPr>
          <p:cNvSpPr txBox="1"/>
          <p:nvPr/>
        </p:nvSpPr>
        <p:spPr>
          <a:xfrm>
            <a:off x="-5338037" y="2325166"/>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49687420-294F-EEAF-C805-5CA44079FDB5}"/>
              </a:ext>
            </a:extLst>
          </p:cNvPr>
          <p:cNvSpPr txBox="1"/>
          <p:nvPr/>
        </p:nvSpPr>
        <p:spPr>
          <a:xfrm>
            <a:off x="-5338038" y="2694498"/>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7" name="テキスト ボックス 6">
            <a:extLst>
              <a:ext uri="{FF2B5EF4-FFF2-40B4-BE49-F238E27FC236}">
                <a16:creationId xmlns:a16="http://schemas.microsoft.com/office/drawing/2014/main" id="{47BA7274-0352-8EFC-41BD-5BBC37660A7F}"/>
              </a:ext>
            </a:extLst>
          </p:cNvPr>
          <p:cNvSpPr txBox="1"/>
          <p:nvPr/>
        </p:nvSpPr>
        <p:spPr>
          <a:xfrm>
            <a:off x="-5338039" y="3060747"/>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ECD09F29-B0F6-A00A-FA28-1D4D08E5A968}"/>
              </a:ext>
            </a:extLst>
          </p:cNvPr>
          <p:cNvSpPr txBox="1"/>
          <p:nvPr/>
        </p:nvSpPr>
        <p:spPr>
          <a:xfrm>
            <a:off x="122006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Tree>
    <p:extLst>
      <p:ext uri="{BB962C8B-B14F-4D97-AF65-F5344CB8AC3E}">
        <p14:creationId xmlns:p14="http://schemas.microsoft.com/office/powerpoint/2010/main" val="2115227750"/>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0A3E2-2275-F837-9C80-C6ECABD8ACF3}"/>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060D6BD1-7FCB-729F-1FEF-28B4E07885A8}"/>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740E3806-A522-4C21-CC81-C3FFC10A9A5B}"/>
              </a:ext>
            </a:extLst>
          </p:cNvPr>
          <p:cNvSpPr txBox="1"/>
          <p:nvPr/>
        </p:nvSpPr>
        <p:spPr>
          <a:xfrm>
            <a:off x="351567" y="1954246"/>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990D7D5D-631A-6F50-BBBD-7AB9350F7191}"/>
              </a:ext>
            </a:extLst>
          </p:cNvPr>
          <p:cNvSpPr txBox="1"/>
          <p:nvPr/>
        </p:nvSpPr>
        <p:spPr>
          <a:xfrm>
            <a:off x="351568" y="2323578"/>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19CFAF07-0DB5-FB07-96D8-6AB710C35124}"/>
              </a:ext>
            </a:extLst>
          </p:cNvPr>
          <p:cNvSpPr txBox="1"/>
          <p:nvPr/>
        </p:nvSpPr>
        <p:spPr>
          <a:xfrm>
            <a:off x="351567" y="2692910"/>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DD432BD7-D3EF-06D9-115A-43581EEAF1B6}"/>
              </a:ext>
            </a:extLst>
          </p:cNvPr>
          <p:cNvSpPr txBox="1"/>
          <p:nvPr/>
        </p:nvSpPr>
        <p:spPr>
          <a:xfrm>
            <a:off x="351566" y="305915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577134C0-7A52-C4B8-7653-BAFA333AC83A}"/>
              </a:ext>
            </a:extLst>
          </p:cNvPr>
          <p:cNvSpPr txBox="1"/>
          <p:nvPr/>
        </p:nvSpPr>
        <p:spPr>
          <a:xfrm>
            <a:off x="3515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6" name="テキスト ボックス 5">
            <a:extLst>
              <a:ext uri="{FF2B5EF4-FFF2-40B4-BE49-F238E27FC236}">
                <a16:creationId xmlns:a16="http://schemas.microsoft.com/office/drawing/2014/main" id="{6B437393-3D7A-4D4F-FEB6-779213406BD6}"/>
              </a:ext>
            </a:extLst>
          </p:cNvPr>
          <p:cNvSpPr txBox="1"/>
          <p:nvPr/>
        </p:nvSpPr>
        <p:spPr>
          <a:xfrm>
            <a:off x="12296838" y="3767138"/>
            <a:ext cx="11300679" cy="2546466"/>
          </a:xfrm>
          <a:prstGeom prst="rect">
            <a:avLst/>
          </a:prstGeom>
          <a:noFill/>
        </p:spPr>
        <p:txBody>
          <a:bodyPr wrap="square" rtlCol="0">
            <a:spAutoFit/>
          </a:bodyPr>
          <a:lstStyle/>
          <a:p>
            <a:pPr>
              <a:lnSpc>
                <a:spcPct val="150000"/>
              </a:lnSpc>
            </a:pPr>
            <a:r>
              <a:rPr kumimoji="1" lang="ja-JP" altLang="en-US" dirty="0">
                <a:solidFill>
                  <a:schemeClr val="bg1"/>
                </a:solidFill>
              </a:rPr>
              <a:t>レスポンシブデザインに対応。</a:t>
            </a:r>
            <a:endParaRPr kumimoji="1" lang="en-US" altLang="ja-JP" dirty="0">
              <a:solidFill>
                <a:schemeClr val="bg1"/>
              </a:solidFill>
            </a:endParaRPr>
          </a:p>
          <a:p>
            <a:pPr>
              <a:lnSpc>
                <a:spcPct val="150000"/>
              </a:lnSpc>
            </a:pPr>
            <a:r>
              <a:rPr lang="ja-JP" altLang="en-US" dirty="0">
                <a:solidFill>
                  <a:schemeClr val="bg1"/>
                </a:solidFill>
              </a:rPr>
              <a:t>ユーザーが使い慣れた検索に近いような</a:t>
            </a:r>
            <a:r>
              <a:rPr lang="en-US" altLang="ja-JP" dirty="0">
                <a:solidFill>
                  <a:schemeClr val="bg1"/>
                </a:solidFill>
              </a:rPr>
              <a:t>UI</a:t>
            </a:r>
            <a:r>
              <a:rPr lang="ja-JP" altLang="en-US" dirty="0">
                <a:solidFill>
                  <a:schemeClr val="bg1"/>
                </a:solidFill>
              </a:rPr>
              <a:t>を目指し調整。</a:t>
            </a:r>
            <a:endParaRPr lang="en-US" altLang="ja-JP" dirty="0">
              <a:solidFill>
                <a:schemeClr val="bg1"/>
              </a:solidFill>
            </a:endParaRPr>
          </a:p>
          <a:p>
            <a:pPr>
              <a:lnSpc>
                <a:spcPct val="150000"/>
              </a:lnSpc>
            </a:pPr>
            <a:r>
              <a:rPr kumimoji="1" lang="ja-JP" altLang="en-US" dirty="0">
                <a:solidFill>
                  <a:schemeClr val="bg1"/>
                </a:solidFill>
              </a:rPr>
              <a:t>直感的な操作になるように調整。</a:t>
            </a:r>
            <a:endParaRPr kumimoji="1" lang="en-US" altLang="ja-JP" dirty="0">
              <a:solidFill>
                <a:schemeClr val="bg1"/>
              </a:solidFill>
            </a:endParaRPr>
          </a:p>
          <a:p>
            <a:pPr>
              <a:lnSpc>
                <a:spcPct val="150000"/>
              </a:lnSpc>
            </a:pPr>
            <a:r>
              <a:rPr lang="ja-JP" altLang="en-US" dirty="0">
                <a:solidFill>
                  <a:schemeClr val="bg1"/>
                </a:solidFill>
              </a:rPr>
              <a:t>文字サイズやマージンなど、細かい箇所を微調整。</a:t>
            </a:r>
            <a:endParaRPr lang="en-US" altLang="ja-JP" dirty="0">
              <a:solidFill>
                <a:schemeClr val="bg1"/>
              </a:solidFill>
            </a:endParaRPr>
          </a:p>
          <a:p>
            <a:pPr>
              <a:lnSpc>
                <a:spcPct val="150000"/>
              </a:lnSpc>
            </a:pPr>
            <a:r>
              <a:rPr kumimoji="1" lang="ja-JP" altLang="en-US" dirty="0">
                <a:solidFill>
                  <a:schemeClr val="bg1"/>
                </a:solidFill>
              </a:rPr>
              <a:t>色を調整。なお学校という特性上、</a:t>
            </a:r>
            <a:r>
              <a:rPr kumimoji="1" lang="en-US" altLang="ja-JP" dirty="0">
                <a:solidFill>
                  <a:schemeClr val="bg1"/>
                </a:solidFill>
              </a:rPr>
              <a:t>UD</a:t>
            </a:r>
            <a:r>
              <a:rPr kumimoji="1" lang="ja-JP" altLang="en-US" dirty="0">
                <a:solidFill>
                  <a:schemeClr val="bg1"/>
                </a:solidFill>
              </a:rPr>
              <a:t>には特に気を付けた。</a:t>
            </a:r>
            <a:endParaRPr kumimoji="1" lang="en-US" altLang="ja-JP" dirty="0">
              <a:solidFill>
                <a:schemeClr val="bg1"/>
              </a:solidFill>
            </a:endParaRPr>
          </a:p>
          <a:p>
            <a:pPr>
              <a:lnSpc>
                <a:spcPct val="150000"/>
              </a:lnSpc>
            </a:pPr>
            <a:r>
              <a:rPr kumimoji="1" lang="ja-JP" altLang="en-US" dirty="0">
                <a:solidFill>
                  <a:schemeClr val="bg1"/>
                </a:solidFill>
              </a:rPr>
              <a:t>ホバーやスクロールなど、ユーザーのアクションによって表示が動的に変化するようにした。</a:t>
            </a:r>
          </a:p>
        </p:txBody>
      </p:sp>
      <p:sp>
        <p:nvSpPr>
          <p:cNvPr id="8" name="テキスト ボックス 7">
            <a:extLst>
              <a:ext uri="{FF2B5EF4-FFF2-40B4-BE49-F238E27FC236}">
                <a16:creationId xmlns:a16="http://schemas.microsoft.com/office/drawing/2014/main" id="{A7C357E6-3F72-7ECD-5C63-51C9EECF845E}"/>
              </a:ext>
            </a:extLst>
          </p:cNvPr>
          <p:cNvSpPr txBox="1"/>
          <p:nvPr/>
        </p:nvSpPr>
        <p:spPr>
          <a:xfrm>
            <a:off x="-11356478" y="3060283"/>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22</a:t>
            </a:r>
            <a:r>
              <a:rPr lang="ja-JP" altLang="en-US" dirty="0">
                <a:solidFill>
                  <a:schemeClr val="bg1"/>
                </a:solidFill>
              </a:rPr>
              <a:t>回生にアンケートを取る</a:t>
            </a:r>
            <a:endParaRPr kumimoji="1" lang="ja-JP" altLang="en-US" dirty="0">
              <a:solidFill>
                <a:schemeClr val="bg1"/>
              </a:solidFill>
            </a:endParaRPr>
          </a:p>
        </p:txBody>
      </p:sp>
      <p:sp>
        <p:nvSpPr>
          <p:cNvPr id="9" name="テキスト ボックス 8">
            <a:extLst>
              <a:ext uri="{FF2B5EF4-FFF2-40B4-BE49-F238E27FC236}">
                <a16:creationId xmlns:a16="http://schemas.microsoft.com/office/drawing/2014/main" id="{62163B4F-DFF3-F71A-68FA-56FBF4E63C97}"/>
              </a:ext>
            </a:extLst>
          </p:cNvPr>
          <p:cNvSpPr txBox="1"/>
          <p:nvPr/>
        </p:nvSpPr>
        <p:spPr>
          <a:xfrm>
            <a:off x="-11346948" y="3767138"/>
            <a:ext cx="11300679" cy="1299971"/>
          </a:xfrm>
          <a:prstGeom prst="rect">
            <a:avLst/>
          </a:prstGeom>
          <a:noFill/>
        </p:spPr>
        <p:txBody>
          <a:bodyPr wrap="square" rtlCol="0">
            <a:spAutoFit/>
          </a:bodyPr>
          <a:lstStyle/>
          <a:p>
            <a:pPr>
              <a:lnSpc>
                <a:spcPct val="150000"/>
              </a:lnSpc>
            </a:pPr>
            <a:r>
              <a:rPr lang="en-US" altLang="ja-JP" dirty="0">
                <a:solidFill>
                  <a:schemeClr val="bg1"/>
                </a:solidFill>
              </a:rPr>
              <a:t>Google Form</a:t>
            </a:r>
            <a:r>
              <a:rPr lang="ja-JP" altLang="en-US" dirty="0">
                <a:solidFill>
                  <a:schemeClr val="bg1"/>
                </a:solidFill>
              </a:rPr>
              <a:t>でアンケートを作り、利用者に答えてもらうようにお願いした。</a:t>
            </a:r>
            <a:endParaRPr lang="en-US" altLang="ja-JP" dirty="0">
              <a:solidFill>
                <a:schemeClr val="bg1"/>
              </a:solidFill>
            </a:endParaRPr>
          </a:p>
          <a:p>
            <a:pPr>
              <a:lnSpc>
                <a:spcPct val="150000"/>
              </a:lnSpc>
            </a:pPr>
            <a:r>
              <a:rPr lang="en-US" altLang="ja-JP" dirty="0">
                <a:solidFill>
                  <a:schemeClr val="bg1"/>
                </a:solidFill>
              </a:rPr>
              <a:t>｢</a:t>
            </a:r>
            <a:r>
              <a:rPr lang="ja-JP" altLang="en-US" dirty="0">
                <a:solidFill>
                  <a:schemeClr val="bg1"/>
                </a:solidFill>
              </a:rPr>
              <a:t>後輩に勧めたいか</a:t>
            </a:r>
            <a:r>
              <a:rPr lang="en-US" altLang="ja-JP" dirty="0">
                <a:solidFill>
                  <a:schemeClr val="bg1"/>
                </a:solidFill>
              </a:rPr>
              <a:t>｣｢</a:t>
            </a:r>
            <a:r>
              <a:rPr lang="ja-JP" altLang="en-US" dirty="0">
                <a:solidFill>
                  <a:schemeClr val="bg1"/>
                </a:solidFill>
              </a:rPr>
              <a:t>検索システムがあれば授業が円滑に行えたか</a:t>
            </a:r>
            <a:r>
              <a:rPr lang="en-US" altLang="ja-JP" dirty="0">
                <a:solidFill>
                  <a:schemeClr val="bg1"/>
                </a:solidFill>
              </a:rPr>
              <a:t>｣｢</a:t>
            </a:r>
            <a:r>
              <a:rPr lang="ja-JP" altLang="en-US" dirty="0">
                <a:solidFill>
                  <a:schemeClr val="bg1"/>
                </a:solidFill>
              </a:rPr>
              <a:t>今後も使用したいか</a:t>
            </a:r>
            <a:r>
              <a:rPr lang="en-US" altLang="ja-JP" dirty="0">
                <a:solidFill>
                  <a:schemeClr val="bg1"/>
                </a:solidFill>
              </a:rPr>
              <a:t>｣｢</a:t>
            </a:r>
            <a:r>
              <a:rPr lang="ja-JP" altLang="en-US" dirty="0">
                <a:solidFill>
                  <a:schemeClr val="bg1"/>
                </a:solidFill>
              </a:rPr>
              <a:t>操作しやすいか</a:t>
            </a:r>
            <a:r>
              <a:rPr lang="en-US" altLang="ja-JP" dirty="0">
                <a:solidFill>
                  <a:schemeClr val="bg1"/>
                </a:solidFill>
              </a:rPr>
              <a:t>｣</a:t>
            </a:r>
            <a:r>
              <a:rPr lang="ja-JP" altLang="en-US" dirty="0">
                <a:solidFill>
                  <a:schemeClr val="bg1"/>
                </a:solidFill>
              </a:rPr>
              <a:t>　</a:t>
            </a:r>
            <a:r>
              <a:rPr lang="en-US" altLang="ja-JP" dirty="0">
                <a:solidFill>
                  <a:schemeClr val="bg1"/>
                </a:solidFill>
              </a:rPr>
              <a:t>｢</a:t>
            </a:r>
            <a:r>
              <a:rPr lang="ja-JP" altLang="en-US" dirty="0">
                <a:solidFill>
                  <a:schemeClr val="bg1"/>
                </a:solidFill>
              </a:rPr>
              <a:t>はい</a:t>
            </a:r>
            <a:r>
              <a:rPr lang="en-US" altLang="ja-JP" dirty="0">
                <a:solidFill>
                  <a:schemeClr val="bg1"/>
                </a:solidFill>
              </a:rPr>
              <a:t>｣｢</a:t>
            </a:r>
            <a:r>
              <a:rPr lang="ja-JP" altLang="en-US" dirty="0">
                <a:solidFill>
                  <a:schemeClr val="bg1"/>
                </a:solidFill>
              </a:rPr>
              <a:t>どちらかというとはい</a:t>
            </a:r>
            <a:r>
              <a:rPr lang="en-US" altLang="ja-JP" dirty="0">
                <a:solidFill>
                  <a:schemeClr val="bg1"/>
                </a:solidFill>
              </a:rPr>
              <a:t>｣｢</a:t>
            </a:r>
            <a:r>
              <a:rPr lang="ja-JP" altLang="en-US" dirty="0">
                <a:solidFill>
                  <a:schemeClr val="bg1"/>
                </a:solidFill>
              </a:rPr>
              <a:t>どちらともいえない</a:t>
            </a:r>
            <a:r>
              <a:rPr lang="en-US" altLang="ja-JP" dirty="0">
                <a:solidFill>
                  <a:schemeClr val="bg1"/>
                </a:solidFill>
              </a:rPr>
              <a:t>｣｢</a:t>
            </a:r>
            <a:r>
              <a:rPr lang="ja-JP" altLang="en-US" dirty="0">
                <a:solidFill>
                  <a:schemeClr val="bg1"/>
                </a:solidFill>
              </a:rPr>
              <a:t>どちらかというといいえ</a:t>
            </a:r>
            <a:r>
              <a:rPr lang="en-US" altLang="ja-JP" dirty="0">
                <a:solidFill>
                  <a:schemeClr val="bg1"/>
                </a:solidFill>
              </a:rPr>
              <a:t>｣｢</a:t>
            </a:r>
            <a:r>
              <a:rPr lang="ja-JP" altLang="en-US" dirty="0">
                <a:solidFill>
                  <a:schemeClr val="bg1"/>
                </a:solidFill>
              </a:rPr>
              <a:t>いいえ</a:t>
            </a:r>
            <a:r>
              <a:rPr lang="en-US" altLang="ja-JP" dirty="0">
                <a:solidFill>
                  <a:schemeClr val="bg1"/>
                </a:solidFill>
              </a:rPr>
              <a:t>｣</a:t>
            </a:r>
            <a:r>
              <a:rPr lang="ja-JP" altLang="en-US" dirty="0">
                <a:solidFill>
                  <a:schemeClr val="bg1"/>
                </a:solidFill>
              </a:rPr>
              <a:t>で回答</a:t>
            </a:r>
            <a:endParaRPr lang="en-US" altLang="ja-JP" dirty="0">
              <a:solidFill>
                <a:schemeClr val="bg1"/>
              </a:solidFill>
            </a:endParaRPr>
          </a:p>
        </p:txBody>
      </p:sp>
    </p:spTree>
    <p:extLst>
      <p:ext uri="{BB962C8B-B14F-4D97-AF65-F5344CB8AC3E}">
        <p14:creationId xmlns:p14="http://schemas.microsoft.com/office/powerpoint/2010/main" val="3494852108"/>
      </p:ext>
    </p:extLst>
  </p:cSld>
  <p:clrMapOvr>
    <a:masterClrMapping/>
  </p:clrMapOvr>
  <mc:AlternateContent xmlns:mc="http://schemas.openxmlformats.org/markup-compatibility/2006" xmlns:p159="http://schemas.microsoft.com/office/powerpoint/2015/09/main">
    <mc:Choice Requires="p159">
      <p:transition spd="slow" advClick="0" advTm="2000">
        <p159:morph option="byObject"/>
      </p:transition>
    </mc:Choice>
    <mc:Fallback xmlns="">
      <p:transition spd="slow" advClick="0" advTm="200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192A-D567-568E-BDC8-3546CDF1C9D5}"/>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A7EC772A-28C6-441D-9BD1-D17449877339}"/>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59477942-9905-6095-E714-72C0400DF9D4}"/>
              </a:ext>
            </a:extLst>
          </p:cNvPr>
          <p:cNvSpPr txBox="1"/>
          <p:nvPr/>
        </p:nvSpPr>
        <p:spPr>
          <a:xfrm>
            <a:off x="351567" y="1580866"/>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F57F845D-2B46-A185-FB8A-F4ECB43CC3BB}"/>
              </a:ext>
            </a:extLst>
          </p:cNvPr>
          <p:cNvSpPr txBox="1"/>
          <p:nvPr/>
        </p:nvSpPr>
        <p:spPr>
          <a:xfrm>
            <a:off x="351568" y="1950198"/>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F8EED3E5-A061-2472-34EE-36E3DD94B02E}"/>
              </a:ext>
            </a:extLst>
          </p:cNvPr>
          <p:cNvSpPr txBox="1"/>
          <p:nvPr/>
        </p:nvSpPr>
        <p:spPr>
          <a:xfrm>
            <a:off x="351567" y="2319530"/>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47B4DEC7-2DE9-EB6A-2BB0-26A3FE787D82}"/>
              </a:ext>
            </a:extLst>
          </p:cNvPr>
          <p:cNvSpPr txBox="1"/>
          <p:nvPr/>
        </p:nvSpPr>
        <p:spPr>
          <a:xfrm>
            <a:off x="351566" y="2685779"/>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1AE8F082-521E-49BA-42C2-E7FE4A200699}"/>
              </a:ext>
            </a:extLst>
          </p:cNvPr>
          <p:cNvSpPr txBox="1"/>
          <p:nvPr/>
        </p:nvSpPr>
        <p:spPr>
          <a:xfrm>
            <a:off x="351571" y="3767138"/>
            <a:ext cx="11300679" cy="1299971"/>
          </a:xfrm>
          <a:prstGeom prst="rect">
            <a:avLst/>
          </a:prstGeom>
          <a:noFill/>
        </p:spPr>
        <p:txBody>
          <a:bodyPr wrap="square" rtlCol="0">
            <a:spAutoFit/>
          </a:bodyPr>
          <a:lstStyle/>
          <a:p>
            <a:pPr>
              <a:lnSpc>
                <a:spcPct val="150000"/>
              </a:lnSpc>
            </a:pPr>
            <a:r>
              <a:rPr kumimoji="1" lang="en-US" altLang="ja-JP" dirty="0">
                <a:solidFill>
                  <a:schemeClr val="bg1"/>
                </a:solidFill>
              </a:rPr>
              <a:t>Google For</a:t>
            </a:r>
            <a:r>
              <a:rPr lang="en-US" altLang="ja-JP" dirty="0">
                <a:solidFill>
                  <a:schemeClr val="bg1"/>
                </a:solidFill>
              </a:rPr>
              <a:t>m</a:t>
            </a:r>
            <a:r>
              <a:rPr lang="ja-JP" altLang="en-US" dirty="0">
                <a:solidFill>
                  <a:schemeClr val="bg1"/>
                </a:solidFill>
              </a:rPr>
              <a:t>でアンケートを作り、利用者に答えてもらうようにお願いした。</a:t>
            </a:r>
            <a:endParaRPr lang="en-US" altLang="ja-JP" dirty="0">
              <a:solidFill>
                <a:schemeClr val="bg1"/>
              </a:solidFill>
            </a:endParaRPr>
          </a:p>
          <a:p>
            <a:pPr>
              <a:lnSpc>
                <a:spcPct val="150000"/>
              </a:lnSpc>
            </a:pPr>
            <a:r>
              <a:rPr lang="en-US" altLang="ja-JP" dirty="0">
                <a:solidFill>
                  <a:schemeClr val="bg1"/>
                </a:solidFill>
              </a:rPr>
              <a:t>｢</a:t>
            </a:r>
            <a:r>
              <a:rPr lang="ja-JP" altLang="en-US" dirty="0">
                <a:solidFill>
                  <a:schemeClr val="bg1"/>
                </a:solidFill>
              </a:rPr>
              <a:t>後輩に勧めたいか</a:t>
            </a:r>
            <a:r>
              <a:rPr lang="en-US" altLang="ja-JP" dirty="0">
                <a:solidFill>
                  <a:schemeClr val="bg1"/>
                </a:solidFill>
              </a:rPr>
              <a:t>｣｢</a:t>
            </a:r>
            <a:r>
              <a:rPr lang="ja-JP" altLang="en-US" dirty="0">
                <a:solidFill>
                  <a:schemeClr val="bg1"/>
                </a:solidFill>
              </a:rPr>
              <a:t>検索システムがあれば授業が円滑に行えたか</a:t>
            </a:r>
            <a:r>
              <a:rPr lang="en-US" altLang="ja-JP" dirty="0">
                <a:solidFill>
                  <a:schemeClr val="bg1"/>
                </a:solidFill>
              </a:rPr>
              <a:t>｣｢</a:t>
            </a:r>
            <a:r>
              <a:rPr lang="ja-JP" altLang="en-US" dirty="0">
                <a:solidFill>
                  <a:schemeClr val="bg1"/>
                </a:solidFill>
              </a:rPr>
              <a:t>今後も使用したいか</a:t>
            </a:r>
            <a:r>
              <a:rPr lang="en-US" altLang="ja-JP" dirty="0">
                <a:solidFill>
                  <a:schemeClr val="bg1"/>
                </a:solidFill>
              </a:rPr>
              <a:t>｣｢</a:t>
            </a:r>
            <a:r>
              <a:rPr lang="ja-JP" altLang="en-US" dirty="0">
                <a:solidFill>
                  <a:schemeClr val="bg1"/>
                </a:solidFill>
              </a:rPr>
              <a:t>操作しやすいか</a:t>
            </a:r>
            <a:r>
              <a:rPr lang="en-US" altLang="ja-JP" dirty="0">
                <a:solidFill>
                  <a:schemeClr val="bg1"/>
                </a:solidFill>
              </a:rPr>
              <a:t>｣</a:t>
            </a:r>
            <a:r>
              <a:rPr lang="ja-JP" altLang="en-US" dirty="0">
                <a:solidFill>
                  <a:schemeClr val="bg1"/>
                </a:solidFill>
              </a:rPr>
              <a:t>　</a:t>
            </a:r>
            <a:r>
              <a:rPr lang="en-US" altLang="ja-JP" dirty="0">
                <a:solidFill>
                  <a:schemeClr val="bg1"/>
                </a:solidFill>
              </a:rPr>
              <a:t>｢</a:t>
            </a:r>
            <a:r>
              <a:rPr lang="ja-JP" altLang="en-US" dirty="0">
                <a:solidFill>
                  <a:schemeClr val="bg1"/>
                </a:solidFill>
              </a:rPr>
              <a:t>はい</a:t>
            </a:r>
            <a:r>
              <a:rPr lang="en-US" altLang="ja-JP" dirty="0">
                <a:solidFill>
                  <a:schemeClr val="bg1"/>
                </a:solidFill>
              </a:rPr>
              <a:t>｣｢</a:t>
            </a:r>
            <a:r>
              <a:rPr lang="ja-JP" altLang="en-US" dirty="0">
                <a:solidFill>
                  <a:schemeClr val="bg1"/>
                </a:solidFill>
              </a:rPr>
              <a:t>どちらかというとはい</a:t>
            </a:r>
            <a:r>
              <a:rPr lang="en-US" altLang="ja-JP" dirty="0">
                <a:solidFill>
                  <a:schemeClr val="bg1"/>
                </a:solidFill>
              </a:rPr>
              <a:t>｣｢</a:t>
            </a:r>
            <a:r>
              <a:rPr lang="ja-JP" altLang="en-US" dirty="0">
                <a:solidFill>
                  <a:schemeClr val="bg1"/>
                </a:solidFill>
              </a:rPr>
              <a:t>どちらともいえない</a:t>
            </a:r>
            <a:r>
              <a:rPr lang="en-US" altLang="ja-JP" dirty="0">
                <a:solidFill>
                  <a:schemeClr val="bg1"/>
                </a:solidFill>
              </a:rPr>
              <a:t>｣｢</a:t>
            </a:r>
            <a:r>
              <a:rPr lang="ja-JP" altLang="en-US" dirty="0">
                <a:solidFill>
                  <a:schemeClr val="bg1"/>
                </a:solidFill>
              </a:rPr>
              <a:t>どちらかというといいえ</a:t>
            </a:r>
            <a:r>
              <a:rPr lang="en-US" altLang="ja-JP" dirty="0">
                <a:solidFill>
                  <a:schemeClr val="bg1"/>
                </a:solidFill>
              </a:rPr>
              <a:t>｣｢</a:t>
            </a:r>
            <a:r>
              <a:rPr lang="ja-JP" altLang="en-US" dirty="0">
                <a:solidFill>
                  <a:schemeClr val="bg1"/>
                </a:solidFill>
              </a:rPr>
              <a:t>いいえ</a:t>
            </a:r>
            <a:r>
              <a:rPr lang="en-US" altLang="ja-JP" dirty="0">
                <a:solidFill>
                  <a:schemeClr val="bg1"/>
                </a:solidFill>
              </a:rPr>
              <a:t>｣</a:t>
            </a:r>
            <a:r>
              <a:rPr lang="ja-JP" altLang="en-US" dirty="0">
                <a:solidFill>
                  <a:schemeClr val="bg1"/>
                </a:solidFill>
              </a:rPr>
              <a:t>で回答</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5706423C-AE19-0287-8D75-11769345B327}"/>
              </a:ext>
            </a:extLst>
          </p:cNvPr>
          <p:cNvSpPr txBox="1"/>
          <p:nvPr/>
        </p:nvSpPr>
        <p:spPr>
          <a:xfrm>
            <a:off x="351565" y="3055620"/>
            <a:ext cx="5250425" cy="369332"/>
          </a:xfrm>
          <a:prstGeom prst="rect">
            <a:avLst/>
          </a:prstGeom>
          <a:noFill/>
        </p:spPr>
        <p:txBody>
          <a:bodyPr wrap="square" rtlCol="0">
            <a:spAutoFit/>
          </a:bodyPr>
          <a:lstStyle/>
          <a:p>
            <a:r>
              <a:rPr lang="ja-JP" altLang="en-US" dirty="0">
                <a:solidFill>
                  <a:schemeClr val="bg1"/>
                </a:solidFill>
              </a:rPr>
              <a:t>・</a:t>
            </a:r>
            <a:r>
              <a:rPr lang="en-US" altLang="ja-JP" dirty="0">
                <a:solidFill>
                  <a:schemeClr val="bg1"/>
                </a:solidFill>
              </a:rPr>
              <a:t>22</a:t>
            </a:r>
            <a:r>
              <a:rPr lang="ja-JP" altLang="en-US" dirty="0">
                <a:solidFill>
                  <a:schemeClr val="bg1"/>
                </a:solidFill>
              </a:rPr>
              <a:t>回生にアンケートを取る</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5C0495FA-6799-B7CA-2AB5-866FC53BE809}"/>
              </a:ext>
            </a:extLst>
          </p:cNvPr>
          <p:cNvSpPr txBox="1"/>
          <p:nvPr/>
        </p:nvSpPr>
        <p:spPr>
          <a:xfrm>
            <a:off x="12213371" y="3767138"/>
            <a:ext cx="11300679" cy="1299971"/>
          </a:xfrm>
          <a:prstGeom prst="rect">
            <a:avLst/>
          </a:prstGeom>
          <a:noFill/>
        </p:spPr>
        <p:txBody>
          <a:bodyPr wrap="square" rtlCol="0">
            <a:spAutoFit/>
          </a:bodyPr>
          <a:lstStyle/>
          <a:p>
            <a:pPr>
              <a:lnSpc>
                <a:spcPct val="150000"/>
              </a:lnSpc>
            </a:pPr>
            <a:r>
              <a:rPr kumimoji="1" lang="ja-JP" altLang="en-US" dirty="0">
                <a:solidFill>
                  <a:schemeClr val="bg1"/>
                </a:solidFill>
              </a:rPr>
              <a:t>校内のローカル</a:t>
            </a:r>
            <a:r>
              <a:rPr kumimoji="1" lang="en-US" altLang="ja-JP" dirty="0">
                <a:solidFill>
                  <a:schemeClr val="bg1"/>
                </a:solidFill>
              </a:rPr>
              <a:t>NAS</a:t>
            </a:r>
            <a:r>
              <a:rPr kumimoji="1" lang="ja-JP" altLang="en-US" dirty="0">
                <a:solidFill>
                  <a:schemeClr val="bg1"/>
                </a:solidFill>
              </a:rPr>
              <a:t>に</a:t>
            </a:r>
            <a:r>
              <a:rPr kumimoji="1" lang="en-US" altLang="ja-JP" dirty="0">
                <a:solidFill>
                  <a:schemeClr val="bg1"/>
                </a:solidFill>
              </a:rPr>
              <a:t>HTML,JS,CSS</a:t>
            </a:r>
            <a:r>
              <a:rPr kumimoji="1" lang="ja-JP" altLang="en-US" dirty="0">
                <a:solidFill>
                  <a:schemeClr val="bg1"/>
                </a:solidFill>
              </a:rPr>
              <a:t>を移し誰でも表示できるようにした。</a:t>
            </a:r>
            <a:endParaRPr lang="en-US" altLang="ja-JP" dirty="0">
              <a:solidFill>
                <a:schemeClr val="bg1"/>
              </a:solidFill>
            </a:endParaRPr>
          </a:p>
          <a:p>
            <a:pPr>
              <a:lnSpc>
                <a:spcPct val="150000"/>
              </a:lnSpc>
            </a:pPr>
            <a:r>
              <a:rPr lang="ja-JP" altLang="en-US" dirty="0">
                <a:solidFill>
                  <a:schemeClr val="bg1"/>
                </a:solidFill>
              </a:rPr>
              <a:t>各教室を周り宣伝させていただき、認知度を上げた。</a:t>
            </a:r>
            <a:endParaRPr lang="en-US" altLang="ja-JP" dirty="0">
              <a:solidFill>
                <a:schemeClr val="bg1"/>
              </a:solidFill>
            </a:endParaRPr>
          </a:p>
          <a:p>
            <a:pPr>
              <a:lnSpc>
                <a:spcPct val="150000"/>
              </a:lnSpc>
            </a:pPr>
            <a:r>
              <a:rPr lang="ja-JP" altLang="en-US" dirty="0">
                <a:solidFill>
                  <a:schemeClr val="bg1"/>
                </a:solidFill>
              </a:rPr>
              <a:t>探究の授業内でも、各先生方から宣伝していただいた。</a:t>
            </a:r>
            <a:endParaRPr lang="en-US" altLang="ja-JP" dirty="0">
              <a:solidFill>
                <a:schemeClr val="bg1"/>
              </a:solidFill>
            </a:endParaRPr>
          </a:p>
        </p:txBody>
      </p:sp>
      <p:sp>
        <p:nvSpPr>
          <p:cNvPr id="14" name="テキスト ボックス 13">
            <a:extLst>
              <a:ext uri="{FF2B5EF4-FFF2-40B4-BE49-F238E27FC236}">
                <a16:creationId xmlns:a16="http://schemas.microsoft.com/office/drawing/2014/main" id="{5729703D-7FCC-28E9-117B-4BA7A3E7940F}"/>
              </a:ext>
            </a:extLst>
          </p:cNvPr>
          <p:cNvSpPr txBox="1"/>
          <p:nvPr/>
        </p:nvSpPr>
        <p:spPr>
          <a:xfrm>
            <a:off x="-11356478" y="3060283"/>
            <a:ext cx="5250425" cy="369332"/>
          </a:xfrm>
          <a:prstGeom prst="rect">
            <a:avLst/>
          </a:prstGeom>
          <a:noFill/>
        </p:spPr>
        <p:txBody>
          <a:bodyPr wrap="square" rtlCol="0">
            <a:spAutoFit/>
          </a:bodyPr>
          <a:lstStyle/>
          <a:p>
            <a:r>
              <a:rPr lang="ja-JP" altLang="en-US" dirty="0">
                <a:solidFill>
                  <a:schemeClr val="bg1"/>
                </a:solidFill>
              </a:rPr>
              <a:t>・フィードバックを元に修正＆アップデート</a:t>
            </a:r>
          </a:p>
        </p:txBody>
      </p:sp>
      <p:sp>
        <p:nvSpPr>
          <p:cNvPr id="15" name="テキスト ボックス 14">
            <a:extLst>
              <a:ext uri="{FF2B5EF4-FFF2-40B4-BE49-F238E27FC236}">
                <a16:creationId xmlns:a16="http://schemas.microsoft.com/office/drawing/2014/main" id="{5D360B6E-6C87-411C-B38C-D0996FD6438C}"/>
              </a:ext>
            </a:extLst>
          </p:cNvPr>
          <p:cNvSpPr txBox="1"/>
          <p:nvPr/>
        </p:nvSpPr>
        <p:spPr>
          <a:xfrm>
            <a:off x="-11346948" y="37671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Tree>
    <p:extLst>
      <p:ext uri="{BB962C8B-B14F-4D97-AF65-F5344CB8AC3E}">
        <p14:creationId xmlns:p14="http://schemas.microsoft.com/office/powerpoint/2010/main" val="169390148"/>
      </p:ext>
    </p:extLst>
  </p:cSld>
  <p:clrMapOvr>
    <a:masterClrMapping/>
  </p:clrMapOvr>
  <mc:AlternateContent xmlns:mc="http://schemas.openxmlformats.org/markup-compatibility/2006" xmlns:p159="http://schemas.microsoft.com/office/powerpoint/2015/09/main">
    <mc:Choice Requires="p159">
      <p:transition spd="slow" advClick="0" advTm="15000">
        <p159:morph option="byObject"/>
      </p:transition>
    </mc:Choice>
    <mc:Fallback xmlns="">
      <p:transition spd="slow" advClick="0" advTm="1500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7B18-B4C7-A578-AEAD-2CFCE44A8544}"/>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C88B51B5-C677-170C-B246-F803AFA0924B}"/>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19" name="テキスト ボックス 18">
            <a:extLst>
              <a:ext uri="{FF2B5EF4-FFF2-40B4-BE49-F238E27FC236}">
                <a16:creationId xmlns:a16="http://schemas.microsoft.com/office/drawing/2014/main" id="{7E230695-8DF2-7EF1-3ADA-4C9A7ACE0D76}"/>
              </a:ext>
            </a:extLst>
          </p:cNvPr>
          <p:cNvSpPr txBox="1"/>
          <p:nvPr/>
        </p:nvSpPr>
        <p:spPr>
          <a:xfrm>
            <a:off x="351567" y="121574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2" name="テキスト ボックス 1">
            <a:extLst>
              <a:ext uri="{FF2B5EF4-FFF2-40B4-BE49-F238E27FC236}">
                <a16:creationId xmlns:a16="http://schemas.microsoft.com/office/drawing/2014/main" id="{4964F89B-E990-962C-F556-97C9787CDD47}"/>
              </a:ext>
            </a:extLst>
          </p:cNvPr>
          <p:cNvSpPr txBox="1"/>
          <p:nvPr/>
        </p:nvSpPr>
        <p:spPr>
          <a:xfrm>
            <a:off x="351568" y="158507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CFB6B888-9DEA-4FCA-6DCC-1CAB9774F63D}"/>
              </a:ext>
            </a:extLst>
          </p:cNvPr>
          <p:cNvSpPr txBox="1"/>
          <p:nvPr/>
        </p:nvSpPr>
        <p:spPr>
          <a:xfrm>
            <a:off x="351567" y="195440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90F882F1-C2E1-ECD5-9DCB-62CAC5B77723}"/>
              </a:ext>
            </a:extLst>
          </p:cNvPr>
          <p:cNvSpPr txBox="1"/>
          <p:nvPr/>
        </p:nvSpPr>
        <p:spPr>
          <a:xfrm>
            <a:off x="351566" y="232065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026400FD-86C5-A439-F490-D125BF64E5E3}"/>
              </a:ext>
            </a:extLst>
          </p:cNvPr>
          <p:cNvSpPr txBox="1"/>
          <p:nvPr/>
        </p:nvSpPr>
        <p:spPr>
          <a:xfrm>
            <a:off x="351565" y="2686903"/>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22</a:t>
            </a:r>
            <a:r>
              <a:rPr kumimoji="1" lang="ja-JP" altLang="en-US" dirty="0">
                <a:solidFill>
                  <a:schemeClr val="bg1"/>
                </a:solidFill>
              </a:rPr>
              <a:t>回生にアンケートを取る</a:t>
            </a:r>
          </a:p>
        </p:txBody>
      </p:sp>
      <p:sp>
        <p:nvSpPr>
          <p:cNvPr id="6" name="テキスト ボックス 5">
            <a:extLst>
              <a:ext uri="{FF2B5EF4-FFF2-40B4-BE49-F238E27FC236}">
                <a16:creationId xmlns:a16="http://schemas.microsoft.com/office/drawing/2014/main" id="{4F5F47D7-44F4-EEA5-0957-CB03E53293FD}"/>
              </a:ext>
            </a:extLst>
          </p:cNvPr>
          <p:cNvSpPr txBox="1"/>
          <p:nvPr/>
        </p:nvSpPr>
        <p:spPr>
          <a:xfrm>
            <a:off x="351571" y="37671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
        <p:nvSpPr>
          <p:cNvPr id="10" name="テキスト ボックス 9">
            <a:extLst>
              <a:ext uri="{FF2B5EF4-FFF2-40B4-BE49-F238E27FC236}">
                <a16:creationId xmlns:a16="http://schemas.microsoft.com/office/drawing/2014/main" id="{9FF0331B-B58A-6118-05FC-07C71B795AD2}"/>
              </a:ext>
            </a:extLst>
          </p:cNvPr>
          <p:cNvSpPr txBox="1"/>
          <p:nvPr/>
        </p:nvSpPr>
        <p:spPr>
          <a:xfrm>
            <a:off x="5924550" y="-4270407"/>
            <a:ext cx="6267450" cy="4208460"/>
          </a:xfrm>
          <a:prstGeom prst="rect">
            <a:avLst/>
          </a:prstGeom>
          <a:noFill/>
        </p:spPr>
        <p:txBody>
          <a:bodyPr wrap="square">
            <a:spAutoFit/>
          </a:bodyPr>
          <a:lstStyle/>
          <a:p>
            <a:pPr>
              <a:lnSpc>
                <a:spcPct val="150000"/>
              </a:lnSpc>
            </a:pPr>
            <a:r>
              <a:rPr kumimoji="1" lang="en-US" altLang="ja-JP" dirty="0">
                <a:solidFill>
                  <a:schemeClr val="bg1"/>
                </a:solidFill>
              </a:rPr>
              <a:t>0</a:t>
            </a:r>
            <a:r>
              <a:rPr kumimoji="1" lang="ja-JP" altLang="en-US" dirty="0">
                <a:solidFill>
                  <a:schemeClr val="bg1"/>
                </a:solidFill>
              </a:rPr>
              <a:t>件の時に表示が欲しい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何件中何件を表示する機能を追加。</a:t>
            </a:r>
            <a:endParaRPr kumimoji="1" lang="en-US" altLang="ja-JP" dirty="0">
              <a:solidFill>
                <a:schemeClr val="bg1"/>
              </a:solidFill>
            </a:endParaRPr>
          </a:p>
          <a:p>
            <a:pPr>
              <a:lnSpc>
                <a:spcPct val="150000"/>
              </a:lnSpc>
            </a:pPr>
            <a:r>
              <a:rPr kumimoji="1" lang="ja-JP" altLang="en-US" dirty="0">
                <a:solidFill>
                  <a:schemeClr val="bg1"/>
                </a:solidFill>
              </a:rPr>
              <a:t>並び替え機能が欲しい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並び替え機能実装。</a:t>
            </a:r>
            <a:endParaRPr kumimoji="1" lang="en-US" altLang="ja-JP" dirty="0">
              <a:solidFill>
                <a:schemeClr val="bg1"/>
              </a:solidFill>
            </a:endParaRPr>
          </a:p>
          <a:p>
            <a:pPr>
              <a:lnSpc>
                <a:spcPct val="150000"/>
              </a:lnSpc>
            </a:pPr>
            <a:r>
              <a:rPr kumimoji="1" lang="ja-JP" altLang="en-US" dirty="0">
                <a:solidFill>
                  <a:schemeClr val="bg1"/>
                </a:solidFill>
              </a:rPr>
              <a:t>お気に入り機能が欲しい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お気に入り機能実装。</a:t>
            </a:r>
            <a:endParaRPr kumimoji="1" lang="en-US" altLang="ja-JP" dirty="0">
              <a:solidFill>
                <a:schemeClr val="bg1"/>
              </a:solidFill>
            </a:endParaRPr>
          </a:p>
          <a:p>
            <a:pPr>
              <a:lnSpc>
                <a:spcPct val="150000"/>
              </a:lnSpc>
            </a:pPr>
            <a:r>
              <a:rPr lang="ja-JP" altLang="en-US" dirty="0">
                <a:solidFill>
                  <a:schemeClr val="bg1"/>
                </a:solidFill>
              </a:rPr>
              <a:t>誰からも要望なかった</a:t>
            </a:r>
            <a:endParaRPr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→ダークモードに対応。</a:t>
            </a:r>
            <a:endParaRPr lang="en-US" altLang="ja-JP" dirty="0">
              <a:solidFill>
                <a:schemeClr val="bg1"/>
              </a:solidFill>
            </a:endParaRPr>
          </a:p>
          <a:p>
            <a:pPr>
              <a:lnSpc>
                <a:spcPct val="150000"/>
              </a:lnSpc>
            </a:pPr>
            <a:r>
              <a:rPr kumimoji="1" lang="ja-JP" altLang="en-US" dirty="0">
                <a:solidFill>
                  <a:schemeClr val="bg1"/>
                </a:solidFill>
              </a:rPr>
              <a:t>誰からも要望なかった</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曖昧語検索に対応。</a:t>
            </a:r>
          </a:p>
        </p:txBody>
      </p:sp>
      <p:sp>
        <p:nvSpPr>
          <p:cNvPr id="8" name="テキスト ボックス 7">
            <a:extLst>
              <a:ext uri="{FF2B5EF4-FFF2-40B4-BE49-F238E27FC236}">
                <a16:creationId xmlns:a16="http://schemas.microsoft.com/office/drawing/2014/main" id="{BC78FF71-6782-E188-5871-9C4A465158A0}"/>
              </a:ext>
            </a:extLst>
          </p:cNvPr>
          <p:cNvSpPr txBox="1"/>
          <p:nvPr/>
        </p:nvSpPr>
        <p:spPr>
          <a:xfrm>
            <a:off x="351565" y="3055620"/>
            <a:ext cx="5250425" cy="369332"/>
          </a:xfrm>
          <a:prstGeom prst="rect">
            <a:avLst/>
          </a:prstGeom>
          <a:noFill/>
        </p:spPr>
        <p:txBody>
          <a:bodyPr wrap="square" rtlCol="0">
            <a:spAutoFit/>
          </a:bodyPr>
          <a:lstStyle/>
          <a:p>
            <a:r>
              <a:rPr kumimoji="1" lang="ja-JP" altLang="en-US" dirty="0">
                <a:solidFill>
                  <a:schemeClr val="bg1"/>
                </a:solidFill>
              </a:rPr>
              <a:t>・フィードバックを元に修正＆アップデート</a:t>
            </a:r>
          </a:p>
        </p:txBody>
      </p:sp>
      <p:sp>
        <p:nvSpPr>
          <p:cNvPr id="9" name="テキスト ボックス 8">
            <a:extLst>
              <a:ext uri="{FF2B5EF4-FFF2-40B4-BE49-F238E27FC236}">
                <a16:creationId xmlns:a16="http://schemas.microsoft.com/office/drawing/2014/main" id="{4459107F-3055-86F1-2389-904C74DDC207}"/>
              </a:ext>
            </a:extLst>
          </p:cNvPr>
          <p:cNvSpPr txBox="1"/>
          <p:nvPr/>
        </p:nvSpPr>
        <p:spPr>
          <a:xfrm>
            <a:off x="12213371" y="3767138"/>
            <a:ext cx="11300679" cy="1299971"/>
          </a:xfrm>
          <a:prstGeom prst="rect">
            <a:avLst/>
          </a:prstGeom>
          <a:noFill/>
        </p:spPr>
        <p:txBody>
          <a:bodyPr wrap="square" rtlCol="0">
            <a:spAutoFit/>
          </a:bodyPr>
          <a:lstStyle/>
          <a:p>
            <a:pPr>
              <a:lnSpc>
                <a:spcPct val="150000"/>
              </a:lnSpc>
            </a:pPr>
            <a:r>
              <a:rPr lang="en-US" altLang="ja-JP" dirty="0">
                <a:solidFill>
                  <a:schemeClr val="bg1"/>
                </a:solidFill>
              </a:rPr>
              <a:t>Google Form</a:t>
            </a:r>
            <a:r>
              <a:rPr lang="ja-JP" altLang="en-US" dirty="0">
                <a:solidFill>
                  <a:schemeClr val="bg1"/>
                </a:solidFill>
              </a:rPr>
              <a:t>でアンケートを作り、利用者に答えてもらうようにお願いした。</a:t>
            </a:r>
            <a:endParaRPr lang="en-US" altLang="ja-JP" dirty="0">
              <a:solidFill>
                <a:schemeClr val="bg1"/>
              </a:solidFill>
            </a:endParaRPr>
          </a:p>
          <a:p>
            <a:pPr>
              <a:lnSpc>
                <a:spcPct val="150000"/>
              </a:lnSpc>
            </a:pPr>
            <a:r>
              <a:rPr lang="en-US" altLang="ja-JP" dirty="0">
                <a:solidFill>
                  <a:schemeClr val="bg1"/>
                </a:solidFill>
              </a:rPr>
              <a:t>｢</a:t>
            </a:r>
            <a:r>
              <a:rPr lang="ja-JP" altLang="en-US" dirty="0">
                <a:solidFill>
                  <a:schemeClr val="bg1"/>
                </a:solidFill>
              </a:rPr>
              <a:t>後輩に勧めたいか</a:t>
            </a:r>
            <a:r>
              <a:rPr lang="en-US" altLang="ja-JP" dirty="0">
                <a:solidFill>
                  <a:schemeClr val="bg1"/>
                </a:solidFill>
              </a:rPr>
              <a:t>｣｢</a:t>
            </a:r>
            <a:r>
              <a:rPr lang="ja-JP" altLang="en-US" dirty="0">
                <a:solidFill>
                  <a:schemeClr val="bg1"/>
                </a:solidFill>
              </a:rPr>
              <a:t>検索システムがあれば授業が円滑に行えたか</a:t>
            </a:r>
            <a:r>
              <a:rPr lang="en-US" altLang="ja-JP" dirty="0">
                <a:solidFill>
                  <a:schemeClr val="bg1"/>
                </a:solidFill>
              </a:rPr>
              <a:t>｣｢</a:t>
            </a:r>
            <a:r>
              <a:rPr lang="ja-JP" altLang="en-US" dirty="0">
                <a:solidFill>
                  <a:schemeClr val="bg1"/>
                </a:solidFill>
              </a:rPr>
              <a:t>今後も使用したいか</a:t>
            </a:r>
            <a:r>
              <a:rPr lang="en-US" altLang="ja-JP" dirty="0">
                <a:solidFill>
                  <a:schemeClr val="bg1"/>
                </a:solidFill>
              </a:rPr>
              <a:t>｣｢</a:t>
            </a:r>
            <a:r>
              <a:rPr lang="ja-JP" altLang="en-US" dirty="0">
                <a:solidFill>
                  <a:schemeClr val="bg1"/>
                </a:solidFill>
              </a:rPr>
              <a:t>操作しやすいか</a:t>
            </a:r>
            <a:r>
              <a:rPr lang="en-US" altLang="ja-JP" dirty="0">
                <a:solidFill>
                  <a:schemeClr val="bg1"/>
                </a:solidFill>
              </a:rPr>
              <a:t>｣</a:t>
            </a:r>
            <a:r>
              <a:rPr lang="ja-JP" altLang="en-US" dirty="0">
                <a:solidFill>
                  <a:schemeClr val="bg1"/>
                </a:solidFill>
              </a:rPr>
              <a:t>　</a:t>
            </a:r>
            <a:r>
              <a:rPr lang="en-US" altLang="ja-JP" dirty="0">
                <a:solidFill>
                  <a:schemeClr val="bg1"/>
                </a:solidFill>
              </a:rPr>
              <a:t>｢</a:t>
            </a:r>
            <a:r>
              <a:rPr lang="ja-JP" altLang="en-US" dirty="0">
                <a:solidFill>
                  <a:schemeClr val="bg1"/>
                </a:solidFill>
              </a:rPr>
              <a:t>はい</a:t>
            </a:r>
            <a:r>
              <a:rPr lang="en-US" altLang="ja-JP" dirty="0">
                <a:solidFill>
                  <a:schemeClr val="bg1"/>
                </a:solidFill>
              </a:rPr>
              <a:t>｣｢</a:t>
            </a:r>
            <a:r>
              <a:rPr lang="ja-JP" altLang="en-US" dirty="0">
                <a:solidFill>
                  <a:schemeClr val="bg1"/>
                </a:solidFill>
              </a:rPr>
              <a:t>どちらかというとはい</a:t>
            </a:r>
            <a:r>
              <a:rPr lang="en-US" altLang="ja-JP" dirty="0">
                <a:solidFill>
                  <a:schemeClr val="bg1"/>
                </a:solidFill>
              </a:rPr>
              <a:t>｣｢</a:t>
            </a:r>
            <a:r>
              <a:rPr lang="ja-JP" altLang="en-US" dirty="0">
                <a:solidFill>
                  <a:schemeClr val="bg1"/>
                </a:solidFill>
              </a:rPr>
              <a:t>どちらともいえない</a:t>
            </a:r>
            <a:r>
              <a:rPr lang="en-US" altLang="ja-JP" dirty="0">
                <a:solidFill>
                  <a:schemeClr val="bg1"/>
                </a:solidFill>
              </a:rPr>
              <a:t>｣｢</a:t>
            </a:r>
            <a:r>
              <a:rPr lang="ja-JP" altLang="en-US" dirty="0">
                <a:solidFill>
                  <a:schemeClr val="bg1"/>
                </a:solidFill>
              </a:rPr>
              <a:t>どちらかというといいえ</a:t>
            </a:r>
            <a:r>
              <a:rPr lang="en-US" altLang="ja-JP" dirty="0">
                <a:solidFill>
                  <a:schemeClr val="bg1"/>
                </a:solidFill>
              </a:rPr>
              <a:t>｣｢</a:t>
            </a:r>
            <a:r>
              <a:rPr lang="ja-JP" altLang="en-US" dirty="0">
                <a:solidFill>
                  <a:schemeClr val="bg1"/>
                </a:solidFill>
              </a:rPr>
              <a:t>いいえ</a:t>
            </a:r>
            <a:r>
              <a:rPr lang="en-US" altLang="ja-JP" dirty="0">
                <a:solidFill>
                  <a:schemeClr val="bg1"/>
                </a:solidFill>
              </a:rPr>
              <a:t>｣</a:t>
            </a:r>
            <a:r>
              <a:rPr lang="ja-JP" altLang="en-US" dirty="0">
                <a:solidFill>
                  <a:schemeClr val="bg1"/>
                </a:solidFill>
              </a:rPr>
              <a:t>で回答</a:t>
            </a:r>
            <a:endParaRPr lang="en-US" altLang="ja-JP" dirty="0">
              <a:solidFill>
                <a:schemeClr val="bg1"/>
              </a:solidFill>
            </a:endParaRPr>
          </a:p>
        </p:txBody>
      </p:sp>
    </p:spTree>
    <p:extLst>
      <p:ext uri="{BB962C8B-B14F-4D97-AF65-F5344CB8AC3E}">
        <p14:creationId xmlns:p14="http://schemas.microsoft.com/office/powerpoint/2010/main" val="1535736696"/>
      </p:ext>
    </p:extLst>
  </p:cSld>
  <p:clrMapOvr>
    <a:masterClrMapping/>
  </p:clrMapOvr>
  <mc:AlternateContent xmlns:mc="http://schemas.openxmlformats.org/markup-compatibility/2006" xmlns:p159="http://schemas.microsoft.com/office/powerpoint/2015/09/main">
    <mc:Choice Requires="p159">
      <p:transition spd="slow" advClick="0" advTm="7000">
        <p159:morph option="byObject"/>
      </p:transition>
    </mc:Choice>
    <mc:Fallback xmlns="">
      <p:transition spd="slow" advClick="0" advTm="7000">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63F5A-3516-DC7F-BB25-5553CF900546}"/>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E294DDEE-91FE-AD75-9BD7-9C402CB862C3}"/>
              </a:ext>
            </a:extLst>
          </p:cNvPr>
          <p:cNvSpPr/>
          <p:nvPr/>
        </p:nvSpPr>
        <p:spPr>
          <a:xfrm>
            <a:off x="-330419" y="-334188"/>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研究手法</a:t>
            </a:r>
          </a:p>
        </p:txBody>
      </p:sp>
      <p:sp>
        <p:nvSpPr>
          <p:cNvPr id="6" name="テキスト ボックス 5">
            <a:extLst>
              <a:ext uri="{FF2B5EF4-FFF2-40B4-BE49-F238E27FC236}">
                <a16:creationId xmlns:a16="http://schemas.microsoft.com/office/drawing/2014/main" id="{297EE523-BD53-04BB-9303-13165866630D}"/>
              </a:ext>
            </a:extLst>
          </p:cNvPr>
          <p:cNvSpPr txBox="1"/>
          <p:nvPr/>
        </p:nvSpPr>
        <p:spPr>
          <a:xfrm>
            <a:off x="351571" y="55959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
        <p:nvSpPr>
          <p:cNvPr id="9" name="テキスト ボックス 8">
            <a:extLst>
              <a:ext uri="{FF2B5EF4-FFF2-40B4-BE49-F238E27FC236}">
                <a16:creationId xmlns:a16="http://schemas.microsoft.com/office/drawing/2014/main" id="{E3B24A4A-FA3F-23BB-1749-74F6870EAAE3}"/>
              </a:ext>
            </a:extLst>
          </p:cNvPr>
          <p:cNvSpPr txBox="1"/>
          <p:nvPr/>
        </p:nvSpPr>
        <p:spPr>
          <a:xfrm>
            <a:off x="5924550" y="678967"/>
            <a:ext cx="6267450" cy="4208460"/>
          </a:xfrm>
          <a:prstGeom prst="rect">
            <a:avLst/>
          </a:prstGeom>
          <a:noFill/>
        </p:spPr>
        <p:txBody>
          <a:bodyPr wrap="square">
            <a:spAutoFit/>
          </a:bodyPr>
          <a:lstStyle/>
          <a:p>
            <a:pPr>
              <a:lnSpc>
                <a:spcPct val="150000"/>
              </a:lnSpc>
            </a:pPr>
            <a:r>
              <a:rPr kumimoji="1" lang="en-US" altLang="ja-JP" dirty="0">
                <a:solidFill>
                  <a:schemeClr val="bg1"/>
                </a:solidFill>
              </a:rPr>
              <a:t>0</a:t>
            </a:r>
            <a:r>
              <a:rPr kumimoji="1" lang="ja-JP" altLang="en-US" dirty="0">
                <a:solidFill>
                  <a:schemeClr val="bg1"/>
                </a:solidFill>
              </a:rPr>
              <a:t>件の時に表示が欲しい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何件中何件を表示する機能を追加。</a:t>
            </a:r>
            <a:endParaRPr kumimoji="1" lang="en-US" altLang="ja-JP" dirty="0">
              <a:solidFill>
                <a:schemeClr val="bg1"/>
              </a:solidFill>
            </a:endParaRPr>
          </a:p>
          <a:p>
            <a:pPr>
              <a:lnSpc>
                <a:spcPct val="150000"/>
              </a:lnSpc>
            </a:pPr>
            <a:r>
              <a:rPr kumimoji="1" lang="ja-JP" altLang="en-US" dirty="0">
                <a:solidFill>
                  <a:schemeClr val="bg1"/>
                </a:solidFill>
              </a:rPr>
              <a:t>並び替え機能が欲しい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並び替え機能実装。</a:t>
            </a:r>
            <a:endParaRPr kumimoji="1" lang="en-US" altLang="ja-JP" dirty="0">
              <a:solidFill>
                <a:schemeClr val="bg1"/>
              </a:solidFill>
            </a:endParaRPr>
          </a:p>
          <a:p>
            <a:pPr>
              <a:lnSpc>
                <a:spcPct val="150000"/>
              </a:lnSpc>
            </a:pPr>
            <a:r>
              <a:rPr kumimoji="1" lang="ja-JP" altLang="en-US" dirty="0">
                <a:solidFill>
                  <a:schemeClr val="bg1"/>
                </a:solidFill>
              </a:rPr>
              <a:t>お気に入り機能が欲しい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お気に入り機能実装。</a:t>
            </a:r>
            <a:endParaRPr kumimoji="1" lang="en-US" altLang="ja-JP" dirty="0">
              <a:solidFill>
                <a:schemeClr val="bg1"/>
              </a:solidFill>
            </a:endParaRPr>
          </a:p>
          <a:p>
            <a:pPr>
              <a:lnSpc>
                <a:spcPct val="150000"/>
              </a:lnSpc>
            </a:pPr>
            <a:r>
              <a:rPr lang="ja-JP" altLang="en-US" dirty="0">
                <a:solidFill>
                  <a:schemeClr val="bg1"/>
                </a:solidFill>
              </a:rPr>
              <a:t>誰からも要望なかった</a:t>
            </a:r>
            <a:endParaRPr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→ダークモードに対応。</a:t>
            </a:r>
            <a:endParaRPr lang="en-US" altLang="ja-JP" dirty="0">
              <a:solidFill>
                <a:schemeClr val="bg1"/>
              </a:solidFill>
            </a:endParaRPr>
          </a:p>
          <a:p>
            <a:pPr>
              <a:lnSpc>
                <a:spcPct val="150000"/>
              </a:lnSpc>
            </a:pPr>
            <a:r>
              <a:rPr kumimoji="1" lang="ja-JP" altLang="en-US" dirty="0">
                <a:solidFill>
                  <a:schemeClr val="bg1"/>
                </a:solidFill>
              </a:rPr>
              <a:t>誰からも要望なかった</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曖昧語検索に対応。</a:t>
            </a:r>
          </a:p>
        </p:txBody>
      </p:sp>
      <p:sp>
        <p:nvSpPr>
          <p:cNvPr id="10" name="テキスト ボックス 9">
            <a:extLst>
              <a:ext uri="{FF2B5EF4-FFF2-40B4-BE49-F238E27FC236}">
                <a16:creationId xmlns:a16="http://schemas.microsoft.com/office/drawing/2014/main" id="{57B5F593-A13E-0452-F38A-25D7C45A438F}"/>
              </a:ext>
            </a:extLst>
          </p:cNvPr>
          <p:cNvSpPr txBox="1"/>
          <p:nvPr/>
        </p:nvSpPr>
        <p:spPr>
          <a:xfrm>
            <a:off x="351567" y="121574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11" name="テキスト ボックス 10">
            <a:extLst>
              <a:ext uri="{FF2B5EF4-FFF2-40B4-BE49-F238E27FC236}">
                <a16:creationId xmlns:a16="http://schemas.microsoft.com/office/drawing/2014/main" id="{1E20327F-F44A-AE10-06BE-E79B6C95DFC3}"/>
              </a:ext>
            </a:extLst>
          </p:cNvPr>
          <p:cNvSpPr txBox="1"/>
          <p:nvPr/>
        </p:nvSpPr>
        <p:spPr>
          <a:xfrm>
            <a:off x="351568" y="158507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26D6045B-A801-000F-09D7-C154ABD22D10}"/>
              </a:ext>
            </a:extLst>
          </p:cNvPr>
          <p:cNvSpPr txBox="1"/>
          <p:nvPr/>
        </p:nvSpPr>
        <p:spPr>
          <a:xfrm>
            <a:off x="351567" y="195440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17587C5B-6985-99F0-694B-C529071B84D5}"/>
              </a:ext>
            </a:extLst>
          </p:cNvPr>
          <p:cNvSpPr txBox="1"/>
          <p:nvPr/>
        </p:nvSpPr>
        <p:spPr>
          <a:xfrm>
            <a:off x="351566" y="232065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C9BC530C-B03D-BCA7-8FF2-C6BD9438D8EE}"/>
              </a:ext>
            </a:extLst>
          </p:cNvPr>
          <p:cNvSpPr txBox="1"/>
          <p:nvPr/>
        </p:nvSpPr>
        <p:spPr>
          <a:xfrm>
            <a:off x="351565" y="2686903"/>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22</a:t>
            </a:r>
            <a:r>
              <a:rPr kumimoji="1" lang="ja-JP" altLang="en-US" dirty="0">
                <a:solidFill>
                  <a:schemeClr val="bg1"/>
                </a:solidFill>
              </a:rPr>
              <a:t>回生にアンケートを取る</a:t>
            </a:r>
          </a:p>
        </p:txBody>
      </p:sp>
      <p:sp>
        <p:nvSpPr>
          <p:cNvPr id="15" name="テキスト ボックス 14">
            <a:extLst>
              <a:ext uri="{FF2B5EF4-FFF2-40B4-BE49-F238E27FC236}">
                <a16:creationId xmlns:a16="http://schemas.microsoft.com/office/drawing/2014/main" id="{2D648F2C-0FC7-756B-DC28-D6ABB07F6AC8}"/>
              </a:ext>
            </a:extLst>
          </p:cNvPr>
          <p:cNvSpPr txBox="1"/>
          <p:nvPr/>
        </p:nvSpPr>
        <p:spPr>
          <a:xfrm>
            <a:off x="351565" y="3055620"/>
            <a:ext cx="5250425" cy="369332"/>
          </a:xfrm>
          <a:prstGeom prst="rect">
            <a:avLst/>
          </a:prstGeom>
          <a:noFill/>
        </p:spPr>
        <p:txBody>
          <a:bodyPr wrap="square" rtlCol="0">
            <a:spAutoFit/>
          </a:bodyPr>
          <a:lstStyle/>
          <a:p>
            <a:r>
              <a:rPr kumimoji="1" lang="ja-JP" altLang="en-US" dirty="0">
                <a:solidFill>
                  <a:schemeClr val="bg1"/>
                </a:solidFill>
              </a:rPr>
              <a:t>・フィードバックを元に修正＆アップデート</a:t>
            </a:r>
          </a:p>
        </p:txBody>
      </p:sp>
    </p:spTree>
    <p:extLst>
      <p:ext uri="{BB962C8B-B14F-4D97-AF65-F5344CB8AC3E}">
        <p14:creationId xmlns:p14="http://schemas.microsoft.com/office/powerpoint/2010/main" val="1805381711"/>
      </p:ext>
    </p:extLst>
  </p:cSld>
  <p:clrMapOvr>
    <a:masterClrMapping/>
  </p:clrMapOvr>
  <mc:AlternateContent xmlns:mc="http://schemas.openxmlformats.org/markup-compatibility/2006" xmlns:p159="http://schemas.microsoft.com/office/powerpoint/2015/09/main">
    <mc:Choice Requires="p159">
      <p:transition spd="slow" advClick="0" advTm="12000">
        <p159:morph option="byObject"/>
      </p:transition>
    </mc:Choice>
    <mc:Fallback xmlns="">
      <p:transition spd="slow" advClick="0" advTm="1200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8A0B8-BC45-B6FB-61EE-0D801C399C5B}"/>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1E12733-1BDB-20F3-8DEE-32B45285F6E6}"/>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6BAD4929-4041-D076-2245-1A3A18D65FB9}"/>
              </a:ext>
            </a:extLst>
          </p:cNvPr>
          <p:cNvSpPr/>
          <p:nvPr/>
        </p:nvSpPr>
        <p:spPr>
          <a:xfrm>
            <a:off x="711233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19387A7F-14E5-1C33-DEBE-82320E920202}"/>
              </a:ext>
            </a:extLst>
          </p:cNvPr>
          <p:cNvSpPr/>
          <p:nvPr/>
        </p:nvSpPr>
        <p:spPr>
          <a:xfrm>
            <a:off x="8807781" y="30908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BB2806F4-A0F6-300C-CBDD-DBAF62BCFFA0}"/>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B9ED453A-7918-FE23-22B6-F39FF0649377}"/>
              </a:ext>
            </a:extLst>
          </p:cNvPr>
          <p:cNvSpPr/>
          <p:nvPr/>
        </p:nvSpPr>
        <p:spPr>
          <a:xfrm>
            <a:off x="2037743" y="2262941"/>
            <a:ext cx="4743118" cy="2324218"/>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研究手法</a:t>
            </a:r>
          </a:p>
        </p:txBody>
      </p:sp>
      <p:sp>
        <p:nvSpPr>
          <p:cNvPr id="13" name="テキスト ボックス 12">
            <a:extLst>
              <a:ext uri="{FF2B5EF4-FFF2-40B4-BE49-F238E27FC236}">
                <a16:creationId xmlns:a16="http://schemas.microsoft.com/office/drawing/2014/main" id="{1B0844D7-85AF-6539-DAA1-865F273B69D2}"/>
              </a:ext>
            </a:extLst>
          </p:cNvPr>
          <p:cNvSpPr txBox="1"/>
          <p:nvPr/>
        </p:nvSpPr>
        <p:spPr>
          <a:xfrm>
            <a:off x="12200671" y="5595938"/>
            <a:ext cx="11300679" cy="884473"/>
          </a:xfrm>
          <a:prstGeom prst="rect">
            <a:avLst/>
          </a:prstGeom>
          <a:noFill/>
        </p:spPr>
        <p:txBody>
          <a:bodyPr wrap="square" rtlCol="0">
            <a:spAutoFit/>
          </a:bodyPr>
          <a:lstStyle/>
          <a:p>
            <a:pPr>
              <a:lnSpc>
                <a:spcPct val="150000"/>
              </a:lnSpc>
            </a:pPr>
            <a:r>
              <a:rPr kumimoji="1" lang="ja-JP" altLang="en-US" dirty="0">
                <a:solidFill>
                  <a:schemeClr val="bg1"/>
                </a:solidFill>
              </a:rPr>
              <a:t>アンケートと同時にバグなどのフィードバックも集めたので、それを元に改善点をピックアップ。</a:t>
            </a:r>
            <a:endParaRPr kumimoji="1" lang="en-US" altLang="ja-JP" dirty="0">
              <a:solidFill>
                <a:schemeClr val="bg1"/>
              </a:solidFill>
            </a:endParaRPr>
          </a:p>
          <a:p>
            <a:pPr>
              <a:lnSpc>
                <a:spcPct val="150000"/>
              </a:lnSpc>
            </a:pPr>
            <a:r>
              <a:rPr lang="ja-JP" altLang="en-US" dirty="0">
                <a:solidFill>
                  <a:schemeClr val="bg1"/>
                </a:solidFill>
              </a:rPr>
              <a:t>ポスターが表示できない などのバグは早急に修正。</a:t>
            </a:r>
            <a:endParaRPr lang="en-US" altLang="ja-JP" dirty="0">
              <a:solidFill>
                <a:schemeClr val="bg1"/>
              </a:solidFill>
            </a:endParaRPr>
          </a:p>
        </p:txBody>
      </p:sp>
      <p:sp>
        <p:nvSpPr>
          <p:cNvPr id="14" name="テキスト ボックス 13">
            <a:extLst>
              <a:ext uri="{FF2B5EF4-FFF2-40B4-BE49-F238E27FC236}">
                <a16:creationId xmlns:a16="http://schemas.microsoft.com/office/drawing/2014/main" id="{9AA3900A-3DFB-703E-6996-1273768C91C7}"/>
              </a:ext>
            </a:extLst>
          </p:cNvPr>
          <p:cNvSpPr txBox="1"/>
          <p:nvPr/>
        </p:nvSpPr>
        <p:spPr>
          <a:xfrm>
            <a:off x="17773650" y="678967"/>
            <a:ext cx="6267450" cy="4208460"/>
          </a:xfrm>
          <a:prstGeom prst="rect">
            <a:avLst/>
          </a:prstGeom>
          <a:noFill/>
        </p:spPr>
        <p:txBody>
          <a:bodyPr wrap="square">
            <a:spAutoFit/>
          </a:bodyPr>
          <a:lstStyle/>
          <a:p>
            <a:pPr>
              <a:lnSpc>
                <a:spcPct val="150000"/>
              </a:lnSpc>
            </a:pPr>
            <a:r>
              <a:rPr kumimoji="1" lang="en-US" altLang="ja-JP" dirty="0">
                <a:solidFill>
                  <a:schemeClr val="bg1"/>
                </a:solidFill>
              </a:rPr>
              <a:t>0</a:t>
            </a:r>
            <a:r>
              <a:rPr kumimoji="1" lang="ja-JP" altLang="en-US" dirty="0">
                <a:solidFill>
                  <a:schemeClr val="bg1"/>
                </a:solidFill>
              </a:rPr>
              <a:t>件の時に表示が欲しい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何件中何件を表示する機能を追加。</a:t>
            </a:r>
            <a:endParaRPr kumimoji="1" lang="en-US" altLang="ja-JP" dirty="0">
              <a:solidFill>
                <a:schemeClr val="bg1"/>
              </a:solidFill>
            </a:endParaRPr>
          </a:p>
          <a:p>
            <a:pPr>
              <a:lnSpc>
                <a:spcPct val="150000"/>
              </a:lnSpc>
            </a:pPr>
            <a:r>
              <a:rPr kumimoji="1" lang="ja-JP" altLang="en-US" dirty="0">
                <a:solidFill>
                  <a:schemeClr val="bg1"/>
                </a:solidFill>
              </a:rPr>
              <a:t>並び替え機能が欲しい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並び替え機能実装。</a:t>
            </a:r>
            <a:endParaRPr kumimoji="1" lang="en-US" altLang="ja-JP" dirty="0">
              <a:solidFill>
                <a:schemeClr val="bg1"/>
              </a:solidFill>
            </a:endParaRPr>
          </a:p>
          <a:p>
            <a:pPr>
              <a:lnSpc>
                <a:spcPct val="150000"/>
              </a:lnSpc>
            </a:pPr>
            <a:r>
              <a:rPr kumimoji="1" lang="ja-JP" altLang="en-US" dirty="0">
                <a:solidFill>
                  <a:schemeClr val="bg1"/>
                </a:solidFill>
              </a:rPr>
              <a:t>お気に入り機能が欲しい</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お気に入り機能実装。</a:t>
            </a:r>
            <a:endParaRPr kumimoji="1" lang="en-US" altLang="ja-JP" dirty="0">
              <a:solidFill>
                <a:schemeClr val="bg1"/>
              </a:solidFill>
            </a:endParaRPr>
          </a:p>
          <a:p>
            <a:pPr>
              <a:lnSpc>
                <a:spcPct val="150000"/>
              </a:lnSpc>
            </a:pPr>
            <a:r>
              <a:rPr lang="ja-JP" altLang="en-US" dirty="0">
                <a:solidFill>
                  <a:schemeClr val="bg1"/>
                </a:solidFill>
              </a:rPr>
              <a:t>誰からも要望なかった</a:t>
            </a:r>
            <a:endParaRPr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→ダークモードに対応。</a:t>
            </a:r>
            <a:endParaRPr lang="en-US" altLang="ja-JP" dirty="0">
              <a:solidFill>
                <a:schemeClr val="bg1"/>
              </a:solidFill>
            </a:endParaRPr>
          </a:p>
          <a:p>
            <a:pPr>
              <a:lnSpc>
                <a:spcPct val="150000"/>
              </a:lnSpc>
            </a:pPr>
            <a:r>
              <a:rPr kumimoji="1" lang="ja-JP" altLang="en-US" dirty="0">
                <a:solidFill>
                  <a:schemeClr val="bg1"/>
                </a:solidFill>
              </a:rPr>
              <a:t>誰からも要望なかった</a:t>
            </a:r>
            <a:endParaRPr kumimoji="1" lang="en-US" altLang="ja-JP" dirty="0">
              <a:solidFill>
                <a:schemeClr val="bg1"/>
              </a:solidFill>
            </a:endParaRPr>
          </a:p>
          <a:p>
            <a:pPr>
              <a:lnSpc>
                <a:spcPct val="150000"/>
              </a:lnSpc>
            </a:pPr>
            <a:r>
              <a:rPr lang="en-US" altLang="ja-JP" dirty="0">
                <a:solidFill>
                  <a:schemeClr val="bg1"/>
                </a:solidFill>
              </a:rPr>
              <a:t>	</a:t>
            </a:r>
            <a:r>
              <a:rPr lang="ja-JP" altLang="en-US" dirty="0">
                <a:solidFill>
                  <a:schemeClr val="bg1"/>
                </a:solidFill>
              </a:rPr>
              <a:t>→</a:t>
            </a:r>
            <a:r>
              <a:rPr kumimoji="1" lang="ja-JP" altLang="en-US" dirty="0">
                <a:solidFill>
                  <a:schemeClr val="bg1"/>
                </a:solidFill>
              </a:rPr>
              <a:t>曖昧語検索に対応。</a:t>
            </a:r>
          </a:p>
        </p:txBody>
      </p:sp>
      <p:sp>
        <p:nvSpPr>
          <p:cNvPr id="15" name="テキスト ボックス 14">
            <a:extLst>
              <a:ext uri="{FF2B5EF4-FFF2-40B4-BE49-F238E27FC236}">
                <a16:creationId xmlns:a16="http://schemas.microsoft.com/office/drawing/2014/main" id="{00335654-A769-D9F0-7DDE-C7DA8F5F6D1F}"/>
              </a:ext>
            </a:extLst>
          </p:cNvPr>
          <p:cNvSpPr txBox="1"/>
          <p:nvPr/>
        </p:nvSpPr>
        <p:spPr>
          <a:xfrm>
            <a:off x="12200667" y="1215741"/>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PDF</a:t>
            </a:r>
            <a:r>
              <a:rPr kumimoji="1" lang="ja-JP" altLang="en-US" dirty="0">
                <a:solidFill>
                  <a:schemeClr val="bg1"/>
                </a:solidFill>
              </a:rPr>
              <a:t>を整理する</a:t>
            </a:r>
          </a:p>
        </p:txBody>
      </p:sp>
      <p:sp>
        <p:nvSpPr>
          <p:cNvPr id="16" name="テキスト ボックス 15">
            <a:extLst>
              <a:ext uri="{FF2B5EF4-FFF2-40B4-BE49-F238E27FC236}">
                <a16:creationId xmlns:a16="http://schemas.microsoft.com/office/drawing/2014/main" id="{70C17390-4501-D3D6-C1DA-1AF38E6BBCE4}"/>
              </a:ext>
            </a:extLst>
          </p:cNvPr>
          <p:cNvSpPr txBox="1"/>
          <p:nvPr/>
        </p:nvSpPr>
        <p:spPr>
          <a:xfrm>
            <a:off x="12200668" y="1585073"/>
            <a:ext cx="5250425" cy="369332"/>
          </a:xfrm>
          <a:prstGeom prst="rect">
            <a:avLst/>
          </a:prstGeom>
          <a:noFill/>
        </p:spPr>
        <p:txBody>
          <a:bodyPr wrap="square" rtlCol="0">
            <a:spAutoFit/>
          </a:bodyPr>
          <a:lstStyle/>
          <a:p>
            <a:r>
              <a:rPr kumimoji="1" lang="ja-JP" altLang="en-US" dirty="0">
                <a:solidFill>
                  <a:schemeClr val="bg1"/>
                </a:solidFill>
              </a:rPr>
              <a:t>・</a:t>
            </a:r>
            <a:r>
              <a:rPr lang="ja-JP" altLang="en-US" dirty="0">
                <a:solidFill>
                  <a:schemeClr val="bg1"/>
                </a:solidFill>
              </a:rPr>
              <a:t>検索や絞り込みなど、必要な機能を作る</a:t>
            </a:r>
            <a:endParaRPr kumimoji="1" lang="ja-JP" altLang="en-US" dirty="0">
              <a:solidFill>
                <a:schemeClr val="bg1"/>
              </a:solidFill>
            </a:endParaRPr>
          </a:p>
        </p:txBody>
      </p:sp>
      <p:sp>
        <p:nvSpPr>
          <p:cNvPr id="17" name="テキスト ボックス 16">
            <a:extLst>
              <a:ext uri="{FF2B5EF4-FFF2-40B4-BE49-F238E27FC236}">
                <a16:creationId xmlns:a16="http://schemas.microsoft.com/office/drawing/2014/main" id="{0A80A90D-4CB1-5F03-AD1B-51BD6B0AE065}"/>
              </a:ext>
            </a:extLst>
          </p:cNvPr>
          <p:cNvSpPr txBox="1"/>
          <p:nvPr/>
        </p:nvSpPr>
        <p:spPr>
          <a:xfrm>
            <a:off x="12200667" y="1954405"/>
            <a:ext cx="5250425" cy="369332"/>
          </a:xfrm>
          <a:prstGeom prst="rect">
            <a:avLst/>
          </a:prstGeom>
          <a:noFill/>
        </p:spPr>
        <p:txBody>
          <a:bodyPr wrap="square" rtlCol="0">
            <a:spAutoFit/>
          </a:bodyPr>
          <a:lstStyle/>
          <a:p>
            <a:r>
              <a:rPr kumimoji="1" lang="ja-JP" altLang="en-US" dirty="0">
                <a:solidFill>
                  <a:schemeClr val="bg1"/>
                </a:solidFill>
              </a:rPr>
              <a:t>・</a:t>
            </a:r>
            <a:r>
              <a:rPr lang="en-US" altLang="ja-JP" dirty="0">
                <a:solidFill>
                  <a:schemeClr val="bg1"/>
                </a:solidFill>
              </a:rPr>
              <a:t>UI</a:t>
            </a:r>
            <a:r>
              <a:rPr lang="ja-JP" altLang="en-US" dirty="0">
                <a:solidFill>
                  <a:schemeClr val="bg1"/>
                </a:solidFill>
              </a:rPr>
              <a:t>を整える</a:t>
            </a:r>
            <a:endParaRPr kumimoji="1" lang="ja-JP" altLang="en-US" dirty="0">
              <a:solidFill>
                <a:schemeClr val="bg1"/>
              </a:solidFill>
            </a:endParaRPr>
          </a:p>
        </p:txBody>
      </p:sp>
      <p:sp>
        <p:nvSpPr>
          <p:cNvPr id="18" name="テキスト ボックス 17">
            <a:extLst>
              <a:ext uri="{FF2B5EF4-FFF2-40B4-BE49-F238E27FC236}">
                <a16:creationId xmlns:a16="http://schemas.microsoft.com/office/drawing/2014/main" id="{724CBE6A-2CD3-9BD8-9C0B-5E0A7A878B47}"/>
              </a:ext>
            </a:extLst>
          </p:cNvPr>
          <p:cNvSpPr txBox="1"/>
          <p:nvPr/>
        </p:nvSpPr>
        <p:spPr>
          <a:xfrm>
            <a:off x="12200666" y="2320654"/>
            <a:ext cx="5250425" cy="369332"/>
          </a:xfrm>
          <a:prstGeom prst="rect">
            <a:avLst/>
          </a:prstGeom>
          <a:noFill/>
        </p:spPr>
        <p:txBody>
          <a:bodyPr wrap="square" rtlCol="0">
            <a:spAutoFit/>
          </a:bodyPr>
          <a:lstStyle/>
          <a:p>
            <a:r>
              <a:rPr lang="ja-JP" altLang="en-US" dirty="0">
                <a:solidFill>
                  <a:schemeClr val="bg1"/>
                </a:solidFill>
              </a:rPr>
              <a:t>・校内で公開する</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B606F08F-803F-DA18-B5C3-FAF2EE2173BC}"/>
              </a:ext>
            </a:extLst>
          </p:cNvPr>
          <p:cNvSpPr txBox="1"/>
          <p:nvPr/>
        </p:nvSpPr>
        <p:spPr>
          <a:xfrm>
            <a:off x="12200665" y="2686903"/>
            <a:ext cx="5250425" cy="369332"/>
          </a:xfrm>
          <a:prstGeom prst="rect">
            <a:avLst/>
          </a:prstGeom>
          <a:noFill/>
        </p:spPr>
        <p:txBody>
          <a:bodyPr wrap="square" rtlCol="0">
            <a:spAutoFit/>
          </a:bodyPr>
          <a:lstStyle/>
          <a:p>
            <a:r>
              <a:rPr kumimoji="1" lang="ja-JP" altLang="en-US" dirty="0">
                <a:solidFill>
                  <a:schemeClr val="bg1"/>
                </a:solidFill>
              </a:rPr>
              <a:t>・</a:t>
            </a:r>
            <a:r>
              <a:rPr kumimoji="1" lang="en-US" altLang="ja-JP" dirty="0">
                <a:solidFill>
                  <a:schemeClr val="bg1"/>
                </a:solidFill>
              </a:rPr>
              <a:t>22</a:t>
            </a:r>
            <a:r>
              <a:rPr kumimoji="1" lang="ja-JP" altLang="en-US" dirty="0">
                <a:solidFill>
                  <a:schemeClr val="bg1"/>
                </a:solidFill>
              </a:rPr>
              <a:t>回生にアンケートを取る</a:t>
            </a:r>
          </a:p>
        </p:txBody>
      </p:sp>
      <p:sp>
        <p:nvSpPr>
          <p:cNvPr id="20" name="テキスト ボックス 19">
            <a:extLst>
              <a:ext uri="{FF2B5EF4-FFF2-40B4-BE49-F238E27FC236}">
                <a16:creationId xmlns:a16="http://schemas.microsoft.com/office/drawing/2014/main" id="{BE701513-F74A-CE46-1CD9-D7A979F0BB73}"/>
              </a:ext>
            </a:extLst>
          </p:cNvPr>
          <p:cNvSpPr txBox="1"/>
          <p:nvPr/>
        </p:nvSpPr>
        <p:spPr>
          <a:xfrm>
            <a:off x="12200665" y="3055620"/>
            <a:ext cx="5250425" cy="369332"/>
          </a:xfrm>
          <a:prstGeom prst="rect">
            <a:avLst/>
          </a:prstGeom>
          <a:noFill/>
        </p:spPr>
        <p:txBody>
          <a:bodyPr wrap="square" rtlCol="0">
            <a:spAutoFit/>
          </a:bodyPr>
          <a:lstStyle/>
          <a:p>
            <a:r>
              <a:rPr kumimoji="1" lang="ja-JP" altLang="en-US" dirty="0">
                <a:solidFill>
                  <a:schemeClr val="bg1"/>
                </a:solidFill>
              </a:rPr>
              <a:t>・フィードバックを元に修正＆アップデート</a:t>
            </a:r>
          </a:p>
        </p:txBody>
      </p:sp>
    </p:spTree>
    <p:extLst>
      <p:ext uri="{BB962C8B-B14F-4D97-AF65-F5344CB8AC3E}">
        <p14:creationId xmlns:p14="http://schemas.microsoft.com/office/powerpoint/2010/main" val="180030435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8333-7F5F-4DCB-4630-2A0A8E568E63}"/>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AC62B5C-9B49-42C0-7240-B037481B5A4F}"/>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65376261-0D89-84DB-00E6-68CE50582521}"/>
              </a:ext>
            </a:extLst>
          </p:cNvPr>
          <p:cNvSpPr/>
          <p:nvPr/>
        </p:nvSpPr>
        <p:spPr>
          <a:xfrm>
            <a:off x="3835373"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CA55421-F184-8364-BDE4-EBFFF8D6E02C}"/>
              </a:ext>
            </a:extLst>
          </p:cNvPr>
          <p:cNvSpPr/>
          <p:nvPr/>
        </p:nvSpPr>
        <p:spPr>
          <a:xfrm>
            <a:off x="5473852" y="2267959"/>
            <a:ext cx="4754880" cy="232998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研究成果</a:t>
            </a:r>
            <a:endParaRPr kumimoji="1" lang="ja-JP" altLang="en-US" sz="6600" dirty="0"/>
          </a:p>
        </p:txBody>
      </p:sp>
      <p:sp>
        <p:nvSpPr>
          <p:cNvPr id="10" name="四角形: 角を丸くする 9">
            <a:extLst>
              <a:ext uri="{FF2B5EF4-FFF2-40B4-BE49-F238E27FC236}">
                <a16:creationId xmlns:a16="http://schemas.microsoft.com/office/drawing/2014/main" id="{91FB9B59-F045-6BE1-22B8-898928ED4640}"/>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E89562F2-4A27-DB83-A507-61137CAACFB2}"/>
              </a:ext>
            </a:extLst>
          </p:cNvPr>
          <p:cNvSpPr/>
          <p:nvPr/>
        </p:nvSpPr>
        <p:spPr>
          <a:xfrm>
            <a:off x="2088833"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3043222120"/>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D110-D258-6320-C6E9-6F724CA96BB1}"/>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82169D3-7159-7143-4056-1C46B8558E56}"/>
              </a:ext>
            </a:extLst>
          </p:cNvPr>
          <p:cNvSpPr/>
          <p:nvPr/>
        </p:nvSpPr>
        <p:spPr>
          <a:xfrm>
            <a:off x="-49409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569D1FE7-77E8-C55A-AF33-3C2CBD19686D}"/>
              </a:ext>
            </a:extLst>
          </p:cNvPr>
          <p:cNvSpPr/>
          <p:nvPr/>
        </p:nvSpPr>
        <p:spPr>
          <a:xfrm>
            <a:off x="-1436065" y="3093744"/>
            <a:ext cx="1352218" cy="66261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1BE84574-878E-A166-7E9B-E48E2C96E8B3}"/>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7C44BE0D-2B78-A3DB-910F-811FD0A5893D}"/>
              </a:ext>
            </a:extLst>
          </p:cNvPr>
          <p:cNvSpPr/>
          <p:nvPr/>
        </p:nvSpPr>
        <p:spPr>
          <a:xfrm>
            <a:off x="123066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4D58E993-B4F3-955E-DFCB-841C22787177}"/>
              </a:ext>
            </a:extLst>
          </p:cNvPr>
          <p:cNvSpPr/>
          <p:nvPr/>
        </p:nvSpPr>
        <p:spPr>
          <a:xfrm>
            <a:off x="-32454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107556267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540CF-2192-F346-74C0-1E39A034BFB6}"/>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5716DFB1-6938-5A41-60CA-52C8C21E7555}"/>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graphicFrame>
        <p:nvGraphicFramePr>
          <p:cNvPr id="2" name="グラフ 1">
            <a:extLst>
              <a:ext uri="{FF2B5EF4-FFF2-40B4-BE49-F238E27FC236}">
                <a16:creationId xmlns:a16="http://schemas.microsoft.com/office/drawing/2014/main" id="{21372C4C-01EE-7F22-791B-67821C32D8FE}"/>
              </a:ext>
            </a:extLst>
          </p:cNvPr>
          <p:cNvGraphicFramePr>
            <a:graphicFrameLocks/>
          </p:cNvGraphicFramePr>
          <p:nvPr>
            <p:extLst>
              <p:ext uri="{D42A27DB-BD31-4B8C-83A1-F6EECF244321}">
                <p14:modId xmlns:p14="http://schemas.microsoft.com/office/powerpoint/2010/main" val="1499216221"/>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27F6CDF5-F745-966F-F3E7-810CCE990B54}"/>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bg1"/>
                </a:solidFill>
              </a:rPr>
              <a:t>全体</a:t>
            </a:r>
          </a:p>
        </p:txBody>
      </p:sp>
      <p:sp>
        <p:nvSpPr>
          <p:cNvPr id="7" name="テキスト ボックス 6">
            <a:extLst>
              <a:ext uri="{FF2B5EF4-FFF2-40B4-BE49-F238E27FC236}">
                <a16:creationId xmlns:a16="http://schemas.microsoft.com/office/drawing/2014/main" id="{6501AA0C-9ADD-38F2-0788-66B291EE2C0D}"/>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bg1"/>
                </a:solidFill>
              </a:rPr>
              <a:t>後輩に勧めたい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0B8A14EA-7BC3-4C8B-C15A-557FCBD9A70D}"/>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204CEAA-55E7-FC13-9485-1235546FBF8C}"/>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bg1"/>
                </a:solidFill>
              </a:rPr>
              <a:t>今後も使用したい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D5FD0BB7-A113-696E-9E69-8CEAD14ADC6F}"/>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bg1"/>
                </a:solidFill>
              </a:rPr>
              <a:t>操作しやすい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1828C2BC-D2D3-8702-2547-24E509916810}"/>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a:extLst>
              <a:ext uri="{FF2B5EF4-FFF2-40B4-BE49-F238E27FC236}">
                <a16:creationId xmlns:a16="http://schemas.microsoft.com/office/drawing/2014/main" id="{1F4A80E2-C1C0-977F-C86F-B2CEBE492D44}"/>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a:extLst>
              <a:ext uri="{FF2B5EF4-FFF2-40B4-BE49-F238E27FC236}">
                <a16:creationId xmlns:a16="http://schemas.microsoft.com/office/drawing/2014/main" id="{878CC3D3-82A0-7651-2DC2-C93B96296659}"/>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a:extLst>
              <a:ext uri="{FF2B5EF4-FFF2-40B4-BE49-F238E27FC236}">
                <a16:creationId xmlns:a16="http://schemas.microsoft.com/office/drawing/2014/main" id="{6AF2F578-F173-4250-04F9-7A18078A2C02}"/>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a:extLst>
              <a:ext uri="{FF2B5EF4-FFF2-40B4-BE49-F238E27FC236}">
                <a16:creationId xmlns:a16="http://schemas.microsoft.com/office/drawing/2014/main" id="{3B95E01A-13F8-4542-1408-04EF232EE2D8}"/>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a:extLst>
              <a:ext uri="{FF2B5EF4-FFF2-40B4-BE49-F238E27FC236}">
                <a16:creationId xmlns:a16="http://schemas.microsoft.com/office/drawing/2014/main" id="{32869A58-B176-D940-F7EE-FD87BF0DC9FF}"/>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a:extLst>
              <a:ext uri="{FF2B5EF4-FFF2-40B4-BE49-F238E27FC236}">
                <a16:creationId xmlns:a16="http://schemas.microsoft.com/office/drawing/2014/main" id="{76F76CD5-3809-994B-25ED-4C886ED0547C}"/>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a:extLst>
              <a:ext uri="{FF2B5EF4-FFF2-40B4-BE49-F238E27FC236}">
                <a16:creationId xmlns:a16="http://schemas.microsoft.com/office/drawing/2014/main" id="{0E65468D-29A7-94EF-B119-A86259BCA785}"/>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a:extLst>
              <a:ext uri="{FF2B5EF4-FFF2-40B4-BE49-F238E27FC236}">
                <a16:creationId xmlns:a16="http://schemas.microsoft.com/office/drawing/2014/main" id="{D09C763A-B0A6-0DC2-C06F-60CB9AB296BD}"/>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a:extLst>
              <a:ext uri="{FF2B5EF4-FFF2-40B4-BE49-F238E27FC236}">
                <a16:creationId xmlns:a16="http://schemas.microsoft.com/office/drawing/2014/main" id="{BD764309-2365-43BC-8449-1689827A88E1}"/>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a:extLst>
              <a:ext uri="{FF2B5EF4-FFF2-40B4-BE49-F238E27FC236}">
                <a16:creationId xmlns:a16="http://schemas.microsoft.com/office/drawing/2014/main" id="{4404FB58-4C95-ED0A-624C-55968920EE91}"/>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a:extLst>
              <a:ext uri="{FF2B5EF4-FFF2-40B4-BE49-F238E27FC236}">
                <a16:creationId xmlns:a16="http://schemas.microsoft.com/office/drawing/2014/main" id="{4FC63F1F-F953-A930-7902-4C653F9338BF}"/>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a:extLst>
              <a:ext uri="{FF2B5EF4-FFF2-40B4-BE49-F238E27FC236}">
                <a16:creationId xmlns:a16="http://schemas.microsoft.com/office/drawing/2014/main" id="{68D3FE6C-C645-24E0-499F-C06F07E9AD19}"/>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7" name="テキスト ボックス 26">
            <a:extLst>
              <a:ext uri="{FF2B5EF4-FFF2-40B4-BE49-F238E27FC236}">
                <a16:creationId xmlns:a16="http://schemas.microsoft.com/office/drawing/2014/main" id="{74DD3DC3-E3ED-8525-44D9-9C635975B205}"/>
              </a:ext>
            </a:extLst>
          </p:cNvPr>
          <p:cNvSpPr txBox="1"/>
          <p:nvPr/>
        </p:nvSpPr>
        <p:spPr>
          <a:xfrm>
            <a:off x="9781706" y="36441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Tree>
    <p:extLst>
      <p:ext uri="{BB962C8B-B14F-4D97-AF65-F5344CB8AC3E}">
        <p14:creationId xmlns:p14="http://schemas.microsoft.com/office/powerpoint/2010/main" val="3307020468"/>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A27E-F14C-08AF-AD62-5CE27B34FD28}"/>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264029D2-75DB-0C99-F233-1B8912903D98}"/>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graphicFrame>
        <p:nvGraphicFramePr>
          <p:cNvPr id="2" name="グラフ 1">
            <a:extLst>
              <a:ext uri="{FF2B5EF4-FFF2-40B4-BE49-F238E27FC236}">
                <a16:creationId xmlns:a16="http://schemas.microsoft.com/office/drawing/2014/main" id="{BA4FA353-C616-E16D-19DE-2679A4BA55E7}"/>
              </a:ext>
            </a:extLst>
          </p:cNvPr>
          <p:cNvGraphicFramePr>
            <a:graphicFrameLocks/>
          </p:cNvGraphicFramePr>
          <p:nvPr>
            <p:extLst>
              <p:ext uri="{D42A27DB-BD31-4B8C-83A1-F6EECF244321}">
                <p14:modId xmlns:p14="http://schemas.microsoft.com/office/powerpoint/2010/main" val="287304814"/>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51BFD09E-4032-051E-E1B4-FF3331B5B572}"/>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bg1"/>
                </a:solidFill>
              </a:rPr>
              <a:t>全体</a:t>
            </a:r>
          </a:p>
        </p:txBody>
      </p:sp>
      <p:sp>
        <p:nvSpPr>
          <p:cNvPr id="7" name="テキスト ボックス 6">
            <a:extLst>
              <a:ext uri="{FF2B5EF4-FFF2-40B4-BE49-F238E27FC236}">
                <a16:creationId xmlns:a16="http://schemas.microsoft.com/office/drawing/2014/main" id="{2E438E0A-3B97-E83E-9622-349C6195C03F}"/>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bg1"/>
                </a:solidFill>
              </a:rPr>
              <a:t>後輩に勧めたい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2198BF53-88E8-BE0E-DF1B-53CFEA04934B}"/>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05419549-9842-ACC9-F324-D494E1D24342}"/>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bg1"/>
                </a:solidFill>
              </a:rPr>
              <a:t>今後も使用したい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628346A9-0A0E-71D2-C87C-504E3226EF8D}"/>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bg1"/>
                </a:solidFill>
              </a:rPr>
              <a:t>操作しやすい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C613CCF5-FA82-8717-B309-39C86F3FC595}"/>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a:extLst>
              <a:ext uri="{FF2B5EF4-FFF2-40B4-BE49-F238E27FC236}">
                <a16:creationId xmlns:a16="http://schemas.microsoft.com/office/drawing/2014/main" id="{23021111-3D88-B304-7B8C-B943D7C0D22B}"/>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a:extLst>
              <a:ext uri="{FF2B5EF4-FFF2-40B4-BE49-F238E27FC236}">
                <a16:creationId xmlns:a16="http://schemas.microsoft.com/office/drawing/2014/main" id="{D4645669-E45F-730D-4D1A-7DA1EE3FF414}"/>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a:extLst>
              <a:ext uri="{FF2B5EF4-FFF2-40B4-BE49-F238E27FC236}">
                <a16:creationId xmlns:a16="http://schemas.microsoft.com/office/drawing/2014/main" id="{5B69E234-1AAB-9990-90D1-8E5ECEEE58AF}"/>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a:extLst>
              <a:ext uri="{FF2B5EF4-FFF2-40B4-BE49-F238E27FC236}">
                <a16:creationId xmlns:a16="http://schemas.microsoft.com/office/drawing/2014/main" id="{01D7ECB2-F2DC-8CF6-FD86-C8ECFDC822B2}"/>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a:extLst>
              <a:ext uri="{FF2B5EF4-FFF2-40B4-BE49-F238E27FC236}">
                <a16:creationId xmlns:a16="http://schemas.microsoft.com/office/drawing/2014/main" id="{47F16600-C616-9FA8-67E3-A99D417E7648}"/>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a:extLst>
              <a:ext uri="{FF2B5EF4-FFF2-40B4-BE49-F238E27FC236}">
                <a16:creationId xmlns:a16="http://schemas.microsoft.com/office/drawing/2014/main" id="{03CAC8A6-F5A3-0DD6-F8A1-BF8C8C1C3286}"/>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a:extLst>
              <a:ext uri="{FF2B5EF4-FFF2-40B4-BE49-F238E27FC236}">
                <a16:creationId xmlns:a16="http://schemas.microsoft.com/office/drawing/2014/main" id="{A13BD14A-79BF-1723-4CDE-CBD33414EE39}"/>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a:extLst>
              <a:ext uri="{FF2B5EF4-FFF2-40B4-BE49-F238E27FC236}">
                <a16:creationId xmlns:a16="http://schemas.microsoft.com/office/drawing/2014/main" id="{8A40534E-10C4-7568-7A67-525FFCC913D9}"/>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a:extLst>
              <a:ext uri="{FF2B5EF4-FFF2-40B4-BE49-F238E27FC236}">
                <a16:creationId xmlns:a16="http://schemas.microsoft.com/office/drawing/2014/main" id="{9214A638-2EE6-29F1-225C-2E10AE8EBF1E}"/>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a:extLst>
              <a:ext uri="{FF2B5EF4-FFF2-40B4-BE49-F238E27FC236}">
                <a16:creationId xmlns:a16="http://schemas.microsoft.com/office/drawing/2014/main" id="{9BA2E107-69E5-A1CF-046B-52808755E39C}"/>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a:extLst>
              <a:ext uri="{FF2B5EF4-FFF2-40B4-BE49-F238E27FC236}">
                <a16:creationId xmlns:a16="http://schemas.microsoft.com/office/drawing/2014/main" id="{D2BFBB61-E615-7034-8A99-F079BE360158}"/>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a:extLst>
              <a:ext uri="{FF2B5EF4-FFF2-40B4-BE49-F238E27FC236}">
                <a16:creationId xmlns:a16="http://schemas.microsoft.com/office/drawing/2014/main" id="{FD926132-6F9F-AE85-783D-E3633AED3507}"/>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7" name="テキスト ボックス 26">
            <a:extLst>
              <a:ext uri="{FF2B5EF4-FFF2-40B4-BE49-F238E27FC236}">
                <a16:creationId xmlns:a16="http://schemas.microsoft.com/office/drawing/2014/main" id="{8103DD6B-FBCD-ABAC-D976-C869BA4C7938}"/>
              </a:ext>
            </a:extLst>
          </p:cNvPr>
          <p:cNvSpPr txBox="1"/>
          <p:nvPr/>
        </p:nvSpPr>
        <p:spPr>
          <a:xfrm>
            <a:off x="9720264" y="3333716"/>
            <a:ext cx="1847849" cy="923330"/>
          </a:xfrm>
          <a:prstGeom prst="rect">
            <a:avLst/>
          </a:prstGeom>
          <a:noFill/>
        </p:spPr>
        <p:txBody>
          <a:bodyPr wrap="square" rtlCol="0">
            <a:spAutoFit/>
          </a:bodyPr>
          <a:lstStyle/>
          <a:p>
            <a:r>
              <a:rPr kumimoji="1" lang="en-US" altLang="ja-JP" sz="5400" dirty="0">
                <a:solidFill>
                  <a:schemeClr val="bg1"/>
                </a:solidFill>
              </a:rPr>
              <a:t>n</a:t>
            </a:r>
            <a:r>
              <a:rPr lang="en-US" altLang="ja-JP" sz="5400" dirty="0">
                <a:solidFill>
                  <a:schemeClr val="bg1"/>
                </a:solidFill>
              </a:rPr>
              <a:t>=17</a:t>
            </a:r>
            <a:endParaRPr kumimoji="1" lang="ja-JP" altLang="en-US" sz="5400" dirty="0">
              <a:solidFill>
                <a:schemeClr val="bg1"/>
              </a:solidFill>
            </a:endParaRPr>
          </a:p>
        </p:txBody>
      </p:sp>
    </p:spTree>
    <p:extLst>
      <p:ext uri="{BB962C8B-B14F-4D97-AF65-F5344CB8AC3E}">
        <p14:creationId xmlns:p14="http://schemas.microsoft.com/office/powerpoint/2010/main" val="508100637"/>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26D5-ADB3-CB27-03B8-F3F56871C6A9}"/>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AEEDC9E5-15EB-57CE-12CF-43A7C8512A7A}"/>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graphicFrame>
        <p:nvGraphicFramePr>
          <p:cNvPr id="2" name="グラフ 1">
            <a:extLst>
              <a:ext uri="{FF2B5EF4-FFF2-40B4-BE49-F238E27FC236}">
                <a16:creationId xmlns:a16="http://schemas.microsoft.com/office/drawing/2014/main" id="{F2C38365-6BE8-0462-97D6-B3290F4F53AC}"/>
              </a:ext>
            </a:extLst>
          </p:cNvPr>
          <p:cNvGraphicFramePr>
            <a:graphicFrameLocks/>
          </p:cNvGraphicFramePr>
          <p:nvPr>
            <p:extLst>
              <p:ext uri="{D42A27DB-BD31-4B8C-83A1-F6EECF244321}">
                <p14:modId xmlns:p14="http://schemas.microsoft.com/office/powerpoint/2010/main" val="1381874564"/>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9A1EFA0B-F042-9A8D-6459-E94D86604DA0}"/>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F0F73151-F850-C3C5-F8D1-15A88B7321FB}"/>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tx1">
                    <a:lumMod val="50000"/>
                    <a:lumOff val="50000"/>
                  </a:schemeClr>
                </a:solidFill>
              </a:rPr>
              <a:t>後輩に勧めたい</a:t>
            </a:r>
            <a:endParaRPr kumimoji="1" lang="ja-JP" altLang="en-US" dirty="0">
              <a:solidFill>
                <a:schemeClr val="tx1">
                  <a:lumMod val="50000"/>
                  <a:lumOff val="50000"/>
                </a:schemeClr>
              </a:solidFill>
            </a:endParaRPr>
          </a:p>
        </p:txBody>
      </p:sp>
      <p:sp>
        <p:nvSpPr>
          <p:cNvPr id="11" name="テキスト ボックス 10">
            <a:extLst>
              <a:ext uri="{FF2B5EF4-FFF2-40B4-BE49-F238E27FC236}">
                <a16:creationId xmlns:a16="http://schemas.microsoft.com/office/drawing/2014/main" id="{2202D46F-5A49-14A9-B61F-85E966B29F73}"/>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D3D1DB60-46DB-5A1B-8B7F-7FF9D409E70F}"/>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tx1">
                    <a:lumMod val="50000"/>
                    <a:lumOff val="50000"/>
                  </a:schemeClr>
                </a:solidFill>
              </a:rPr>
              <a:t>今後も使用したい</a:t>
            </a:r>
            <a:endParaRPr kumimoji="1" lang="ja-JP" altLang="en-US" dirty="0">
              <a:solidFill>
                <a:schemeClr val="tx1">
                  <a:lumMod val="50000"/>
                  <a:lumOff val="50000"/>
                </a:schemeClr>
              </a:solidFill>
            </a:endParaRPr>
          </a:p>
        </p:txBody>
      </p:sp>
      <p:sp>
        <p:nvSpPr>
          <p:cNvPr id="13" name="テキスト ボックス 12">
            <a:extLst>
              <a:ext uri="{FF2B5EF4-FFF2-40B4-BE49-F238E27FC236}">
                <a16:creationId xmlns:a16="http://schemas.microsoft.com/office/drawing/2014/main" id="{F6B30B2A-2569-1A3C-7DDF-8A1ACA3A0957}"/>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D7B11D36-7AB8-835F-6CE7-98C52A5D5667}"/>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8C423AF6-5F11-EB31-B55A-778E036BFED2}"/>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EE490E8D-BC05-C8D2-91F4-3C4EB5E67435}"/>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3D0121C9-3B5D-1ECD-6A29-50369FB88420}"/>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2250154E-9C70-8DBE-BF92-C3716508AC86}"/>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C141029E-61B8-60B2-BF21-B962910977FC}"/>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74C2A582-6FA4-E7BB-3AFF-46FCDAC0A311}"/>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11169AA1-407D-C348-CA9B-95E40085B06E}"/>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83D42DF2-BEF2-46AB-F540-8378A2EC0859}"/>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C36447B7-17A4-1060-7FF4-3994D913124B}"/>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DE3E65C4-A12B-5834-A046-2713E9BB7D44}"/>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B0D8B2BE-A649-454C-32F3-9B7EF6ACACE2}"/>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2C229899-8282-2F82-BC3E-B2487A50E258}"/>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3" name="テキスト ボックス 2">
            <a:extLst>
              <a:ext uri="{FF2B5EF4-FFF2-40B4-BE49-F238E27FC236}">
                <a16:creationId xmlns:a16="http://schemas.microsoft.com/office/drawing/2014/main" id="{0A720A10-BBE0-9FEF-D500-04EAAA85B8EC}"/>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4351D16E-452F-D6A2-B625-DBEF453EDACD}"/>
              </a:ext>
            </a:extLst>
          </p:cNvPr>
          <p:cNvSpPr txBox="1"/>
          <p:nvPr/>
        </p:nvSpPr>
        <p:spPr>
          <a:xfrm>
            <a:off x="4284325" y="2486407"/>
            <a:ext cx="2804844" cy="369332"/>
          </a:xfrm>
          <a:prstGeom prst="rect">
            <a:avLst/>
          </a:prstGeom>
          <a:noFill/>
        </p:spPr>
        <p:txBody>
          <a:bodyPr wrap="square" rtlCol="0">
            <a:spAutoFit/>
          </a:bodyPr>
          <a:lstStyle/>
          <a:p>
            <a:r>
              <a:rPr kumimoji="1" lang="ja-JP" altLang="en-US" dirty="0"/>
              <a:t>肯定的な回答が</a:t>
            </a:r>
            <a:r>
              <a:rPr kumimoji="1" lang="en-US" altLang="ja-JP" dirty="0"/>
              <a:t>80%</a:t>
            </a:r>
            <a:endParaRPr kumimoji="1" lang="ja-JP" altLang="en-US" dirty="0"/>
          </a:p>
        </p:txBody>
      </p:sp>
      <p:sp>
        <p:nvSpPr>
          <p:cNvPr id="33" name="テキスト ボックス 32">
            <a:extLst>
              <a:ext uri="{FF2B5EF4-FFF2-40B4-BE49-F238E27FC236}">
                <a16:creationId xmlns:a16="http://schemas.microsoft.com/office/drawing/2014/main" id="{309A2DE2-BA14-5F1E-661F-69101D82B826}"/>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dirty="0">
                <a:solidFill>
                  <a:schemeClr val="bg1"/>
                </a:solidFill>
              </a:rPr>
              <a:t>「探究の目的は達成された」と言える</a:t>
            </a:r>
            <a:endParaRPr kumimoji="1" lang="ja-JP" altLang="en-US" sz="2400" dirty="0">
              <a:solidFill>
                <a:schemeClr val="bg1"/>
              </a:solidFill>
            </a:endParaRPr>
          </a:p>
        </p:txBody>
      </p:sp>
    </p:spTree>
    <p:extLst>
      <p:ext uri="{BB962C8B-B14F-4D97-AF65-F5344CB8AC3E}">
        <p14:creationId xmlns:p14="http://schemas.microsoft.com/office/powerpoint/2010/main" val="4054642512"/>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3A13A-CC69-F2F5-960E-F1AD0B7A9CAD}"/>
            </a:ext>
          </a:extLst>
        </p:cNvPr>
        <p:cNvGrpSpPr/>
        <p:nvPr/>
      </p:nvGrpSpPr>
      <p:grpSpPr>
        <a:xfrm>
          <a:off x="0" y="0"/>
          <a:ext cx="0" cy="0"/>
          <a:chOff x="0" y="0"/>
          <a:chExt cx="0" cy="0"/>
        </a:xfrm>
      </p:grpSpPr>
      <p:graphicFrame>
        <p:nvGraphicFramePr>
          <p:cNvPr id="2" name="グラフ 1">
            <a:extLst>
              <a:ext uri="{FF2B5EF4-FFF2-40B4-BE49-F238E27FC236}">
                <a16:creationId xmlns:a16="http://schemas.microsoft.com/office/drawing/2014/main" id="{4FCA109A-4E2A-3048-64F9-2A783FA8D2BA}"/>
              </a:ext>
            </a:extLst>
          </p:cNvPr>
          <p:cNvGraphicFramePr>
            <a:graphicFrameLocks/>
          </p:cNvGraphicFramePr>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762F9FBD-1B64-F96B-7F16-58E6847ADD6E}"/>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7B5B958C-1C85-79CC-5E2D-121EB94D2C1E}"/>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tx1">
                    <a:lumMod val="50000"/>
                    <a:lumOff val="50000"/>
                  </a:schemeClr>
                </a:solidFill>
              </a:rPr>
              <a:t>後輩に勧めたい</a:t>
            </a:r>
            <a:endParaRPr kumimoji="1" lang="ja-JP" altLang="en-US" dirty="0">
              <a:solidFill>
                <a:schemeClr val="tx1">
                  <a:lumMod val="50000"/>
                  <a:lumOff val="50000"/>
                </a:schemeClr>
              </a:solidFill>
            </a:endParaRPr>
          </a:p>
        </p:txBody>
      </p:sp>
      <p:sp>
        <p:nvSpPr>
          <p:cNvPr id="11" name="テキスト ボックス 10">
            <a:extLst>
              <a:ext uri="{FF2B5EF4-FFF2-40B4-BE49-F238E27FC236}">
                <a16:creationId xmlns:a16="http://schemas.microsoft.com/office/drawing/2014/main" id="{AFD804B6-B4AB-9EA7-69EB-FB6F399358DB}"/>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9C550464-BA92-FEBE-301A-ECB420473FCF}"/>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tx1">
                    <a:lumMod val="50000"/>
                    <a:lumOff val="50000"/>
                  </a:schemeClr>
                </a:solidFill>
              </a:rPr>
              <a:t>今後も使用したい</a:t>
            </a:r>
            <a:endParaRPr kumimoji="1" lang="ja-JP" altLang="en-US" dirty="0">
              <a:solidFill>
                <a:schemeClr val="tx1">
                  <a:lumMod val="50000"/>
                  <a:lumOff val="50000"/>
                </a:schemeClr>
              </a:solidFill>
            </a:endParaRPr>
          </a:p>
        </p:txBody>
      </p:sp>
      <p:sp>
        <p:nvSpPr>
          <p:cNvPr id="13" name="テキスト ボックス 12">
            <a:extLst>
              <a:ext uri="{FF2B5EF4-FFF2-40B4-BE49-F238E27FC236}">
                <a16:creationId xmlns:a16="http://schemas.microsoft.com/office/drawing/2014/main" id="{CC8A897B-D20C-52AC-08D7-3D963518A93C}"/>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6AF64C07-63FC-796A-23F0-BF3A9A39ADE8}"/>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C75DB67A-2A9D-FD51-F0BC-25E80A63882F}"/>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15296B3C-1906-FDD6-3BF3-BE1427843DD9}"/>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111D1701-FB05-8956-B861-8E89EF0D7790}"/>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69873BD3-D57B-F665-8186-55EB82C33D7B}"/>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E084F586-7C62-31FB-496A-B3A297582CB7}"/>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D61D13DB-D3F4-04DA-57F0-1C8BAD69BF50}"/>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DE7542E5-4AC2-B6C2-C545-31A0E1820B9E}"/>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614936D8-0AC5-68BC-965C-04E3AD7DA54D}"/>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5F2D3702-1385-6447-B29A-828688359FE0}"/>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E36068DB-7C3C-EB07-506A-3C56F6BC588A}"/>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414C97FC-E22B-BA48-9C45-D3A180D96DAB}"/>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98B31D2C-223A-67B7-8EDB-5CE68BC60DCB}"/>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3" name="テキスト ボックス 2">
            <a:extLst>
              <a:ext uri="{FF2B5EF4-FFF2-40B4-BE49-F238E27FC236}">
                <a16:creationId xmlns:a16="http://schemas.microsoft.com/office/drawing/2014/main" id="{375EAA8E-2AFB-B446-82CE-44220F7E394E}"/>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91779754-2F80-6A0A-BC94-85867B9C5E18}"/>
              </a:ext>
            </a:extLst>
          </p:cNvPr>
          <p:cNvSpPr txBox="1"/>
          <p:nvPr/>
        </p:nvSpPr>
        <p:spPr>
          <a:xfrm>
            <a:off x="4284325" y="2486407"/>
            <a:ext cx="2804844" cy="369332"/>
          </a:xfrm>
          <a:prstGeom prst="rect">
            <a:avLst/>
          </a:prstGeom>
          <a:noFill/>
        </p:spPr>
        <p:txBody>
          <a:bodyPr wrap="square" rtlCol="0">
            <a:spAutoFit/>
          </a:bodyPr>
          <a:lstStyle/>
          <a:p>
            <a:r>
              <a:rPr kumimoji="1" lang="ja-JP" altLang="en-US" dirty="0"/>
              <a:t>肯定的な回答が</a:t>
            </a:r>
            <a:r>
              <a:rPr kumimoji="1" lang="en-US" altLang="ja-JP" dirty="0"/>
              <a:t>80%</a:t>
            </a:r>
            <a:endParaRPr kumimoji="1" lang="ja-JP" altLang="en-US" dirty="0"/>
          </a:p>
        </p:txBody>
      </p:sp>
      <p:pic>
        <p:nvPicPr>
          <p:cNvPr id="5" name="図 4" descr="タイムライン&#10;&#10;AI 生成コンテンツは誤りを含む可能性があります。">
            <a:extLst>
              <a:ext uri="{FF2B5EF4-FFF2-40B4-BE49-F238E27FC236}">
                <a16:creationId xmlns:a16="http://schemas.microsoft.com/office/drawing/2014/main" id="{BE2DBF9B-D71D-77D2-3CE6-1CD7F69297FF}"/>
              </a:ext>
            </a:extLst>
          </p:cNvPr>
          <p:cNvPicPr>
            <a:picLocks noGrp="1" noRot="1" noChangeAspect="1" noMove="1" noResize="1" noEditPoints="1" noAdjustHandles="1" noChangeArrowheads="1" noChangeShapeType="1" noCrop="1"/>
          </p:cNvPicPr>
          <p:nvPr/>
        </p:nvPicPr>
        <p:blipFill>
          <a:blip r:embed="rId4">
            <a:extLst>
              <a:ext uri="{BEBA8EAE-BF5A-486C-A8C5-ECC9F3942E4B}">
                <a14:imgProps xmlns:a14="http://schemas.microsoft.com/office/drawing/2010/main">
                  <a14:imgLayer r:embed="rId5">
                    <a14:imgEffect>
                      <a14:artisticBlur/>
                    </a14:imgEffect>
                    <a14:imgEffect>
                      <a14:sharpenSoften amount="-50000"/>
                    </a14:imgEffect>
                    <a14:imgEffect>
                      <a14:saturation sat="90000"/>
                    </a14:imgEffect>
                    <a14:imgEffect>
                      <a14:brightnessContrast bright="-50000" contrast="-5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3" name="テキスト ボックス 32">
            <a:extLst>
              <a:ext uri="{FF2B5EF4-FFF2-40B4-BE49-F238E27FC236}">
                <a16:creationId xmlns:a16="http://schemas.microsoft.com/office/drawing/2014/main" id="{B6D75F61-EB47-A63E-98BA-4ADE60F6A1CE}"/>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u="sng" dirty="0">
                <a:solidFill>
                  <a:schemeClr val="bg1"/>
                </a:solidFill>
              </a:rPr>
              <a:t>「探究の目的は達成された」と言える</a:t>
            </a:r>
            <a:endParaRPr kumimoji="1" lang="ja-JP" altLang="en-US" sz="2400" u="sng" dirty="0">
              <a:solidFill>
                <a:schemeClr val="bg1"/>
              </a:solidFill>
            </a:endParaRPr>
          </a:p>
        </p:txBody>
      </p:sp>
      <p:sp>
        <p:nvSpPr>
          <p:cNvPr id="9" name="四角形: 角を丸くする 8">
            <a:extLst>
              <a:ext uri="{FF2B5EF4-FFF2-40B4-BE49-F238E27FC236}">
                <a16:creationId xmlns:a16="http://schemas.microsoft.com/office/drawing/2014/main" id="{0310ED2E-DB30-8F87-A5AD-7CC88164663C}"/>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テキスト ボックス 9">
            <a:extLst>
              <a:ext uri="{FF2B5EF4-FFF2-40B4-BE49-F238E27FC236}">
                <a16:creationId xmlns:a16="http://schemas.microsoft.com/office/drawing/2014/main" id="{3F4D66A7-2464-343C-0EF5-D3E8CBFA292F}"/>
              </a:ext>
            </a:extLst>
          </p:cNvPr>
          <p:cNvSpPr txBox="1"/>
          <p:nvPr/>
        </p:nvSpPr>
        <p:spPr>
          <a:xfrm>
            <a:off x="8629073" y="5953871"/>
            <a:ext cx="2610065" cy="830997"/>
          </a:xfrm>
          <a:prstGeom prst="rect">
            <a:avLst/>
          </a:prstGeom>
          <a:noFill/>
        </p:spPr>
        <p:txBody>
          <a:bodyPr wrap="square" rtlCol="0">
            <a:spAutoFit/>
          </a:bodyPr>
          <a:lstStyle/>
          <a:p>
            <a:r>
              <a:rPr lang="ja-JP" altLang="en-US" sz="2400" dirty="0">
                <a:solidFill>
                  <a:schemeClr val="bg1"/>
                </a:solidFill>
              </a:rPr>
              <a:t>←ホントに</a:t>
            </a:r>
            <a:r>
              <a:rPr lang="en-US" altLang="ja-JP" sz="2400" dirty="0">
                <a:solidFill>
                  <a:schemeClr val="bg1"/>
                </a:solidFill>
              </a:rPr>
              <a:t>(?_?)</a:t>
            </a:r>
          </a:p>
          <a:p>
            <a:r>
              <a:rPr lang="ja-JP" altLang="en-US" sz="2400" dirty="0">
                <a:solidFill>
                  <a:schemeClr val="bg1"/>
                </a:solidFill>
              </a:rPr>
              <a:t>　パパっと証明</a:t>
            </a:r>
            <a:r>
              <a:rPr lang="en-US" altLang="ja-JP" sz="2400" i="1" dirty="0">
                <a:solidFill>
                  <a:schemeClr val="bg1"/>
                </a:solidFill>
              </a:rPr>
              <a:t>!!</a:t>
            </a:r>
            <a:endParaRPr lang="ja-JP" altLang="en-US" sz="2400" i="1" dirty="0">
              <a:solidFill>
                <a:schemeClr val="bg1"/>
              </a:solidFill>
            </a:endParaRPr>
          </a:p>
        </p:txBody>
      </p:sp>
    </p:spTree>
    <p:extLst>
      <p:ext uri="{BB962C8B-B14F-4D97-AF65-F5344CB8AC3E}">
        <p14:creationId xmlns:p14="http://schemas.microsoft.com/office/powerpoint/2010/main" val="1119460519"/>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571C4-B116-45BB-E2B4-7387130A7913}"/>
            </a:ext>
          </a:extLst>
        </p:cNvPr>
        <p:cNvGrpSpPr/>
        <p:nvPr/>
      </p:nvGrpSpPr>
      <p:grpSpPr>
        <a:xfrm>
          <a:off x="0" y="0"/>
          <a:ext cx="0" cy="0"/>
          <a:chOff x="0" y="0"/>
          <a:chExt cx="0" cy="0"/>
        </a:xfrm>
      </p:grpSpPr>
      <p:graphicFrame>
        <p:nvGraphicFramePr>
          <p:cNvPr id="2" name="グラフ 1">
            <a:extLst>
              <a:ext uri="{FF2B5EF4-FFF2-40B4-BE49-F238E27FC236}">
                <a16:creationId xmlns:a16="http://schemas.microsoft.com/office/drawing/2014/main" id="{40AAECAB-AD37-6A31-2D14-747E4D56F43A}"/>
              </a:ext>
            </a:extLst>
          </p:cNvPr>
          <p:cNvGraphicFramePr>
            <a:graphicFrameLocks/>
          </p:cNvGraphicFramePr>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4351A0ED-0DE2-3225-23C8-2588233DAB2F}"/>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33238A0A-3A1E-7F59-A4BE-A0AB0EF13DBA}"/>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tx1">
                    <a:lumMod val="50000"/>
                    <a:lumOff val="50000"/>
                  </a:schemeClr>
                </a:solidFill>
              </a:rPr>
              <a:t>後輩に勧めたい</a:t>
            </a:r>
            <a:endParaRPr kumimoji="1" lang="ja-JP" altLang="en-US" dirty="0">
              <a:solidFill>
                <a:schemeClr val="tx1">
                  <a:lumMod val="50000"/>
                  <a:lumOff val="50000"/>
                </a:schemeClr>
              </a:solidFill>
            </a:endParaRPr>
          </a:p>
        </p:txBody>
      </p:sp>
      <p:sp>
        <p:nvSpPr>
          <p:cNvPr id="11" name="テキスト ボックス 10">
            <a:extLst>
              <a:ext uri="{FF2B5EF4-FFF2-40B4-BE49-F238E27FC236}">
                <a16:creationId xmlns:a16="http://schemas.microsoft.com/office/drawing/2014/main" id="{FE893291-255D-E71D-BDF5-6834241ADF0B}"/>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bg1"/>
                </a:solidFill>
              </a:rPr>
              <a:t>検索システムがあれば授業が円滑に行えた</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87086FB8-216A-2992-AD55-E959FBB10E9B}"/>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tx1">
                    <a:lumMod val="50000"/>
                    <a:lumOff val="50000"/>
                  </a:schemeClr>
                </a:solidFill>
              </a:rPr>
              <a:t>今後も使用したい</a:t>
            </a:r>
            <a:endParaRPr kumimoji="1" lang="ja-JP" altLang="en-US" dirty="0">
              <a:solidFill>
                <a:schemeClr val="tx1">
                  <a:lumMod val="50000"/>
                  <a:lumOff val="50000"/>
                </a:schemeClr>
              </a:solidFill>
            </a:endParaRPr>
          </a:p>
        </p:txBody>
      </p:sp>
      <p:sp>
        <p:nvSpPr>
          <p:cNvPr id="13" name="テキスト ボックス 12">
            <a:extLst>
              <a:ext uri="{FF2B5EF4-FFF2-40B4-BE49-F238E27FC236}">
                <a16:creationId xmlns:a16="http://schemas.microsoft.com/office/drawing/2014/main" id="{06EF8B4D-0348-EFD6-B0C1-8DC8D82199BF}"/>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A3E509BF-4FF7-36F8-6434-F0A0BB498CF6}"/>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2E4FECAA-C672-452E-DAB6-9C51E4D1150C}"/>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231C7E8D-2C00-1522-9073-3940AEA661D5}"/>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6D835F80-3FB4-C7AB-B48C-40C473BA9E91}"/>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2A047485-F912-A7D6-40F4-36EE5E0E5D03}"/>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940488B4-F671-012D-D5D8-F3AD996DD836}"/>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1DF4B130-DEED-F25E-D207-5C83C110AC4C}"/>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787CDF01-3576-0618-EEFF-D21B6AC869B4}"/>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CC50CB6A-F52F-FD33-1739-27C9A8A554BF}"/>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428216CB-7082-326C-70B3-A451FF63C1C2}"/>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A5B034A0-4A10-45CF-8DBE-2271E4A02018}"/>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E9B5AA7E-CD5D-594F-9292-391E3F318BB9}"/>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19752866-F892-7EC2-BFBD-177B6E275429}"/>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3" name="テキスト ボックス 2">
            <a:extLst>
              <a:ext uri="{FF2B5EF4-FFF2-40B4-BE49-F238E27FC236}">
                <a16:creationId xmlns:a16="http://schemas.microsoft.com/office/drawing/2014/main" id="{D2917CBC-FC46-1162-3412-E07E89C7A394}"/>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8A33F6C2-DBC1-9309-8467-B8AF74CE5089}"/>
              </a:ext>
            </a:extLst>
          </p:cNvPr>
          <p:cNvSpPr txBox="1"/>
          <p:nvPr/>
        </p:nvSpPr>
        <p:spPr>
          <a:xfrm>
            <a:off x="4284325" y="2486407"/>
            <a:ext cx="2804844" cy="369332"/>
          </a:xfrm>
          <a:prstGeom prst="rect">
            <a:avLst/>
          </a:prstGeom>
          <a:noFill/>
        </p:spPr>
        <p:txBody>
          <a:bodyPr wrap="square" rtlCol="0">
            <a:spAutoFit/>
          </a:bodyPr>
          <a:lstStyle/>
          <a:p>
            <a:r>
              <a:rPr kumimoji="1" lang="ja-JP" altLang="en-US" dirty="0"/>
              <a:t>肯定的な回答が</a:t>
            </a:r>
            <a:r>
              <a:rPr kumimoji="1" lang="en-US" altLang="ja-JP" dirty="0"/>
              <a:t>80%</a:t>
            </a:r>
            <a:endParaRPr kumimoji="1" lang="ja-JP" altLang="en-US" dirty="0"/>
          </a:p>
        </p:txBody>
      </p:sp>
      <p:pic>
        <p:nvPicPr>
          <p:cNvPr id="5" name="図 4" descr="タイムライン&#10;&#10;AI 生成コンテンツは誤りを含む可能性があります。">
            <a:extLst>
              <a:ext uri="{FF2B5EF4-FFF2-40B4-BE49-F238E27FC236}">
                <a16:creationId xmlns:a16="http://schemas.microsoft.com/office/drawing/2014/main" id="{08A6B05A-B523-B384-EB16-F088F592359C}"/>
              </a:ext>
            </a:extLst>
          </p:cNvPr>
          <p:cNvPicPr>
            <a:picLocks noGrp="1" noRot="1" noChangeAspect="1" noMove="1" noResize="1" noEditPoints="1" noAdjustHandles="1" noChangeArrowheads="1" noChangeShapeType="1" noCrop="1"/>
          </p:cNvPicPr>
          <p:nvPr/>
        </p:nvPicPr>
        <p:blipFill>
          <a:blip r:embed="rId4">
            <a:extLst>
              <a:ext uri="{BEBA8EAE-BF5A-486C-A8C5-ECC9F3942E4B}">
                <a14:imgProps xmlns:a14="http://schemas.microsoft.com/office/drawing/2010/main">
                  <a14:imgLayer r:embed="rId5">
                    <a14:imgEffect>
                      <a14:artisticBlur/>
                    </a14:imgEffect>
                    <a14:imgEffect>
                      <a14:sharpenSoften amount="-50000"/>
                    </a14:imgEffect>
                    <a14:imgEffect>
                      <a14:saturation sat="90000"/>
                    </a14:imgEffect>
                    <a14:imgEffect>
                      <a14:brightnessContrast bright="-50000" contrast="-5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3" name="テキスト ボックス 32">
            <a:extLst>
              <a:ext uri="{FF2B5EF4-FFF2-40B4-BE49-F238E27FC236}">
                <a16:creationId xmlns:a16="http://schemas.microsoft.com/office/drawing/2014/main" id="{4C654F2C-6E4A-8C0C-462F-CB28D8943B90}"/>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u="sng" dirty="0">
                <a:solidFill>
                  <a:schemeClr val="bg1"/>
                </a:solidFill>
              </a:rPr>
              <a:t>「探究の目的は達成された」と言える</a:t>
            </a:r>
            <a:endParaRPr kumimoji="1" lang="ja-JP" altLang="en-US" sz="2400" u="sng" dirty="0">
              <a:solidFill>
                <a:schemeClr val="bg1"/>
              </a:solidFill>
            </a:endParaRPr>
          </a:p>
        </p:txBody>
      </p:sp>
      <p:sp>
        <p:nvSpPr>
          <p:cNvPr id="9" name="四角形: 角を丸くする 8">
            <a:extLst>
              <a:ext uri="{FF2B5EF4-FFF2-40B4-BE49-F238E27FC236}">
                <a16:creationId xmlns:a16="http://schemas.microsoft.com/office/drawing/2014/main" id="{AD16A6AD-3778-8F80-9336-019F954BD169}"/>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テキスト ボックス 9">
            <a:extLst>
              <a:ext uri="{FF2B5EF4-FFF2-40B4-BE49-F238E27FC236}">
                <a16:creationId xmlns:a16="http://schemas.microsoft.com/office/drawing/2014/main" id="{98533261-20CD-BD78-C09F-409F774A3178}"/>
              </a:ext>
            </a:extLst>
          </p:cNvPr>
          <p:cNvSpPr txBox="1"/>
          <p:nvPr/>
        </p:nvSpPr>
        <p:spPr>
          <a:xfrm>
            <a:off x="8629073" y="5953871"/>
            <a:ext cx="2610065" cy="830997"/>
          </a:xfrm>
          <a:prstGeom prst="rect">
            <a:avLst/>
          </a:prstGeom>
          <a:noFill/>
        </p:spPr>
        <p:txBody>
          <a:bodyPr wrap="square" rtlCol="0">
            <a:spAutoFit/>
          </a:bodyPr>
          <a:lstStyle/>
          <a:p>
            <a:r>
              <a:rPr kumimoji="1" lang="ja-JP" altLang="en-US" sz="2400" dirty="0">
                <a:solidFill>
                  <a:schemeClr val="bg1"/>
                </a:solidFill>
              </a:rPr>
              <a:t>←</a:t>
            </a:r>
            <a:r>
              <a:rPr lang="ja-JP" altLang="en-US" sz="2400" dirty="0">
                <a:solidFill>
                  <a:schemeClr val="bg1"/>
                </a:solidFill>
              </a:rPr>
              <a:t>ホントに</a:t>
            </a:r>
            <a:r>
              <a:rPr lang="en-US" altLang="ja-JP" sz="2400" dirty="0">
                <a:solidFill>
                  <a:schemeClr val="bg1"/>
                </a:solidFill>
              </a:rPr>
              <a:t>(?_?)</a:t>
            </a:r>
          </a:p>
          <a:p>
            <a:r>
              <a:rPr lang="ja-JP" altLang="en-US" sz="2400" dirty="0">
                <a:solidFill>
                  <a:schemeClr val="bg1"/>
                </a:solidFill>
              </a:rPr>
              <a:t>　</a:t>
            </a:r>
            <a:r>
              <a:rPr kumimoji="1" lang="ja-JP" altLang="en-US" sz="2400" dirty="0">
                <a:solidFill>
                  <a:schemeClr val="bg1"/>
                </a:solidFill>
              </a:rPr>
              <a:t>パパっと証明</a:t>
            </a:r>
            <a:r>
              <a:rPr kumimoji="1" lang="en-US" altLang="ja-JP" sz="2400" i="1" dirty="0">
                <a:solidFill>
                  <a:schemeClr val="bg1"/>
                </a:solidFill>
              </a:rPr>
              <a:t>!!</a:t>
            </a:r>
            <a:endParaRPr kumimoji="1" lang="ja-JP" altLang="en-US" sz="2400" i="1" dirty="0">
              <a:solidFill>
                <a:schemeClr val="bg1"/>
              </a:solidFill>
            </a:endParaRPr>
          </a:p>
        </p:txBody>
      </p:sp>
      <p:sp>
        <p:nvSpPr>
          <p:cNvPr id="29" name="テキスト ボックス 28">
            <a:extLst>
              <a:ext uri="{FF2B5EF4-FFF2-40B4-BE49-F238E27FC236}">
                <a16:creationId xmlns:a16="http://schemas.microsoft.com/office/drawing/2014/main" id="{CB1A7394-9174-E105-F31D-61557F924529}"/>
              </a:ext>
            </a:extLst>
          </p:cNvPr>
          <p:cNvSpPr txBox="1"/>
          <p:nvPr/>
        </p:nvSpPr>
        <p:spPr>
          <a:xfrm>
            <a:off x="1457208" y="518306"/>
            <a:ext cx="9174495" cy="5180457"/>
          </a:xfrm>
          <a:prstGeom prst="rect">
            <a:avLst/>
          </a:prstGeom>
          <a:noFill/>
        </p:spPr>
        <p:txBody>
          <a:bodyPr wrap="square" rtlCol="0">
            <a:spAutoFit/>
          </a:bodyPr>
          <a:lstStyle/>
          <a:p>
            <a:pPr>
              <a:lnSpc>
                <a:spcPts val="4000"/>
              </a:lnSpc>
            </a:pPr>
            <a:r>
              <a:rPr lang="en-US" altLang="ja-JP" sz="2400" dirty="0">
                <a:solidFill>
                  <a:schemeClr val="bg1"/>
                </a:solidFill>
              </a:rPr>
              <a:t>｢</a:t>
            </a:r>
            <a:r>
              <a:rPr lang="ja-JP" altLang="en-US" sz="2400" dirty="0">
                <a:solidFill>
                  <a:schemeClr val="bg1"/>
                </a:solidFill>
              </a:rPr>
              <a:t>アンケートは無作為に回答され</a:t>
            </a:r>
            <a:r>
              <a:rPr lang="en-US" altLang="ja-JP" sz="2400" dirty="0">
                <a:solidFill>
                  <a:schemeClr val="bg1"/>
                </a:solidFill>
              </a:rPr>
              <a:t>､</a:t>
            </a:r>
            <a:r>
              <a:rPr lang="ja-JP" altLang="en-US" sz="2400" dirty="0">
                <a:solidFill>
                  <a:schemeClr val="bg1"/>
                </a:solidFill>
              </a:rPr>
              <a:t>偶然</a:t>
            </a:r>
            <a:r>
              <a:rPr lang="en-US" altLang="ja-JP" sz="2400" dirty="0">
                <a:solidFill>
                  <a:schemeClr val="bg1"/>
                </a:solidFill>
              </a:rPr>
              <a:t>80%</a:t>
            </a:r>
            <a:r>
              <a:rPr lang="ja-JP" altLang="en-US" sz="2400" dirty="0">
                <a:solidFill>
                  <a:schemeClr val="bg1"/>
                </a:solidFill>
              </a:rPr>
              <a:t>を超えた</a:t>
            </a:r>
            <a:r>
              <a:rPr lang="en-US" altLang="ja-JP" sz="2400" dirty="0">
                <a:solidFill>
                  <a:schemeClr val="bg1"/>
                </a:solidFill>
              </a:rPr>
              <a:t>｣</a:t>
            </a:r>
            <a:r>
              <a:rPr lang="ja-JP" altLang="en-US" sz="2400" dirty="0">
                <a:solidFill>
                  <a:schemeClr val="bg1"/>
                </a:solidFill>
              </a:rPr>
              <a:t>と仮定。</a:t>
            </a:r>
            <a:endParaRPr lang="en-US" altLang="ja-JP" sz="2400" dirty="0">
              <a:solidFill>
                <a:schemeClr val="bg1"/>
              </a:solidFill>
            </a:endParaRPr>
          </a:p>
          <a:p>
            <a:pPr>
              <a:lnSpc>
                <a:spcPts val="4000"/>
              </a:lnSpc>
            </a:pPr>
            <a:r>
              <a:rPr kumimoji="1" lang="ja-JP" altLang="en-US" sz="2400" dirty="0">
                <a:solidFill>
                  <a:schemeClr val="bg1"/>
                </a:solidFill>
              </a:rPr>
              <a:t>有意水準を</a:t>
            </a:r>
            <a:r>
              <a:rPr kumimoji="1" lang="en-US" altLang="ja-JP" sz="2400" dirty="0">
                <a:solidFill>
                  <a:schemeClr val="bg1"/>
                </a:solidFill>
              </a:rPr>
              <a:t>0.05(5%)</a:t>
            </a:r>
            <a:r>
              <a:rPr kumimoji="1" lang="ja-JP" altLang="en-US" sz="2400" dirty="0">
                <a:solidFill>
                  <a:schemeClr val="bg1"/>
                </a:solidFill>
              </a:rPr>
              <a:t>とする。</a:t>
            </a:r>
            <a:endParaRPr kumimoji="1" lang="en-US" altLang="ja-JP" sz="2400" dirty="0">
              <a:solidFill>
                <a:schemeClr val="bg1"/>
              </a:solidFill>
            </a:endParaRPr>
          </a:p>
          <a:p>
            <a:pPr>
              <a:lnSpc>
                <a:spcPts val="4000"/>
              </a:lnSpc>
            </a:pPr>
            <a:r>
              <a:rPr lang="en-US" altLang="ja-JP" sz="2400" dirty="0">
                <a:solidFill>
                  <a:schemeClr val="bg1"/>
                </a:solidFill>
              </a:rPr>
              <a:t>｢</a:t>
            </a:r>
            <a:r>
              <a:rPr lang="ja-JP" altLang="en-US" sz="2400" dirty="0">
                <a:solidFill>
                  <a:schemeClr val="bg1"/>
                </a:solidFill>
              </a:rPr>
              <a:t>はい</a:t>
            </a:r>
            <a:r>
              <a:rPr lang="en-US" altLang="ja-JP" sz="2400" dirty="0">
                <a:solidFill>
                  <a:schemeClr val="bg1"/>
                </a:solidFill>
              </a:rPr>
              <a:t>｣｢</a:t>
            </a:r>
            <a:r>
              <a:rPr lang="ja-JP" altLang="en-US" sz="2400" dirty="0">
                <a:solidFill>
                  <a:schemeClr val="bg1"/>
                </a:solidFill>
              </a:rPr>
              <a:t>どちらかというとはい</a:t>
            </a:r>
            <a:r>
              <a:rPr lang="en-US" altLang="ja-JP" sz="2400" dirty="0">
                <a:solidFill>
                  <a:schemeClr val="bg1"/>
                </a:solidFill>
              </a:rPr>
              <a:t>｣</a:t>
            </a:r>
            <a:r>
              <a:rPr lang="ja-JP" altLang="en-US" sz="2400" dirty="0">
                <a:solidFill>
                  <a:schemeClr val="bg1"/>
                </a:solidFill>
              </a:rPr>
              <a:t>に回答される確率はそれぞれ</a:t>
            </a:r>
            <a:r>
              <a:rPr lang="en-US" altLang="ja-JP" sz="2400" dirty="0">
                <a:solidFill>
                  <a:schemeClr val="bg1"/>
                </a:solidFill>
              </a:rPr>
              <a:t>1/5</a:t>
            </a:r>
            <a:r>
              <a:rPr lang="ja-JP" altLang="en-US" sz="2400" dirty="0">
                <a:solidFill>
                  <a:schemeClr val="bg1"/>
                </a:solidFill>
              </a:rPr>
              <a:t>。</a:t>
            </a:r>
            <a:endParaRPr lang="en-US" altLang="ja-JP" sz="2400" dirty="0">
              <a:solidFill>
                <a:schemeClr val="bg1"/>
              </a:solidFill>
            </a:endParaRPr>
          </a:p>
          <a:p>
            <a:pPr>
              <a:lnSpc>
                <a:spcPts val="4000"/>
              </a:lnSpc>
            </a:pPr>
            <a:r>
              <a:rPr kumimoji="1" lang="en-US" altLang="ja-JP" sz="2400" dirty="0">
                <a:solidFill>
                  <a:schemeClr val="bg1"/>
                </a:solidFill>
              </a:rPr>
              <a:t>｢</a:t>
            </a:r>
            <a:r>
              <a:rPr kumimoji="1" lang="ja-JP" altLang="en-US" sz="2400" dirty="0">
                <a:solidFill>
                  <a:schemeClr val="bg1"/>
                </a:solidFill>
              </a:rPr>
              <a:t>はい</a:t>
            </a:r>
            <a:r>
              <a:rPr kumimoji="1" lang="en-US" altLang="ja-JP" sz="2400" dirty="0">
                <a:solidFill>
                  <a:schemeClr val="bg1"/>
                </a:solidFill>
              </a:rPr>
              <a:t>｣｢</a:t>
            </a:r>
            <a:r>
              <a:rPr lang="ja-JP" altLang="en-US" sz="2400" dirty="0">
                <a:solidFill>
                  <a:schemeClr val="bg1"/>
                </a:solidFill>
              </a:rPr>
              <a:t>どちらかというとはい</a:t>
            </a:r>
            <a:r>
              <a:rPr kumimoji="1" lang="en-US" altLang="ja-JP" sz="2400" dirty="0">
                <a:solidFill>
                  <a:schemeClr val="bg1"/>
                </a:solidFill>
              </a:rPr>
              <a:t>｣</a:t>
            </a:r>
            <a:r>
              <a:rPr kumimoji="1" lang="ja-JP" altLang="en-US" sz="2400" dirty="0">
                <a:solidFill>
                  <a:schemeClr val="bg1"/>
                </a:solidFill>
              </a:rPr>
              <a:t>が偶然</a:t>
            </a:r>
            <a:r>
              <a:rPr kumimoji="1" lang="en-US" altLang="ja-JP" sz="2400" dirty="0">
                <a:solidFill>
                  <a:schemeClr val="bg1"/>
                </a:solidFill>
              </a:rPr>
              <a:t>80%</a:t>
            </a:r>
            <a:r>
              <a:rPr kumimoji="1" lang="ja-JP" altLang="en-US" sz="2400" dirty="0">
                <a:solidFill>
                  <a:schemeClr val="bg1"/>
                </a:solidFill>
              </a:rPr>
              <a:t>を超える確率は</a:t>
            </a:r>
            <a:endParaRPr lang="en-US" altLang="ja-JP" sz="2400" dirty="0">
              <a:solidFill>
                <a:schemeClr val="bg1"/>
              </a:solidFill>
            </a:endParaRPr>
          </a:p>
          <a:p>
            <a:pPr>
              <a:lnSpc>
                <a:spcPts val="4000"/>
              </a:lnSpc>
            </a:pPr>
            <a:endParaRPr kumimoji="1" lang="en-US" altLang="ja-JP" sz="2400" dirty="0">
              <a:solidFill>
                <a:schemeClr val="bg1"/>
              </a:solidFill>
            </a:endParaRPr>
          </a:p>
          <a:p>
            <a:pPr>
              <a:lnSpc>
                <a:spcPts val="4000"/>
              </a:lnSpc>
            </a:pPr>
            <a:endParaRPr kumimoji="1" lang="en-US" altLang="ja-JP" sz="2000" dirty="0">
              <a:solidFill>
                <a:schemeClr val="bg1"/>
              </a:solidFill>
            </a:endParaRPr>
          </a:p>
          <a:p>
            <a:pPr>
              <a:lnSpc>
                <a:spcPts val="4000"/>
              </a:lnSpc>
            </a:pPr>
            <a:r>
              <a:rPr lang="ja-JP" altLang="en-US" sz="2400" dirty="0">
                <a:solidFill>
                  <a:schemeClr val="bg1"/>
                </a:solidFill>
              </a:rPr>
              <a:t>となる。</a:t>
            </a:r>
            <a:endParaRPr lang="en-US" altLang="ja-JP" sz="2400" dirty="0">
              <a:solidFill>
                <a:schemeClr val="bg1"/>
              </a:solidFill>
            </a:endParaRPr>
          </a:p>
          <a:p>
            <a:pPr>
              <a:lnSpc>
                <a:spcPts val="4000"/>
              </a:lnSpc>
            </a:pPr>
            <a:r>
              <a:rPr lang="en-US" altLang="ja-JP" sz="2400" dirty="0">
                <a:solidFill>
                  <a:schemeClr val="bg1"/>
                </a:solidFill>
              </a:rPr>
              <a:t>0.0004541&lt;&lt;0.05</a:t>
            </a:r>
            <a:r>
              <a:rPr lang="ja-JP" altLang="en-US" sz="2400" dirty="0">
                <a:solidFill>
                  <a:schemeClr val="bg1"/>
                </a:solidFill>
              </a:rPr>
              <a:t>なので、仮定は誤り。</a:t>
            </a:r>
            <a:endParaRPr lang="en-US" altLang="ja-JP" sz="2400" dirty="0">
              <a:solidFill>
                <a:schemeClr val="bg1"/>
              </a:solidFill>
            </a:endParaRPr>
          </a:p>
          <a:p>
            <a:pPr>
              <a:lnSpc>
                <a:spcPts val="4000"/>
              </a:lnSpc>
            </a:pPr>
            <a:r>
              <a:rPr lang="ja-JP" altLang="en-US" sz="2400" dirty="0">
                <a:solidFill>
                  <a:schemeClr val="bg1"/>
                </a:solidFill>
              </a:rPr>
              <a:t>よって</a:t>
            </a:r>
            <a:r>
              <a:rPr lang="en-US" altLang="ja-JP" sz="2400" dirty="0">
                <a:solidFill>
                  <a:schemeClr val="bg1"/>
                </a:solidFill>
              </a:rPr>
              <a:t>､｢</a:t>
            </a:r>
            <a:r>
              <a:rPr lang="ja-JP" altLang="en-US" sz="2400" dirty="0">
                <a:solidFill>
                  <a:schemeClr val="bg1"/>
                </a:solidFill>
              </a:rPr>
              <a:t>はい</a:t>
            </a:r>
            <a:r>
              <a:rPr lang="en-US" altLang="ja-JP" sz="2400" dirty="0">
                <a:solidFill>
                  <a:schemeClr val="bg1"/>
                </a:solidFill>
              </a:rPr>
              <a:t>｣｢</a:t>
            </a:r>
            <a:r>
              <a:rPr lang="ja-JP" altLang="en-US" sz="2400" dirty="0">
                <a:solidFill>
                  <a:schemeClr val="bg1"/>
                </a:solidFill>
              </a:rPr>
              <a:t>どちらかというとはい</a:t>
            </a:r>
            <a:r>
              <a:rPr lang="en-US" altLang="ja-JP" sz="2400" dirty="0">
                <a:solidFill>
                  <a:schemeClr val="bg1"/>
                </a:solidFill>
              </a:rPr>
              <a:t>｣</a:t>
            </a:r>
            <a:r>
              <a:rPr lang="ja-JP" altLang="en-US" sz="2400" dirty="0">
                <a:solidFill>
                  <a:schemeClr val="bg1"/>
                </a:solidFill>
              </a:rPr>
              <a:t>の回答が</a:t>
            </a:r>
            <a:endParaRPr lang="en-US" altLang="ja-JP" sz="2400" dirty="0">
              <a:solidFill>
                <a:schemeClr val="bg1"/>
              </a:solidFill>
            </a:endParaRPr>
          </a:p>
          <a:p>
            <a:pPr algn="r">
              <a:lnSpc>
                <a:spcPts val="4000"/>
              </a:lnSpc>
            </a:pPr>
            <a:r>
              <a:rPr lang="en-US" altLang="ja-JP" sz="2400" dirty="0">
                <a:solidFill>
                  <a:schemeClr val="bg1"/>
                </a:solidFill>
              </a:rPr>
              <a:t>80%</a:t>
            </a:r>
            <a:r>
              <a:rPr lang="ja-JP" altLang="en-US" sz="2400" dirty="0">
                <a:solidFill>
                  <a:schemeClr val="bg1"/>
                </a:solidFill>
              </a:rPr>
              <a:t>を超えたのは偶然ではない。</a:t>
            </a:r>
            <a:endParaRPr lang="en-US" altLang="ja-JP" sz="2400" dirty="0">
              <a:solidFill>
                <a:schemeClr val="bg1"/>
              </a:solidFill>
            </a:endParaRPr>
          </a:p>
        </p:txBody>
      </p:sp>
      <p:grpSp>
        <p:nvGrpSpPr>
          <p:cNvPr id="8" name="グループ化 7">
            <a:extLst>
              <a:ext uri="{FF2B5EF4-FFF2-40B4-BE49-F238E27FC236}">
                <a16:creationId xmlns:a16="http://schemas.microsoft.com/office/drawing/2014/main" id="{60DCB26A-4FE5-01CF-AD23-92CD9E4FB4D2}"/>
              </a:ext>
            </a:extLst>
          </p:cNvPr>
          <p:cNvGrpSpPr/>
          <p:nvPr/>
        </p:nvGrpSpPr>
        <p:grpSpPr>
          <a:xfrm>
            <a:off x="1409699" y="2562840"/>
            <a:ext cx="9270948" cy="1852687"/>
            <a:chOff x="-2918460" y="7576012"/>
            <a:chExt cx="8915402" cy="1852687"/>
          </a:xfrm>
        </p:grpSpPr>
        <p:sp>
          <p:nvSpPr>
            <p:cNvPr id="30" name="テキスト ボックス 29">
              <a:extLst>
                <a:ext uri="{FF2B5EF4-FFF2-40B4-BE49-F238E27FC236}">
                  <a16:creationId xmlns:a16="http://schemas.microsoft.com/office/drawing/2014/main" id="{64BBC4F4-8F1F-9BA0-A8E7-D7ADAF7F9AB2}"/>
                </a:ext>
              </a:extLst>
            </p:cNvPr>
            <p:cNvSpPr txBox="1"/>
            <p:nvPr/>
          </p:nvSpPr>
          <p:spPr>
            <a:xfrm>
              <a:off x="-2559275" y="7576012"/>
              <a:ext cx="8556217" cy="1852687"/>
            </a:xfrm>
            <a:prstGeom prst="rect">
              <a:avLst/>
            </a:prstGeom>
            <a:noFill/>
          </p:spPr>
          <p:txBody>
            <a:bodyPr wrap="square">
              <a:spAutoFit/>
            </a:bodyPr>
            <a:lstStyle/>
            <a:p>
              <a:pPr algn="ctr">
                <a:lnSpc>
                  <a:spcPct val="150000"/>
                </a:lnSpc>
              </a:pPr>
              <a:r>
                <a:rPr kumimoji="1" lang="en-US" altLang="ja-JP" sz="4000" dirty="0">
                  <a:solidFill>
                    <a:schemeClr val="bg1"/>
                  </a:solidFill>
                </a:rPr>
                <a:t>Σ{</a:t>
              </a:r>
              <a:r>
                <a:rPr kumimoji="1" lang="en-US" altLang="ja-JP" sz="4000" baseline="-2000" dirty="0">
                  <a:solidFill>
                    <a:schemeClr val="bg1"/>
                  </a:solidFill>
                </a:rPr>
                <a:t>17</a:t>
              </a:r>
              <a:r>
                <a:rPr kumimoji="1" lang="en-US" altLang="ja-JP" sz="4000" dirty="0">
                  <a:solidFill>
                    <a:schemeClr val="bg1"/>
                  </a:solidFill>
                </a:rPr>
                <a:t>C</a:t>
              </a:r>
              <a:r>
                <a:rPr kumimoji="1" lang="en-US" altLang="ja-JP" sz="4000" baseline="-2000" dirty="0">
                  <a:solidFill>
                    <a:schemeClr val="bg1"/>
                  </a:solidFill>
                </a:rPr>
                <a:t>k</a:t>
              </a:r>
              <a:r>
                <a:rPr kumimoji="1" lang="ja-JP" altLang="en-US" sz="4000" dirty="0">
                  <a:solidFill>
                    <a:schemeClr val="bg1"/>
                  </a:solidFill>
                </a:rPr>
                <a:t>・</a:t>
              </a:r>
              <a:r>
                <a:rPr kumimoji="1" lang="en-US" altLang="ja-JP" sz="4000" dirty="0">
                  <a:solidFill>
                    <a:schemeClr val="bg1"/>
                  </a:solidFill>
                </a:rPr>
                <a:t>(   )</a:t>
              </a:r>
              <a:r>
                <a:rPr kumimoji="1" lang="en-US" altLang="ja-JP" sz="4000" baseline="50000" dirty="0">
                  <a:solidFill>
                    <a:schemeClr val="bg1"/>
                  </a:solidFill>
                </a:rPr>
                <a:t>k</a:t>
              </a:r>
              <a:r>
                <a:rPr kumimoji="1" lang="ja-JP" altLang="en-US" sz="4000" dirty="0">
                  <a:solidFill>
                    <a:schemeClr val="bg1"/>
                  </a:solidFill>
                </a:rPr>
                <a:t>・</a:t>
              </a:r>
              <a:r>
                <a:rPr kumimoji="1" lang="en-US" altLang="ja-JP" sz="4000" dirty="0">
                  <a:solidFill>
                    <a:schemeClr val="bg1"/>
                  </a:solidFill>
                </a:rPr>
                <a:t>(   )</a:t>
              </a:r>
              <a:r>
                <a:rPr kumimoji="1" lang="en-US" altLang="ja-JP" sz="4000" baseline="50000" dirty="0">
                  <a:solidFill>
                    <a:schemeClr val="bg1"/>
                  </a:solidFill>
                </a:rPr>
                <a:t>(17-k)</a:t>
              </a:r>
              <a:r>
                <a:rPr kumimoji="1" lang="en-US" altLang="ja-JP" sz="4000" dirty="0">
                  <a:solidFill>
                    <a:schemeClr val="bg1"/>
                  </a:solidFill>
                </a:rPr>
                <a:t>}</a:t>
              </a:r>
              <a:r>
                <a:rPr kumimoji="1" lang="ja-JP" altLang="en-US" sz="4000" dirty="0">
                  <a:solidFill>
                    <a:schemeClr val="bg1"/>
                  </a:solidFill>
                </a:rPr>
                <a:t>≒</a:t>
              </a:r>
              <a:r>
                <a:rPr kumimoji="1" lang="en-US" altLang="ja-JP" sz="4000" dirty="0">
                  <a:solidFill>
                    <a:schemeClr val="bg1"/>
                  </a:solidFill>
                </a:rPr>
                <a:t>0.0004541</a:t>
              </a:r>
            </a:p>
          </p:txBody>
        </p:sp>
        <p:sp>
          <p:nvSpPr>
            <p:cNvPr id="31" name="テキスト ボックス 30">
              <a:extLst>
                <a:ext uri="{FF2B5EF4-FFF2-40B4-BE49-F238E27FC236}">
                  <a16:creationId xmlns:a16="http://schemas.microsoft.com/office/drawing/2014/main" id="{5058981B-DFAB-26D5-BF50-0FA1E9C74202}"/>
                </a:ext>
              </a:extLst>
            </p:cNvPr>
            <p:cNvSpPr txBox="1"/>
            <p:nvPr/>
          </p:nvSpPr>
          <p:spPr>
            <a:xfrm>
              <a:off x="-291688" y="7849860"/>
              <a:ext cx="710788" cy="849848"/>
            </a:xfrm>
            <a:prstGeom prst="rect">
              <a:avLst/>
            </a:prstGeom>
            <a:noFill/>
          </p:spPr>
          <p:txBody>
            <a:bodyPr wrap="square" lIns="0" tIns="0" rIns="0" bIns="0">
              <a:spAutoFit/>
            </a:bodyPr>
            <a:lstStyle/>
            <a:p>
              <a:pPr algn="ctr">
                <a:lnSpc>
                  <a:spcPts val="2000"/>
                </a:lnSpc>
              </a:pPr>
              <a:r>
                <a:rPr lang="en-US" altLang="ja-JP" sz="4000" dirty="0">
                  <a:solidFill>
                    <a:schemeClr val="bg1"/>
                  </a:solidFill>
                </a:rPr>
                <a:t>2</a:t>
              </a:r>
            </a:p>
            <a:p>
              <a:pPr algn="ctr">
                <a:lnSpc>
                  <a:spcPts val="2000"/>
                </a:lnSpc>
              </a:pPr>
              <a:r>
                <a:rPr kumimoji="1" lang="en-US" altLang="ja-JP" sz="4000" dirty="0">
                  <a:solidFill>
                    <a:schemeClr val="bg1"/>
                  </a:solidFill>
                </a:rPr>
                <a:t>―</a:t>
              </a:r>
            </a:p>
            <a:p>
              <a:pPr algn="ctr">
                <a:lnSpc>
                  <a:spcPts val="2000"/>
                </a:lnSpc>
              </a:pPr>
              <a:r>
                <a:rPr kumimoji="1" lang="en-US" altLang="ja-JP" sz="4000" dirty="0">
                  <a:solidFill>
                    <a:schemeClr val="bg1"/>
                  </a:solidFill>
                </a:rPr>
                <a:t>5</a:t>
              </a:r>
            </a:p>
          </p:txBody>
        </p:sp>
        <p:sp>
          <p:nvSpPr>
            <p:cNvPr id="32" name="テキスト ボックス 31">
              <a:extLst>
                <a:ext uri="{FF2B5EF4-FFF2-40B4-BE49-F238E27FC236}">
                  <a16:creationId xmlns:a16="http://schemas.microsoft.com/office/drawing/2014/main" id="{96EE0772-D55F-1A0A-FCEC-7F186CD5B4A2}"/>
                </a:ext>
              </a:extLst>
            </p:cNvPr>
            <p:cNvSpPr txBox="1"/>
            <p:nvPr/>
          </p:nvSpPr>
          <p:spPr>
            <a:xfrm>
              <a:off x="1232312" y="7849860"/>
              <a:ext cx="710788" cy="849848"/>
            </a:xfrm>
            <a:prstGeom prst="rect">
              <a:avLst/>
            </a:prstGeom>
            <a:noFill/>
          </p:spPr>
          <p:txBody>
            <a:bodyPr wrap="square" lIns="0" tIns="0" rIns="0" bIns="0">
              <a:spAutoFit/>
            </a:bodyPr>
            <a:lstStyle/>
            <a:p>
              <a:pPr algn="ctr">
                <a:lnSpc>
                  <a:spcPts val="2000"/>
                </a:lnSpc>
              </a:pPr>
              <a:r>
                <a:rPr lang="en-US" altLang="ja-JP" sz="4000" dirty="0">
                  <a:solidFill>
                    <a:schemeClr val="bg1"/>
                  </a:solidFill>
                </a:rPr>
                <a:t>3</a:t>
              </a:r>
            </a:p>
            <a:p>
              <a:pPr algn="ctr">
                <a:lnSpc>
                  <a:spcPts val="2000"/>
                </a:lnSpc>
              </a:pPr>
              <a:r>
                <a:rPr kumimoji="1" lang="en-US" altLang="ja-JP" sz="4000" dirty="0">
                  <a:solidFill>
                    <a:schemeClr val="bg1"/>
                  </a:solidFill>
                </a:rPr>
                <a:t>―</a:t>
              </a:r>
            </a:p>
            <a:p>
              <a:pPr algn="ctr">
                <a:lnSpc>
                  <a:spcPts val="2000"/>
                </a:lnSpc>
              </a:pPr>
              <a:r>
                <a:rPr kumimoji="1" lang="en-US" altLang="ja-JP" sz="4000" dirty="0">
                  <a:solidFill>
                    <a:schemeClr val="bg1"/>
                  </a:solidFill>
                </a:rPr>
                <a:t>5</a:t>
              </a:r>
            </a:p>
          </p:txBody>
        </p:sp>
        <p:sp>
          <p:nvSpPr>
            <p:cNvPr id="34" name="テキスト ボックス 33">
              <a:extLst>
                <a:ext uri="{FF2B5EF4-FFF2-40B4-BE49-F238E27FC236}">
                  <a16:creationId xmlns:a16="http://schemas.microsoft.com/office/drawing/2014/main" id="{871A184F-6128-DF97-6844-46D5922D5448}"/>
                </a:ext>
              </a:extLst>
            </p:cNvPr>
            <p:cNvSpPr txBox="1"/>
            <p:nvPr/>
          </p:nvSpPr>
          <p:spPr>
            <a:xfrm>
              <a:off x="-2887980" y="8406729"/>
              <a:ext cx="1452056" cy="307777"/>
            </a:xfrm>
            <a:prstGeom prst="rect">
              <a:avLst/>
            </a:prstGeom>
            <a:noFill/>
          </p:spPr>
          <p:txBody>
            <a:bodyPr wrap="square" lIns="0" tIns="0" rIns="0" bIns="0">
              <a:spAutoFit/>
            </a:bodyPr>
            <a:lstStyle/>
            <a:p>
              <a:pPr algn="ctr"/>
              <a:r>
                <a:rPr lang="en-US" altLang="ja-JP" sz="2000" dirty="0">
                  <a:solidFill>
                    <a:schemeClr val="bg1"/>
                  </a:solidFill>
                </a:rPr>
                <a:t>k=14</a:t>
              </a:r>
              <a:endParaRPr kumimoji="1" lang="en-US" altLang="ja-JP" sz="2000" dirty="0">
                <a:solidFill>
                  <a:schemeClr val="bg1"/>
                </a:solidFill>
              </a:endParaRPr>
            </a:p>
          </p:txBody>
        </p:sp>
        <p:sp>
          <p:nvSpPr>
            <p:cNvPr id="35" name="テキスト ボックス 34">
              <a:extLst>
                <a:ext uri="{FF2B5EF4-FFF2-40B4-BE49-F238E27FC236}">
                  <a16:creationId xmlns:a16="http://schemas.microsoft.com/office/drawing/2014/main" id="{5FD8F6CF-FC03-790B-752D-1EB20BC5C162}"/>
                </a:ext>
              </a:extLst>
            </p:cNvPr>
            <p:cNvSpPr txBox="1"/>
            <p:nvPr/>
          </p:nvSpPr>
          <p:spPr>
            <a:xfrm>
              <a:off x="-2918460" y="7576012"/>
              <a:ext cx="1452056" cy="307777"/>
            </a:xfrm>
            <a:prstGeom prst="rect">
              <a:avLst/>
            </a:prstGeom>
            <a:noFill/>
          </p:spPr>
          <p:txBody>
            <a:bodyPr wrap="square" lIns="0" tIns="0" rIns="0" bIns="0">
              <a:spAutoFit/>
            </a:bodyPr>
            <a:lstStyle/>
            <a:p>
              <a:pPr algn="ctr"/>
              <a:r>
                <a:rPr kumimoji="1" lang="en-US" altLang="ja-JP" sz="2000" dirty="0">
                  <a:solidFill>
                    <a:schemeClr val="bg1"/>
                  </a:solidFill>
                </a:rPr>
                <a:t>17</a:t>
              </a:r>
            </a:p>
          </p:txBody>
        </p:sp>
      </p:grpSp>
    </p:spTree>
    <p:extLst>
      <p:ext uri="{BB962C8B-B14F-4D97-AF65-F5344CB8AC3E}">
        <p14:creationId xmlns:p14="http://schemas.microsoft.com/office/powerpoint/2010/main" val="1454030022"/>
      </p:ext>
    </p:extLst>
  </p:cSld>
  <p:clrMapOvr>
    <a:masterClrMapping/>
  </p:clrMapOvr>
  <mc:AlternateContent xmlns:mc="http://schemas.openxmlformats.org/markup-compatibility/2006" xmlns:p159="http://schemas.microsoft.com/office/powerpoint/2015/09/main">
    <mc:Choice Requires="p159">
      <p:transition spd="slow" advClick="0" advTm="20000">
        <p159:morph option="byObject"/>
      </p:transition>
    </mc:Choice>
    <mc:Fallback xmlns="">
      <p:transition spd="slow" advClick="0" advTm="2000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FB2CB-4340-DD73-DD58-2F625EC1F4F1}"/>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2A8920C0-81B5-18F5-263A-4A7F557938FE}"/>
              </a:ext>
            </a:extLst>
          </p:cNvPr>
          <p:cNvSpPr/>
          <p:nvPr/>
        </p:nvSpPr>
        <p:spPr>
          <a:xfrm>
            <a:off x="-494090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93651EBB-AF13-E68D-FF4F-B14E49181314}"/>
              </a:ext>
            </a:extLst>
          </p:cNvPr>
          <p:cNvSpPr/>
          <p:nvPr/>
        </p:nvSpPr>
        <p:spPr>
          <a:xfrm>
            <a:off x="-1436065" y="3093744"/>
            <a:ext cx="1352218" cy="66261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1E0EDD82-A78E-D2C5-9F1B-A74203895DB3}"/>
              </a:ext>
            </a:extLst>
          </p:cNvPr>
          <p:cNvSpPr/>
          <p:nvPr/>
        </p:nvSpPr>
        <p:spPr>
          <a:xfrm>
            <a:off x="-57150" y="-82551"/>
            <a:ext cx="1205382" cy="4894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F7D37E7D-3DE2-E340-EB2B-D0056BE56FD1}"/>
              </a:ext>
            </a:extLst>
          </p:cNvPr>
          <p:cNvSpPr/>
          <p:nvPr/>
        </p:nvSpPr>
        <p:spPr>
          <a:xfrm>
            <a:off x="123066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E3E62BD1-3034-C513-E892-966B0FA9AD6B}"/>
              </a:ext>
            </a:extLst>
          </p:cNvPr>
          <p:cNvSpPr/>
          <p:nvPr/>
        </p:nvSpPr>
        <p:spPr>
          <a:xfrm>
            <a:off x="-3245457" y="3070845"/>
            <a:ext cx="1477922" cy="724210"/>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graphicFrame>
        <p:nvGraphicFramePr>
          <p:cNvPr id="2" name="グラフ 1">
            <a:extLst>
              <a:ext uri="{FF2B5EF4-FFF2-40B4-BE49-F238E27FC236}">
                <a16:creationId xmlns:a16="http://schemas.microsoft.com/office/drawing/2014/main" id="{C18848D7-CFD7-A5BC-640F-54B304F895C4}"/>
              </a:ext>
            </a:extLst>
          </p:cNvPr>
          <p:cNvGraphicFramePr>
            <a:graphicFrameLocks/>
          </p:cNvGraphicFramePr>
          <p:nvPr>
            <p:extLst>
              <p:ext uri="{D42A27DB-BD31-4B8C-83A1-F6EECF244321}">
                <p14:modId xmlns:p14="http://schemas.microsoft.com/office/powerpoint/2010/main" val="3140771629"/>
              </p:ext>
            </p:extLst>
          </p:nvPr>
        </p:nvGraphicFramePr>
        <p:xfrm>
          <a:off x="1410169" y="942972"/>
          <a:ext cx="9022961" cy="4520608"/>
        </p:xfrm>
        <a:graphic>
          <a:graphicData uri="http://schemas.openxmlformats.org/drawingml/2006/chart">
            <c:chart xmlns:c="http://schemas.openxmlformats.org/drawingml/2006/chart" xmlns:r="http://schemas.openxmlformats.org/officeDocument/2006/relationships" r:id="rId3"/>
          </a:graphicData>
        </a:graphic>
      </p:graphicFrame>
      <p:sp>
        <p:nvSpPr>
          <p:cNvPr id="6" name="テキスト ボックス 5">
            <a:extLst>
              <a:ext uri="{FF2B5EF4-FFF2-40B4-BE49-F238E27FC236}">
                <a16:creationId xmlns:a16="http://schemas.microsoft.com/office/drawing/2014/main" id="{FF571112-6B72-8F23-F694-F4DC0288111C}"/>
              </a:ext>
            </a:extLst>
          </p:cNvPr>
          <p:cNvSpPr txBox="1"/>
          <p:nvPr/>
        </p:nvSpPr>
        <p:spPr>
          <a:xfrm>
            <a:off x="1590674" y="1310643"/>
            <a:ext cx="1000125" cy="369332"/>
          </a:xfrm>
          <a:prstGeom prst="rect">
            <a:avLst/>
          </a:prstGeom>
          <a:noFill/>
        </p:spPr>
        <p:txBody>
          <a:bodyPr wrap="square" rtlCol="0">
            <a:spAutoFit/>
          </a:bodyPr>
          <a:lstStyle/>
          <a:p>
            <a:pPr algn="r"/>
            <a:r>
              <a:rPr kumimoji="1" lang="ja-JP" altLang="en-US" dirty="0">
                <a:solidFill>
                  <a:schemeClr val="tx1">
                    <a:lumMod val="50000"/>
                    <a:lumOff val="50000"/>
                  </a:schemeClr>
                </a:solidFill>
              </a:rPr>
              <a:t>全体</a:t>
            </a:r>
          </a:p>
        </p:txBody>
      </p:sp>
      <p:sp>
        <p:nvSpPr>
          <p:cNvPr id="7" name="テキスト ボックス 6">
            <a:extLst>
              <a:ext uri="{FF2B5EF4-FFF2-40B4-BE49-F238E27FC236}">
                <a16:creationId xmlns:a16="http://schemas.microsoft.com/office/drawing/2014/main" id="{FC37364C-7A7C-B4D0-05D4-A571AB9E7AF9}"/>
              </a:ext>
            </a:extLst>
          </p:cNvPr>
          <p:cNvSpPr txBox="1"/>
          <p:nvPr/>
        </p:nvSpPr>
        <p:spPr>
          <a:xfrm>
            <a:off x="461494" y="1902619"/>
            <a:ext cx="2129305" cy="369332"/>
          </a:xfrm>
          <a:prstGeom prst="rect">
            <a:avLst/>
          </a:prstGeom>
          <a:noFill/>
        </p:spPr>
        <p:txBody>
          <a:bodyPr wrap="square" rtlCol="0">
            <a:spAutoFit/>
          </a:bodyPr>
          <a:lstStyle/>
          <a:p>
            <a:pPr algn="r"/>
            <a:r>
              <a:rPr lang="ja-JP" altLang="en-US" dirty="0">
                <a:solidFill>
                  <a:schemeClr val="bg1"/>
                </a:solidFill>
              </a:rPr>
              <a:t>後輩に勧めたい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754A8BE8-C0C1-6617-AFD0-FD8E7518FCBF}"/>
              </a:ext>
            </a:extLst>
          </p:cNvPr>
          <p:cNvSpPr txBox="1"/>
          <p:nvPr/>
        </p:nvSpPr>
        <p:spPr>
          <a:xfrm>
            <a:off x="0" y="2347908"/>
            <a:ext cx="2590799" cy="646331"/>
          </a:xfrm>
          <a:prstGeom prst="rect">
            <a:avLst/>
          </a:prstGeom>
          <a:noFill/>
        </p:spPr>
        <p:txBody>
          <a:bodyPr wrap="square" rtlCol="0">
            <a:spAutoFit/>
          </a:bodyPr>
          <a:lstStyle/>
          <a:p>
            <a:pPr algn="r"/>
            <a:r>
              <a:rPr lang="ja-JP" altLang="en-US" dirty="0">
                <a:solidFill>
                  <a:schemeClr val="tx1">
                    <a:lumMod val="50000"/>
                    <a:lumOff val="50000"/>
                  </a:schemeClr>
                </a:solidFill>
              </a:rPr>
              <a:t>検索システムがあれば授業が円滑に行えた</a:t>
            </a:r>
            <a:endParaRPr kumimoji="1" lang="ja-JP" altLang="en-US" dirty="0">
              <a:solidFill>
                <a:schemeClr val="tx1">
                  <a:lumMod val="50000"/>
                  <a:lumOff val="50000"/>
                </a:schemeClr>
              </a:solidFill>
            </a:endParaRPr>
          </a:p>
        </p:txBody>
      </p:sp>
      <p:sp>
        <p:nvSpPr>
          <p:cNvPr id="12" name="テキスト ボックス 11">
            <a:extLst>
              <a:ext uri="{FF2B5EF4-FFF2-40B4-BE49-F238E27FC236}">
                <a16:creationId xmlns:a16="http://schemas.microsoft.com/office/drawing/2014/main" id="{D293F8E1-73D2-A855-434B-4D3AF6249069}"/>
              </a:ext>
            </a:extLst>
          </p:cNvPr>
          <p:cNvSpPr txBox="1"/>
          <p:nvPr/>
        </p:nvSpPr>
        <p:spPr>
          <a:xfrm>
            <a:off x="385293" y="3055718"/>
            <a:ext cx="2205506" cy="369332"/>
          </a:xfrm>
          <a:prstGeom prst="rect">
            <a:avLst/>
          </a:prstGeom>
          <a:noFill/>
        </p:spPr>
        <p:txBody>
          <a:bodyPr wrap="square" rtlCol="0">
            <a:spAutoFit/>
          </a:bodyPr>
          <a:lstStyle/>
          <a:p>
            <a:pPr algn="r"/>
            <a:r>
              <a:rPr lang="ja-JP" altLang="en-US" dirty="0">
                <a:solidFill>
                  <a:schemeClr val="bg1"/>
                </a:solidFill>
              </a:rPr>
              <a:t>今後も使用したい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89FDB77A-BF1C-3777-19FE-2BA2673F66AE}"/>
              </a:ext>
            </a:extLst>
          </p:cNvPr>
          <p:cNvSpPr txBox="1"/>
          <p:nvPr/>
        </p:nvSpPr>
        <p:spPr>
          <a:xfrm>
            <a:off x="742950" y="3644172"/>
            <a:ext cx="1847849" cy="369332"/>
          </a:xfrm>
          <a:prstGeom prst="rect">
            <a:avLst/>
          </a:prstGeom>
          <a:noFill/>
        </p:spPr>
        <p:txBody>
          <a:bodyPr wrap="square" rtlCol="0">
            <a:spAutoFit/>
          </a:bodyPr>
          <a:lstStyle/>
          <a:p>
            <a:pPr algn="r"/>
            <a:r>
              <a:rPr lang="ja-JP" altLang="en-US" dirty="0">
                <a:solidFill>
                  <a:schemeClr val="tx1">
                    <a:lumMod val="50000"/>
                    <a:lumOff val="50000"/>
                  </a:schemeClr>
                </a:solidFill>
              </a:rPr>
              <a:t>操作しやすい</a:t>
            </a:r>
            <a:endParaRPr kumimoji="1" lang="ja-JP" altLang="en-US" dirty="0">
              <a:solidFill>
                <a:schemeClr val="tx1">
                  <a:lumMod val="50000"/>
                  <a:lumOff val="50000"/>
                </a:schemeClr>
              </a:solidFill>
            </a:endParaRPr>
          </a:p>
        </p:txBody>
      </p:sp>
      <p:sp>
        <p:nvSpPr>
          <p:cNvPr id="14" name="テキスト ボックス 13" hidden="1">
            <a:extLst>
              <a:ext uri="{FF2B5EF4-FFF2-40B4-BE49-F238E27FC236}">
                <a16:creationId xmlns:a16="http://schemas.microsoft.com/office/drawing/2014/main" id="{F90F46E6-C94A-73A8-CBC4-752F800901B6}"/>
              </a:ext>
            </a:extLst>
          </p:cNvPr>
          <p:cNvSpPr txBox="1"/>
          <p:nvPr/>
        </p:nvSpPr>
        <p:spPr>
          <a:xfrm>
            <a:off x="4562488" y="1329695"/>
            <a:ext cx="1000125" cy="369332"/>
          </a:xfrm>
          <a:prstGeom prst="rect">
            <a:avLst/>
          </a:prstGeom>
          <a:noFill/>
        </p:spPr>
        <p:txBody>
          <a:bodyPr wrap="square" rtlCol="0">
            <a:spAutoFit/>
          </a:bodyPr>
          <a:lstStyle/>
          <a:p>
            <a:pPr algn="r"/>
            <a:r>
              <a:rPr lang="en-US" altLang="ja-JP" dirty="0"/>
              <a:t>71.6%</a:t>
            </a:r>
            <a:endParaRPr kumimoji="1" lang="ja-JP" altLang="en-US" dirty="0"/>
          </a:p>
        </p:txBody>
      </p:sp>
      <p:sp>
        <p:nvSpPr>
          <p:cNvPr id="15" name="テキスト ボックス 14" hidden="1">
            <a:extLst>
              <a:ext uri="{FF2B5EF4-FFF2-40B4-BE49-F238E27FC236}">
                <a16:creationId xmlns:a16="http://schemas.microsoft.com/office/drawing/2014/main" id="{49332108-F2EE-31AE-8417-E7B00E9D119A}"/>
              </a:ext>
            </a:extLst>
          </p:cNvPr>
          <p:cNvSpPr txBox="1"/>
          <p:nvPr/>
        </p:nvSpPr>
        <p:spPr>
          <a:xfrm>
            <a:off x="4695836" y="1901084"/>
            <a:ext cx="1000125" cy="369332"/>
          </a:xfrm>
          <a:prstGeom prst="rect">
            <a:avLst/>
          </a:prstGeom>
          <a:noFill/>
        </p:spPr>
        <p:txBody>
          <a:bodyPr wrap="square" rtlCol="0">
            <a:spAutoFit/>
          </a:bodyPr>
          <a:lstStyle/>
          <a:p>
            <a:pPr algn="r"/>
            <a:r>
              <a:rPr kumimoji="1" lang="en-US" altLang="ja-JP" dirty="0"/>
              <a:t>73.3%</a:t>
            </a:r>
            <a:endParaRPr kumimoji="1" lang="ja-JP" altLang="en-US" dirty="0"/>
          </a:p>
        </p:txBody>
      </p:sp>
      <p:sp>
        <p:nvSpPr>
          <p:cNvPr id="16" name="テキスト ボックス 15" hidden="1">
            <a:extLst>
              <a:ext uri="{FF2B5EF4-FFF2-40B4-BE49-F238E27FC236}">
                <a16:creationId xmlns:a16="http://schemas.microsoft.com/office/drawing/2014/main" id="{7A68083D-670A-8513-D593-06F812863504}"/>
              </a:ext>
            </a:extLst>
          </p:cNvPr>
          <p:cNvSpPr txBox="1"/>
          <p:nvPr/>
        </p:nvSpPr>
        <p:spPr>
          <a:xfrm>
            <a:off x="3509951"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17" name="テキスト ボックス 16" hidden="1">
            <a:extLst>
              <a:ext uri="{FF2B5EF4-FFF2-40B4-BE49-F238E27FC236}">
                <a16:creationId xmlns:a16="http://schemas.microsoft.com/office/drawing/2014/main" id="{FB0AAA5A-DD51-605C-5633-09B13C2DCDD0}"/>
              </a:ext>
            </a:extLst>
          </p:cNvPr>
          <p:cNvSpPr txBox="1"/>
          <p:nvPr/>
        </p:nvSpPr>
        <p:spPr>
          <a:xfrm>
            <a:off x="5072074" y="3041594"/>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8" name="テキスト ボックス 17" hidden="1">
            <a:extLst>
              <a:ext uri="{FF2B5EF4-FFF2-40B4-BE49-F238E27FC236}">
                <a16:creationId xmlns:a16="http://schemas.microsoft.com/office/drawing/2014/main" id="{A7A4FC48-37ED-3558-F20C-AC2BDC0C83BE}"/>
              </a:ext>
            </a:extLst>
          </p:cNvPr>
          <p:cNvSpPr txBox="1"/>
          <p:nvPr/>
        </p:nvSpPr>
        <p:spPr>
          <a:xfrm>
            <a:off x="5081590" y="3610715"/>
            <a:ext cx="1000125" cy="369332"/>
          </a:xfrm>
          <a:prstGeom prst="rect">
            <a:avLst/>
          </a:prstGeom>
          <a:noFill/>
        </p:spPr>
        <p:txBody>
          <a:bodyPr wrap="square" rtlCol="0">
            <a:spAutoFit/>
          </a:bodyPr>
          <a:lstStyle/>
          <a:p>
            <a:pPr algn="r"/>
            <a:r>
              <a:rPr lang="en-US" altLang="ja-JP" dirty="0"/>
              <a:t>86.6%</a:t>
            </a:r>
            <a:endParaRPr kumimoji="1" lang="ja-JP" altLang="en-US" dirty="0"/>
          </a:p>
        </p:txBody>
      </p:sp>
      <p:sp>
        <p:nvSpPr>
          <p:cNvPr id="19" name="テキスト ボックス 18" hidden="1">
            <a:extLst>
              <a:ext uri="{FF2B5EF4-FFF2-40B4-BE49-F238E27FC236}">
                <a16:creationId xmlns:a16="http://schemas.microsoft.com/office/drawing/2014/main" id="{B39F8181-1638-E8EE-B4B7-B41951618558}"/>
              </a:ext>
            </a:extLst>
          </p:cNvPr>
          <p:cNvSpPr txBox="1"/>
          <p:nvPr/>
        </p:nvSpPr>
        <p:spPr>
          <a:xfrm>
            <a:off x="7824315" y="1329695"/>
            <a:ext cx="1000125" cy="369332"/>
          </a:xfrm>
          <a:prstGeom prst="rect">
            <a:avLst/>
          </a:prstGeom>
          <a:noFill/>
        </p:spPr>
        <p:txBody>
          <a:bodyPr wrap="square" rtlCol="0">
            <a:spAutoFit/>
          </a:bodyPr>
          <a:lstStyle/>
          <a:p>
            <a:pPr algn="r"/>
            <a:r>
              <a:rPr lang="en-US" altLang="ja-JP" dirty="0"/>
              <a:t>21.6%</a:t>
            </a:r>
            <a:endParaRPr kumimoji="1" lang="ja-JP" altLang="en-US" dirty="0"/>
          </a:p>
        </p:txBody>
      </p:sp>
      <p:sp>
        <p:nvSpPr>
          <p:cNvPr id="20" name="テキスト ボックス 19" hidden="1">
            <a:extLst>
              <a:ext uri="{FF2B5EF4-FFF2-40B4-BE49-F238E27FC236}">
                <a16:creationId xmlns:a16="http://schemas.microsoft.com/office/drawing/2014/main" id="{D6AC0C8A-213E-4957-ACF9-301EC856D99C}"/>
              </a:ext>
            </a:extLst>
          </p:cNvPr>
          <p:cNvSpPr txBox="1"/>
          <p:nvPr/>
        </p:nvSpPr>
        <p:spPr>
          <a:xfrm>
            <a:off x="7824315" y="1901084"/>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1" name="テキスト ボックス 20" hidden="1">
            <a:extLst>
              <a:ext uri="{FF2B5EF4-FFF2-40B4-BE49-F238E27FC236}">
                <a16:creationId xmlns:a16="http://schemas.microsoft.com/office/drawing/2014/main" id="{6C99DC1A-0ED5-EC0E-C1A2-C0335AEB57D1}"/>
              </a:ext>
            </a:extLst>
          </p:cNvPr>
          <p:cNvSpPr txBox="1"/>
          <p:nvPr/>
        </p:nvSpPr>
        <p:spPr>
          <a:xfrm>
            <a:off x="6229349" y="2472473"/>
            <a:ext cx="1000125" cy="369332"/>
          </a:xfrm>
          <a:prstGeom prst="rect">
            <a:avLst/>
          </a:prstGeom>
          <a:noFill/>
        </p:spPr>
        <p:txBody>
          <a:bodyPr wrap="square" rtlCol="0">
            <a:spAutoFit/>
          </a:bodyPr>
          <a:lstStyle/>
          <a:p>
            <a:pPr algn="r"/>
            <a:r>
              <a:rPr lang="en-US" altLang="ja-JP" dirty="0"/>
              <a:t>40.0%</a:t>
            </a:r>
            <a:endParaRPr kumimoji="1" lang="ja-JP" altLang="en-US" dirty="0"/>
          </a:p>
        </p:txBody>
      </p:sp>
      <p:sp>
        <p:nvSpPr>
          <p:cNvPr id="22" name="テキスト ボックス 21" hidden="1">
            <a:extLst>
              <a:ext uri="{FF2B5EF4-FFF2-40B4-BE49-F238E27FC236}">
                <a16:creationId xmlns:a16="http://schemas.microsoft.com/office/drawing/2014/main" id="{251C231A-E95F-5110-36C3-6962950185EE}"/>
              </a:ext>
            </a:extLst>
          </p:cNvPr>
          <p:cNvSpPr txBox="1"/>
          <p:nvPr/>
        </p:nvSpPr>
        <p:spPr>
          <a:xfrm>
            <a:off x="8596311" y="3046192"/>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3" name="テキスト ボックス 22" hidden="1">
            <a:extLst>
              <a:ext uri="{FF2B5EF4-FFF2-40B4-BE49-F238E27FC236}">
                <a16:creationId xmlns:a16="http://schemas.microsoft.com/office/drawing/2014/main" id="{1D157E54-2B36-B276-71A7-5679B0E574DA}"/>
              </a:ext>
            </a:extLst>
          </p:cNvPr>
          <p:cNvSpPr txBox="1"/>
          <p:nvPr/>
        </p:nvSpPr>
        <p:spPr>
          <a:xfrm>
            <a:off x="8596311" y="3617581"/>
            <a:ext cx="1000125" cy="369332"/>
          </a:xfrm>
          <a:prstGeom prst="rect">
            <a:avLst/>
          </a:prstGeom>
          <a:noFill/>
        </p:spPr>
        <p:txBody>
          <a:bodyPr wrap="square" rtlCol="0">
            <a:spAutoFit/>
          </a:bodyPr>
          <a:lstStyle/>
          <a:p>
            <a:pPr algn="r"/>
            <a:r>
              <a:rPr lang="en-US" altLang="ja-JP" dirty="0"/>
              <a:t>13.3%</a:t>
            </a:r>
            <a:endParaRPr kumimoji="1" lang="ja-JP" altLang="en-US" dirty="0"/>
          </a:p>
        </p:txBody>
      </p:sp>
      <p:sp>
        <p:nvSpPr>
          <p:cNvPr id="24" name="テキスト ボックス 23" hidden="1">
            <a:extLst>
              <a:ext uri="{FF2B5EF4-FFF2-40B4-BE49-F238E27FC236}">
                <a16:creationId xmlns:a16="http://schemas.microsoft.com/office/drawing/2014/main" id="{E68372CD-321C-65A4-0C05-CA7D30D59BE6}"/>
              </a:ext>
            </a:extLst>
          </p:cNvPr>
          <p:cNvSpPr txBox="1"/>
          <p:nvPr/>
        </p:nvSpPr>
        <p:spPr>
          <a:xfrm>
            <a:off x="8720139" y="1329695"/>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5" name="テキスト ボックス 24" hidden="1">
            <a:extLst>
              <a:ext uri="{FF2B5EF4-FFF2-40B4-BE49-F238E27FC236}">
                <a16:creationId xmlns:a16="http://schemas.microsoft.com/office/drawing/2014/main" id="{F86419AC-2A8D-0229-32C4-EB67D5DDA6F0}"/>
              </a:ext>
            </a:extLst>
          </p:cNvPr>
          <p:cNvSpPr txBox="1"/>
          <p:nvPr/>
        </p:nvSpPr>
        <p:spPr>
          <a:xfrm>
            <a:off x="8720139" y="1901084"/>
            <a:ext cx="1000125" cy="369332"/>
          </a:xfrm>
          <a:prstGeom prst="rect">
            <a:avLst/>
          </a:prstGeom>
          <a:noFill/>
        </p:spPr>
        <p:txBody>
          <a:bodyPr wrap="square" rtlCol="0">
            <a:spAutoFit/>
          </a:bodyPr>
          <a:lstStyle/>
          <a:p>
            <a:pPr algn="r"/>
            <a:r>
              <a:rPr lang="en-US" altLang="ja-JP" dirty="0"/>
              <a:t>6.6%</a:t>
            </a:r>
            <a:endParaRPr kumimoji="1" lang="ja-JP" altLang="en-US" dirty="0"/>
          </a:p>
        </p:txBody>
      </p:sp>
      <p:sp>
        <p:nvSpPr>
          <p:cNvPr id="26" name="テキスト ボックス 25" hidden="1">
            <a:extLst>
              <a:ext uri="{FF2B5EF4-FFF2-40B4-BE49-F238E27FC236}">
                <a16:creationId xmlns:a16="http://schemas.microsoft.com/office/drawing/2014/main" id="{214DB5C7-67ED-E7D4-1092-CF88D3787523}"/>
              </a:ext>
            </a:extLst>
          </p:cNvPr>
          <p:cNvSpPr txBox="1"/>
          <p:nvPr/>
        </p:nvSpPr>
        <p:spPr>
          <a:xfrm>
            <a:off x="8358182" y="2473803"/>
            <a:ext cx="1000125" cy="369332"/>
          </a:xfrm>
          <a:prstGeom prst="rect">
            <a:avLst/>
          </a:prstGeom>
          <a:noFill/>
        </p:spPr>
        <p:txBody>
          <a:bodyPr wrap="square" rtlCol="0">
            <a:spAutoFit/>
          </a:bodyPr>
          <a:lstStyle/>
          <a:p>
            <a:pPr algn="r"/>
            <a:r>
              <a:rPr lang="en-US" altLang="ja-JP" dirty="0"/>
              <a:t>20.0%</a:t>
            </a:r>
            <a:endParaRPr kumimoji="1" lang="ja-JP" altLang="en-US" dirty="0"/>
          </a:p>
        </p:txBody>
      </p:sp>
      <p:sp>
        <p:nvSpPr>
          <p:cNvPr id="27" name="テキスト ボックス 26" hidden="1">
            <a:extLst>
              <a:ext uri="{FF2B5EF4-FFF2-40B4-BE49-F238E27FC236}">
                <a16:creationId xmlns:a16="http://schemas.microsoft.com/office/drawing/2014/main" id="{77E7BF4E-D409-5169-D9CB-7CB15402F902}"/>
              </a:ext>
            </a:extLst>
          </p:cNvPr>
          <p:cNvSpPr txBox="1"/>
          <p:nvPr/>
        </p:nvSpPr>
        <p:spPr>
          <a:xfrm>
            <a:off x="9781706" y="36441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C4B43B3F-2E4C-5C05-1590-F72A97940600}"/>
              </a:ext>
            </a:extLst>
          </p:cNvPr>
          <p:cNvSpPr txBox="1"/>
          <p:nvPr/>
        </p:nvSpPr>
        <p:spPr>
          <a:xfrm>
            <a:off x="9934106" y="3796572"/>
            <a:ext cx="1000125" cy="369332"/>
          </a:xfrm>
          <a:prstGeom prst="rect">
            <a:avLst/>
          </a:prstGeom>
          <a:noFill/>
        </p:spPr>
        <p:txBody>
          <a:bodyPr wrap="square" rtlCol="0">
            <a:spAutoFit/>
          </a:bodyPr>
          <a:lstStyle/>
          <a:p>
            <a:pPr algn="r"/>
            <a:r>
              <a:rPr kumimoji="1" lang="en-US" altLang="ja-JP" dirty="0">
                <a:solidFill>
                  <a:schemeClr val="bg1"/>
                </a:solidFill>
              </a:rPr>
              <a:t>n</a:t>
            </a:r>
            <a:r>
              <a:rPr lang="en-US" altLang="ja-JP" dirty="0">
                <a:solidFill>
                  <a:schemeClr val="bg1"/>
                </a:solidFill>
              </a:rPr>
              <a:t>=17</a:t>
            </a:r>
            <a:endParaRPr kumimoji="1" lang="ja-JP" altLang="en-US" dirty="0">
              <a:solidFill>
                <a:schemeClr val="bg1"/>
              </a:solidFill>
            </a:endParaRPr>
          </a:p>
        </p:txBody>
      </p:sp>
      <p:sp>
        <p:nvSpPr>
          <p:cNvPr id="28" name="テキスト ボックス 27">
            <a:extLst>
              <a:ext uri="{FF2B5EF4-FFF2-40B4-BE49-F238E27FC236}">
                <a16:creationId xmlns:a16="http://schemas.microsoft.com/office/drawing/2014/main" id="{87E2AB14-1410-2A1C-D83C-451323082633}"/>
              </a:ext>
            </a:extLst>
          </p:cNvPr>
          <p:cNvSpPr txBox="1"/>
          <p:nvPr/>
        </p:nvSpPr>
        <p:spPr>
          <a:xfrm>
            <a:off x="5229547" y="1902619"/>
            <a:ext cx="2804844" cy="369332"/>
          </a:xfrm>
          <a:prstGeom prst="rect">
            <a:avLst/>
          </a:prstGeom>
          <a:noFill/>
        </p:spPr>
        <p:txBody>
          <a:bodyPr wrap="square" rtlCol="0">
            <a:spAutoFit/>
          </a:bodyPr>
          <a:lstStyle/>
          <a:p>
            <a:r>
              <a:rPr kumimoji="1" lang="ja-JP" altLang="en-US" dirty="0"/>
              <a:t>肯定的な回答が</a:t>
            </a:r>
            <a:r>
              <a:rPr lang="en-US" altLang="ja-JP" dirty="0"/>
              <a:t>9</a:t>
            </a:r>
            <a:r>
              <a:rPr kumimoji="1" lang="en-US" altLang="ja-JP" dirty="0"/>
              <a:t>0%</a:t>
            </a:r>
            <a:r>
              <a:rPr kumimoji="1" lang="ja-JP" altLang="en-US" dirty="0"/>
              <a:t>以上</a:t>
            </a:r>
          </a:p>
        </p:txBody>
      </p:sp>
      <p:sp>
        <p:nvSpPr>
          <p:cNvPr id="29" name="テキスト ボックス 28">
            <a:extLst>
              <a:ext uri="{FF2B5EF4-FFF2-40B4-BE49-F238E27FC236}">
                <a16:creationId xmlns:a16="http://schemas.microsoft.com/office/drawing/2014/main" id="{53D2E679-C79D-0200-ABA6-907CE55C10CA}"/>
              </a:ext>
            </a:extLst>
          </p:cNvPr>
          <p:cNvSpPr txBox="1"/>
          <p:nvPr/>
        </p:nvSpPr>
        <p:spPr>
          <a:xfrm>
            <a:off x="5229547" y="3045444"/>
            <a:ext cx="2804844" cy="369332"/>
          </a:xfrm>
          <a:prstGeom prst="rect">
            <a:avLst/>
          </a:prstGeom>
          <a:noFill/>
        </p:spPr>
        <p:txBody>
          <a:bodyPr wrap="square" rtlCol="0">
            <a:spAutoFit/>
          </a:bodyPr>
          <a:lstStyle/>
          <a:p>
            <a:r>
              <a:rPr kumimoji="1" lang="ja-JP" altLang="en-US" dirty="0"/>
              <a:t>肯定的な回答が</a:t>
            </a:r>
            <a:r>
              <a:rPr lang="en-US" altLang="ja-JP" dirty="0"/>
              <a:t>100%</a:t>
            </a:r>
            <a:endParaRPr kumimoji="1" lang="ja-JP" altLang="en-US" dirty="0"/>
          </a:p>
        </p:txBody>
      </p:sp>
      <p:sp>
        <p:nvSpPr>
          <p:cNvPr id="30" name="テキスト ボックス 29">
            <a:extLst>
              <a:ext uri="{FF2B5EF4-FFF2-40B4-BE49-F238E27FC236}">
                <a16:creationId xmlns:a16="http://schemas.microsoft.com/office/drawing/2014/main" id="{92FCE20F-0A8E-B0A0-70B1-7BF295A074F7}"/>
              </a:ext>
            </a:extLst>
          </p:cNvPr>
          <p:cNvSpPr txBox="1"/>
          <p:nvPr/>
        </p:nvSpPr>
        <p:spPr>
          <a:xfrm>
            <a:off x="2457235" y="5953872"/>
            <a:ext cx="7277530" cy="461665"/>
          </a:xfrm>
          <a:prstGeom prst="rect">
            <a:avLst/>
          </a:prstGeom>
          <a:noFill/>
        </p:spPr>
        <p:txBody>
          <a:bodyPr wrap="square" rtlCol="0">
            <a:spAutoFit/>
          </a:bodyPr>
          <a:lstStyle/>
          <a:p>
            <a:pPr algn="ctr"/>
            <a:r>
              <a:rPr lang="ja-JP" altLang="en-US" sz="2400" dirty="0">
                <a:solidFill>
                  <a:schemeClr val="bg1"/>
                </a:solidFill>
              </a:rPr>
              <a:t>「今後も開発を継続する意義がある」と言える</a:t>
            </a:r>
            <a:endParaRPr kumimoji="1" lang="ja-JP" altLang="en-US" sz="2400" dirty="0">
              <a:solidFill>
                <a:schemeClr val="bg1"/>
              </a:solidFill>
            </a:endParaRPr>
          </a:p>
        </p:txBody>
      </p:sp>
    </p:spTree>
    <p:extLst>
      <p:ext uri="{BB962C8B-B14F-4D97-AF65-F5344CB8AC3E}">
        <p14:creationId xmlns:p14="http://schemas.microsoft.com/office/powerpoint/2010/main" val="3977007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3000">
        <p159:morph option="byObject"/>
      </p:transition>
    </mc:Choice>
    <mc:Fallback xmlns="">
      <p:transition spd="slow" advClick="0" advTm="3000">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D4847-80A2-3F84-28D0-1060A6462741}"/>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58A05086-E691-5288-19B7-98FD5BAB5696}"/>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4B9DFA9C-A6AD-7295-2DCB-96200D217BDE}"/>
              </a:ext>
            </a:extLst>
          </p:cNvPr>
          <p:cNvSpPr/>
          <p:nvPr/>
        </p:nvSpPr>
        <p:spPr>
          <a:xfrm>
            <a:off x="3835373"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BA2CDAD4-D4E8-17B3-95AA-8FAE0DED7002}"/>
              </a:ext>
            </a:extLst>
          </p:cNvPr>
          <p:cNvSpPr/>
          <p:nvPr/>
        </p:nvSpPr>
        <p:spPr>
          <a:xfrm>
            <a:off x="5473852" y="2267959"/>
            <a:ext cx="4754880" cy="232998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600" dirty="0"/>
              <a:t>研究成果</a:t>
            </a:r>
            <a:endParaRPr kumimoji="1" lang="ja-JP" altLang="en-US" sz="6600" dirty="0"/>
          </a:p>
        </p:txBody>
      </p:sp>
      <p:sp>
        <p:nvSpPr>
          <p:cNvPr id="10" name="四角形: 角を丸くする 9">
            <a:extLst>
              <a:ext uri="{FF2B5EF4-FFF2-40B4-BE49-F238E27FC236}">
                <a16:creationId xmlns:a16="http://schemas.microsoft.com/office/drawing/2014/main" id="{9F6E0984-F509-A00D-02D1-F22566C8E2EA}"/>
              </a:ext>
            </a:extLst>
          </p:cNvPr>
          <p:cNvSpPr/>
          <p:nvPr/>
        </p:nvSpPr>
        <p:spPr>
          <a:xfrm>
            <a:off x="10503231"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結果と展望</a:t>
            </a:r>
          </a:p>
        </p:txBody>
      </p:sp>
      <p:sp>
        <p:nvSpPr>
          <p:cNvPr id="4" name="四角形: 角を丸くする 3">
            <a:extLst>
              <a:ext uri="{FF2B5EF4-FFF2-40B4-BE49-F238E27FC236}">
                <a16:creationId xmlns:a16="http://schemas.microsoft.com/office/drawing/2014/main" id="{E2138AB0-C8EF-A325-CC19-AB38DC78B754}"/>
              </a:ext>
            </a:extLst>
          </p:cNvPr>
          <p:cNvSpPr/>
          <p:nvPr/>
        </p:nvSpPr>
        <p:spPr>
          <a:xfrm>
            <a:off x="2088833"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3232270493"/>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0D203-0FAE-1F26-1751-05BAD31D91AF}"/>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BD238C5E-E577-9F5B-53AB-F521424E123B}"/>
              </a:ext>
            </a:extLst>
          </p:cNvPr>
          <p:cNvSpPr/>
          <p:nvPr/>
        </p:nvSpPr>
        <p:spPr>
          <a:xfrm>
            <a:off x="342293"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BA30E26A-97BE-95DE-8266-E4CC6E6BD69A}"/>
              </a:ext>
            </a:extLst>
          </p:cNvPr>
          <p:cNvSpPr/>
          <p:nvPr/>
        </p:nvSpPr>
        <p:spPr>
          <a:xfrm>
            <a:off x="3835373"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E66BA5FC-D74C-B308-0621-68B0A26882DA}"/>
              </a:ext>
            </a:extLst>
          </p:cNvPr>
          <p:cNvSpPr/>
          <p:nvPr/>
        </p:nvSpPr>
        <p:spPr>
          <a:xfrm>
            <a:off x="5581913" y="3094812"/>
            <a:ext cx="1363978"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692E6636-1F16-4F75-AABB-A2D9A138BEB5}"/>
              </a:ext>
            </a:extLst>
          </p:cNvPr>
          <p:cNvSpPr/>
          <p:nvPr/>
        </p:nvSpPr>
        <p:spPr>
          <a:xfrm>
            <a:off x="7177100" y="2264009"/>
            <a:ext cx="4754882" cy="2329982"/>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600" dirty="0"/>
              <a:t>結果と展望</a:t>
            </a:r>
          </a:p>
        </p:txBody>
      </p:sp>
      <p:sp>
        <p:nvSpPr>
          <p:cNvPr id="4" name="四角形: 角を丸くする 3">
            <a:extLst>
              <a:ext uri="{FF2B5EF4-FFF2-40B4-BE49-F238E27FC236}">
                <a16:creationId xmlns:a16="http://schemas.microsoft.com/office/drawing/2014/main" id="{4A2A3ECE-D4DF-EBE4-1151-2B142173CAE2}"/>
              </a:ext>
            </a:extLst>
          </p:cNvPr>
          <p:cNvSpPr/>
          <p:nvPr/>
        </p:nvSpPr>
        <p:spPr>
          <a:xfrm>
            <a:off x="2088833"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Tree>
    <p:extLst>
      <p:ext uri="{BB962C8B-B14F-4D97-AF65-F5344CB8AC3E}">
        <p14:creationId xmlns:p14="http://schemas.microsoft.com/office/powerpoint/2010/main" val="2484478393"/>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1BB6-23E0-9B81-E03A-76AF31F386D3}"/>
            </a:ext>
          </a:extLst>
        </p:cNvPr>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1FEC66D1-8376-B5E1-0C3B-F6AFDABD271B}"/>
              </a:ext>
            </a:extLst>
          </p:cNvPr>
          <p:cNvSpPr/>
          <p:nvPr/>
        </p:nvSpPr>
        <p:spPr>
          <a:xfrm>
            <a:off x="-6675727" y="309876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背景</a:t>
            </a:r>
            <a:endParaRPr kumimoji="1" lang="ja-JP" altLang="en-US" dirty="0"/>
          </a:p>
        </p:txBody>
      </p:sp>
      <p:sp>
        <p:nvSpPr>
          <p:cNvPr id="8" name="四角形: 角を丸くする 7">
            <a:extLst>
              <a:ext uri="{FF2B5EF4-FFF2-40B4-BE49-F238E27FC236}">
                <a16:creationId xmlns:a16="http://schemas.microsoft.com/office/drawing/2014/main" id="{166897A8-C99C-2A94-A806-45A1B0F81ADF}"/>
              </a:ext>
            </a:extLst>
          </p:cNvPr>
          <p:cNvSpPr/>
          <p:nvPr/>
        </p:nvSpPr>
        <p:spPr>
          <a:xfrm>
            <a:off x="-3182647" y="3094812"/>
            <a:ext cx="1363980"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システムの概要</a:t>
            </a:r>
            <a:endParaRPr kumimoji="1" lang="ja-JP" altLang="en-US" dirty="0"/>
          </a:p>
        </p:txBody>
      </p:sp>
      <p:sp>
        <p:nvSpPr>
          <p:cNvPr id="9" name="四角形: 角を丸くする 8">
            <a:extLst>
              <a:ext uri="{FF2B5EF4-FFF2-40B4-BE49-F238E27FC236}">
                <a16:creationId xmlns:a16="http://schemas.microsoft.com/office/drawing/2014/main" id="{3B4DDDA5-5BD0-51AF-F66F-3A788A2ED950}"/>
              </a:ext>
            </a:extLst>
          </p:cNvPr>
          <p:cNvSpPr/>
          <p:nvPr/>
        </p:nvSpPr>
        <p:spPr>
          <a:xfrm>
            <a:off x="-1436107" y="3094812"/>
            <a:ext cx="1363978" cy="668376"/>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研究成果</a:t>
            </a:r>
            <a:endParaRPr kumimoji="1" lang="ja-JP" altLang="en-US" dirty="0"/>
          </a:p>
        </p:txBody>
      </p:sp>
      <p:sp>
        <p:nvSpPr>
          <p:cNvPr id="10" name="四角形: 角を丸くする 9">
            <a:extLst>
              <a:ext uri="{FF2B5EF4-FFF2-40B4-BE49-F238E27FC236}">
                <a16:creationId xmlns:a16="http://schemas.microsoft.com/office/drawing/2014/main" id="{C352E56B-30BD-E4E6-316F-89042C89BB2E}"/>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4" name="四角形: 角を丸くする 3">
            <a:extLst>
              <a:ext uri="{FF2B5EF4-FFF2-40B4-BE49-F238E27FC236}">
                <a16:creationId xmlns:a16="http://schemas.microsoft.com/office/drawing/2014/main" id="{A020F560-9C4B-3BFB-AC96-FE30936B32A7}"/>
              </a:ext>
            </a:extLst>
          </p:cNvPr>
          <p:cNvSpPr/>
          <p:nvPr/>
        </p:nvSpPr>
        <p:spPr>
          <a:xfrm>
            <a:off x="-4929187" y="3094812"/>
            <a:ext cx="1363980" cy="668377"/>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研究手法</a:t>
            </a:r>
          </a:p>
        </p:txBody>
      </p:sp>
      <p:sp>
        <p:nvSpPr>
          <p:cNvPr id="3" name="テキスト ボックス 2">
            <a:extLst>
              <a:ext uri="{FF2B5EF4-FFF2-40B4-BE49-F238E27FC236}">
                <a16:creationId xmlns:a16="http://schemas.microsoft.com/office/drawing/2014/main" id="{D0CA063B-3E68-9DF2-2128-3231F74232B8}"/>
              </a:ext>
            </a:extLst>
          </p:cNvPr>
          <p:cNvSpPr txBox="1"/>
          <p:nvPr/>
        </p:nvSpPr>
        <p:spPr>
          <a:xfrm>
            <a:off x="6096679" y="3615590"/>
            <a:ext cx="5295900" cy="369332"/>
          </a:xfrm>
          <a:prstGeom prst="rect">
            <a:avLst/>
          </a:prstGeom>
          <a:noFill/>
        </p:spPr>
        <p:txBody>
          <a:bodyPr wrap="square" rtlCol="0">
            <a:spAutoFit/>
          </a:bodyPr>
          <a:lstStyle/>
          <a:p>
            <a:r>
              <a:rPr kumimoji="1" lang="ja-JP" altLang="en-US" dirty="0"/>
              <a:t>今後、より一層開発を進めていきたい</a:t>
            </a:r>
          </a:p>
        </p:txBody>
      </p:sp>
      <mc:AlternateContent xmlns:mc="http://schemas.openxmlformats.org/markup-compatibility/2006" xmlns:p14="http://schemas.microsoft.com/office/powerpoint/2010/main">
        <mc:Choice Requires="p14">
          <p:contentPart p14:bwMode="auto" r:id="rId3">
            <p14:nvContentPartPr>
              <p14:cNvPr id="14" name="インク 13">
                <a:extLst>
                  <a:ext uri="{FF2B5EF4-FFF2-40B4-BE49-F238E27FC236}">
                    <a16:creationId xmlns:a16="http://schemas.microsoft.com/office/drawing/2014/main" id="{025D0200-0A18-9C47-F0D9-257FA7C62996}"/>
                  </a:ext>
                </a:extLst>
              </p14:cNvPr>
              <p14:cNvContentPartPr/>
              <p14:nvPr/>
            </p14:nvContentPartPr>
            <p14:xfrm>
              <a:off x="1193790" y="-863660"/>
              <a:ext cx="360" cy="360"/>
            </p14:xfrm>
          </p:contentPart>
        </mc:Choice>
        <mc:Fallback xmlns="">
          <p:pic>
            <p:nvPicPr>
              <p:cNvPr id="14" name="インク 13">
                <a:extLst>
                  <a:ext uri="{FF2B5EF4-FFF2-40B4-BE49-F238E27FC236}">
                    <a16:creationId xmlns:a16="http://schemas.microsoft.com/office/drawing/2014/main" id="{025D0200-0A18-9C47-F0D9-257FA7C62996}"/>
                  </a:ext>
                </a:extLst>
              </p:cNvPr>
              <p:cNvPicPr/>
              <p:nvPr/>
            </p:nvPicPr>
            <p:blipFill>
              <a:blip r:embed="rId4"/>
              <a:stretch>
                <a:fillRect/>
              </a:stretch>
            </p:blipFill>
            <p:spPr>
              <a:xfrm>
                <a:off x="1184790" y="-8726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2" name="インク 141">
                <a:extLst>
                  <a:ext uri="{FF2B5EF4-FFF2-40B4-BE49-F238E27FC236}">
                    <a16:creationId xmlns:a16="http://schemas.microsoft.com/office/drawing/2014/main" id="{E2A048BD-1362-1A46-2892-C40F0F579F3A}"/>
                  </a:ext>
                </a:extLst>
              </p14:cNvPr>
              <p14:cNvContentPartPr/>
              <p14:nvPr/>
            </p14:nvContentPartPr>
            <p14:xfrm>
              <a:off x="-35250" y="-1425620"/>
              <a:ext cx="7200" cy="8280"/>
            </p14:xfrm>
          </p:contentPart>
        </mc:Choice>
        <mc:Fallback xmlns="">
          <p:pic>
            <p:nvPicPr>
              <p:cNvPr id="142" name="インク 141">
                <a:extLst>
                  <a:ext uri="{FF2B5EF4-FFF2-40B4-BE49-F238E27FC236}">
                    <a16:creationId xmlns:a16="http://schemas.microsoft.com/office/drawing/2014/main" id="{E2A048BD-1362-1A46-2892-C40F0F579F3A}"/>
                  </a:ext>
                </a:extLst>
              </p:cNvPr>
              <p:cNvPicPr/>
              <p:nvPr/>
            </p:nvPicPr>
            <p:blipFill>
              <a:blip r:embed="rId6"/>
              <a:stretch>
                <a:fillRect/>
              </a:stretch>
            </p:blipFill>
            <p:spPr>
              <a:xfrm>
                <a:off x="-43890" y="-1434260"/>
                <a:ext cx="24840" cy="25920"/>
              </a:xfrm>
              <a:prstGeom prst="rect">
                <a:avLst/>
              </a:prstGeom>
            </p:spPr>
          </p:pic>
        </mc:Fallback>
      </mc:AlternateContent>
    </p:spTree>
    <p:extLst>
      <p:ext uri="{BB962C8B-B14F-4D97-AF65-F5344CB8AC3E}">
        <p14:creationId xmlns:p14="http://schemas.microsoft.com/office/powerpoint/2010/main" val="39288806"/>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0DCD-B1D6-7FF2-4C65-1DB92EB201D3}"/>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16D8F218-AAEC-E000-BB38-6F081868BB95}"/>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187" name="テキスト ボックス 186">
            <a:extLst>
              <a:ext uri="{FF2B5EF4-FFF2-40B4-BE49-F238E27FC236}">
                <a16:creationId xmlns:a16="http://schemas.microsoft.com/office/drawing/2014/main" id="{1F6F4B09-5286-E254-DDAA-809F701A4099}"/>
              </a:ext>
            </a:extLst>
          </p:cNvPr>
          <p:cNvSpPr txBox="1"/>
          <p:nvPr/>
        </p:nvSpPr>
        <p:spPr>
          <a:xfrm>
            <a:off x="5438775" y="307634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188" name="テキスト ボックス 187">
            <a:extLst>
              <a:ext uri="{FF2B5EF4-FFF2-40B4-BE49-F238E27FC236}">
                <a16:creationId xmlns:a16="http://schemas.microsoft.com/office/drawing/2014/main" id="{AD0C0A1E-1AD5-65FF-DD62-C954B0AF8EB8}"/>
              </a:ext>
            </a:extLst>
          </p:cNvPr>
          <p:cNvSpPr txBox="1"/>
          <p:nvPr/>
        </p:nvSpPr>
        <p:spPr>
          <a:xfrm>
            <a:off x="1884362" y="4371201"/>
            <a:ext cx="8423275" cy="646331"/>
          </a:xfrm>
          <a:prstGeom prst="rect">
            <a:avLst/>
          </a:prstGeom>
          <a:noFill/>
        </p:spPr>
        <p:txBody>
          <a:bodyPr wrap="square" rtlCol="0">
            <a:spAutoFit/>
          </a:bodyPr>
          <a:lstStyle/>
          <a:p>
            <a:pPr algn="r"/>
            <a:r>
              <a:rPr kumimoji="1" lang="en-US" altLang="ja-JP" dirty="0">
                <a:noFill/>
              </a:rPr>
              <a:t>｢</a:t>
            </a:r>
            <a:r>
              <a:rPr kumimoji="1" lang="ja-JP" altLang="en-US" dirty="0">
                <a:noFill/>
              </a:rPr>
              <a:t>ポスター検索システムがあれば探究の授業が円滑に行えたか</a:t>
            </a:r>
            <a:r>
              <a:rPr kumimoji="1" lang="en-US" altLang="ja-JP" dirty="0">
                <a:noFill/>
              </a:rPr>
              <a:t>｣</a:t>
            </a:r>
            <a:r>
              <a:rPr kumimoji="1" lang="ja-JP" altLang="en-US" dirty="0">
                <a:noFill/>
              </a:rPr>
              <a:t>の質問において、</a:t>
            </a:r>
            <a:endParaRPr kumimoji="1" lang="en-US" altLang="ja-JP" dirty="0">
              <a:noFill/>
            </a:endParaRPr>
          </a:p>
          <a:p>
            <a:pPr algn="r"/>
            <a:r>
              <a:rPr lang="ja-JP" altLang="en-US" dirty="0">
                <a:noFill/>
              </a:rPr>
              <a:t>肯定的な回答が</a:t>
            </a:r>
            <a:r>
              <a:rPr lang="en-US" altLang="ja-JP" dirty="0">
                <a:noFill/>
              </a:rPr>
              <a:t>80%</a:t>
            </a:r>
            <a:r>
              <a:rPr lang="ja-JP" altLang="en-US" dirty="0">
                <a:noFill/>
              </a:rPr>
              <a:t>を超えているので、</a:t>
            </a:r>
            <a:endParaRPr kumimoji="1" lang="ja-JP" altLang="en-US" dirty="0">
              <a:noFill/>
            </a:endParaRPr>
          </a:p>
        </p:txBody>
      </p:sp>
    </p:spTree>
    <p:extLst>
      <p:ext uri="{BB962C8B-B14F-4D97-AF65-F5344CB8AC3E}">
        <p14:creationId xmlns:p14="http://schemas.microsoft.com/office/powerpoint/2010/main" val="606996788"/>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AE98-B7B2-E0B6-09A7-C8CBB074F583}"/>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E6211596-E017-6C39-627E-EF2D662DC3D1}"/>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3" name="テキスト ボックス 2">
            <a:extLst>
              <a:ext uri="{FF2B5EF4-FFF2-40B4-BE49-F238E27FC236}">
                <a16:creationId xmlns:a16="http://schemas.microsoft.com/office/drawing/2014/main" id="{362FB940-FD06-7811-6288-ADA2C855CCA0}"/>
              </a:ext>
            </a:extLst>
          </p:cNvPr>
          <p:cNvSpPr txBox="1"/>
          <p:nvPr/>
        </p:nvSpPr>
        <p:spPr>
          <a:xfrm>
            <a:off x="5438775" y="181269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4" name="テキスト ボックス 3">
            <a:extLst>
              <a:ext uri="{FF2B5EF4-FFF2-40B4-BE49-F238E27FC236}">
                <a16:creationId xmlns:a16="http://schemas.microsoft.com/office/drawing/2014/main" id="{CFCFE445-F6AC-17E2-F402-96A12FEF4E34}"/>
              </a:ext>
            </a:extLst>
          </p:cNvPr>
          <p:cNvSpPr txBox="1"/>
          <p:nvPr/>
        </p:nvSpPr>
        <p:spPr>
          <a:xfrm>
            <a:off x="1884362" y="3107551"/>
            <a:ext cx="8423275" cy="646331"/>
          </a:xfrm>
          <a:prstGeom prst="rect">
            <a:avLst/>
          </a:prstGeom>
          <a:noFill/>
        </p:spPr>
        <p:txBody>
          <a:bodyPr wrap="square" rtlCol="0">
            <a:spAutoFit/>
          </a:bodyPr>
          <a:lstStyle/>
          <a:p>
            <a:pPr algn="r"/>
            <a:r>
              <a:rPr kumimoji="1" lang="en-US" altLang="ja-JP" dirty="0">
                <a:solidFill>
                  <a:schemeClr val="bg1"/>
                </a:solidFill>
              </a:rPr>
              <a:t>｢</a:t>
            </a:r>
            <a:r>
              <a:rPr kumimoji="1" lang="ja-JP" altLang="en-US" dirty="0">
                <a:solidFill>
                  <a:schemeClr val="bg1"/>
                </a:solidFill>
              </a:rPr>
              <a:t>ポスター検索システムがあれば探究の授業が円滑に行えたか</a:t>
            </a:r>
            <a:r>
              <a:rPr kumimoji="1" lang="en-US" altLang="ja-JP" dirty="0">
                <a:solidFill>
                  <a:schemeClr val="bg1"/>
                </a:solidFill>
              </a:rPr>
              <a:t>｣</a:t>
            </a:r>
            <a:r>
              <a:rPr kumimoji="1" lang="ja-JP" altLang="en-US" dirty="0">
                <a:solidFill>
                  <a:schemeClr val="bg1"/>
                </a:solidFill>
              </a:rPr>
              <a:t>の質問において、</a:t>
            </a:r>
            <a:endParaRPr kumimoji="1" lang="en-US" altLang="ja-JP" dirty="0">
              <a:solidFill>
                <a:schemeClr val="bg1"/>
              </a:solidFill>
            </a:endParaRPr>
          </a:p>
          <a:p>
            <a:pPr algn="r"/>
            <a:r>
              <a:rPr lang="ja-JP" altLang="en-US" dirty="0">
                <a:solidFill>
                  <a:schemeClr val="bg1"/>
                </a:solidFill>
              </a:rPr>
              <a:t>肯定的な回答が</a:t>
            </a:r>
            <a:r>
              <a:rPr lang="en-US" altLang="ja-JP" dirty="0">
                <a:solidFill>
                  <a:schemeClr val="bg1"/>
                </a:solidFill>
              </a:rPr>
              <a:t>80%</a:t>
            </a:r>
            <a:r>
              <a:rPr lang="ja-JP" altLang="en-US" dirty="0">
                <a:solidFill>
                  <a:schemeClr val="bg1"/>
                </a:solidFill>
              </a:rPr>
              <a:t>を超えているので、</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69F1A6C0-61B5-F9D0-0580-9DE2B99176E5}"/>
              </a:ext>
            </a:extLst>
          </p:cNvPr>
          <p:cNvSpPr txBox="1"/>
          <p:nvPr/>
        </p:nvSpPr>
        <p:spPr>
          <a:xfrm>
            <a:off x="-99060" y="4147234"/>
            <a:ext cx="12430760" cy="2554545"/>
          </a:xfrm>
          <a:prstGeom prst="rect">
            <a:avLst/>
          </a:prstGeom>
          <a:noFill/>
        </p:spPr>
        <p:txBody>
          <a:bodyPr wrap="square" rtlCol="0">
            <a:spAutoFit/>
          </a:bodyPr>
          <a:lstStyle/>
          <a:p>
            <a:pPr algn="ctr"/>
            <a:r>
              <a:rPr kumimoji="1" lang="ja-JP" altLang="en-US" sz="8000" b="1" dirty="0">
                <a:noFill/>
              </a:rPr>
              <a:t>探究の授業が円滑になった</a:t>
            </a:r>
            <a:r>
              <a:rPr kumimoji="1" lang="ja-JP" altLang="en-US" sz="4000" dirty="0">
                <a:noFill/>
              </a:rPr>
              <a:t>と</a:t>
            </a:r>
            <a:r>
              <a:rPr kumimoji="1" lang="ja-JP" altLang="en-US" sz="8000" dirty="0">
                <a:noFill/>
              </a:rPr>
              <a:t>言える</a:t>
            </a:r>
          </a:p>
        </p:txBody>
      </p:sp>
    </p:spTree>
    <p:extLst>
      <p:ext uri="{BB962C8B-B14F-4D97-AF65-F5344CB8AC3E}">
        <p14:creationId xmlns:p14="http://schemas.microsoft.com/office/powerpoint/2010/main" val="3806941927"/>
      </p:ext>
    </p:extLst>
  </p:cSld>
  <p:clrMapOvr>
    <a:masterClrMapping/>
  </p:clrMapOvr>
  <mc:AlternateContent xmlns:mc="http://schemas.openxmlformats.org/markup-compatibility/2006" xmlns:p159="http://schemas.microsoft.com/office/powerpoint/2015/09/main">
    <mc:Choice Requires="p159">
      <p:transition spd="slow" advClick="0" advTm="3000">
        <p159:morph option="byObject"/>
      </p:transition>
    </mc:Choice>
    <mc:Fallback xmlns="">
      <p:transition spd="slow" advClick="0" advTm="300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7DECB-524A-E25F-17DA-3D1ED71F47D0}"/>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75FC535F-F00D-9DA3-B22C-04E5050FFB14}"/>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513" name="テキスト ボックス 512">
            <a:extLst>
              <a:ext uri="{FF2B5EF4-FFF2-40B4-BE49-F238E27FC236}">
                <a16:creationId xmlns:a16="http://schemas.microsoft.com/office/drawing/2014/main" id="{852DE4AD-233C-A3A2-3AB1-82BC29998E7F}"/>
              </a:ext>
            </a:extLst>
          </p:cNvPr>
          <p:cNvSpPr txBox="1"/>
          <p:nvPr/>
        </p:nvSpPr>
        <p:spPr>
          <a:xfrm>
            <a:off x="5438775" y="44109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514" name="テキスト ボックス 513">
            <a:extLst>
              <a:ext uri="{FF2B5EF4-FFF2-40B4-BE49-F238E27FC236}">
                <a16:creationId xmlns:a16="http://schemas.microsoft.com/office/drawing/2014/main" id="{8FEF76B4-E38C-D9D8-4FFF-6DD6AE72EAF5}"/>
              </a:ext>
            </a:extLst>
          </p:cNvPr>
          <p:cNvSpPr txBox="1"/>
          <p:nvPr/>
        </p:nvSpPr>
        <p:spPr>
          <a:xfrm>
            <a:off x="1884362" y="1735951"/>
            <a:ext cx="8423275" cy="646331"/>
          </a:xfrm>
          <a:prstGeom prst="rect">
            <a:avLst/>
          </a:prstGeom>
          <a:noFill/>
        </p:spPr>
        <p:txBody>
          <a:bodyPr wrap="square" rtlCol="0">
            <a:spAutoFit/>
          </a:bodyPr>
          <a:lstStyle/>
          <a:p>
            <a:pPr algn="r"/>
            <a:r>
              <a:rPr kumimoji="1" lang="en-US" altLang="ja-JP" dirty="0">
                <a:solidFill>
                  <a:schemeClr val="bg1"/>
                </a:solidFill>
              </a:rPr>
              <a:t>｢</a:t>
            </a:r>
            <a:r>
              <a:rPr kumimoji="1" lang="ja-JP" altLang="en-US" dirty="0">
                <a:solidFill>
                  <a:schemeClr val="bg1"/>
                </a:solidFill>
              </a:rPr>
              <a:t>ポスター検索システムがあれば探究の授業が円滑に行えたか</a:t>
            </a:r>
            <a:r>
              <a:rPr kumimoji="1" lang="en-US" altLang="ja-JP" dirty="0">
                <a:solidFill>
                  <a:schemeClr val="bg1"/>
                </a:solidFill>
              </a:rPr>
              <a:t>｣</a:t>
            </a:r>
            <a:r>
              <a:rPr kumimoji="1" lang="ja-JP" altLang="en-US" dirty="0">
                <a:solidFill>
                  <a:schemeClr val="bg1"/>
                </a:solidFill>
              </a:rPr>
              <a:t>の質問において、</a:t>
            </a:r>
            <a:endParaRPr kumimoji="1" lang="en-US" altLang="ja-JP" dirty="0">
              <a:solidFill>
                <a:schemeClr val="bg1"/>
              </a:solidFill>
            </a:endParaRPr>
          </a:p>
          <a:p>
            <a:pPr algn="r"/>
            <a:r>
              <a:rPr lang="ja-JP" altLang="en-US" dirty="0">
                <a:solidFill>
                  <a:schemeClr val="bg1"/>
                </a:solidFill>
              </a:rPr>
              <a:t>肯定的な回答が</a:t>
            </a:r>
            <a:r>
              <a:rPr lang="en-US" altLang="ja-JP" dirty="0">
                <a:solidFill>
                  <a:schemeClr val="bg1"/>
                </a:solidFill>
              </a:rPr>
              <a:t>80%</a:t>
            </a:r>
            <a:r>
              <a:rPr lang="ja-JP" altLang="en-US" dirty="0">
                <a:solidFill>
                  <a:schemeClr val="bg1"/>
                </a:solidFill>
              </a:rPr>
              <a:t>を超えているので、</a:t>
            </a:r>
            <a:endParaRPr kumimoji="1" lang="ja-JP" altLang="en-US" dirty="0">
              <a:solidFill>
                <a:schemeClr val="bg1"/>
              </a:solidFill>
            </a:endParaRPr>
          </a:p>
        </p:txBody>
      </p:sp>
      <p:sp>
        <p:nvSpPr>
          <p:cNvPr id="515" name="テキスト ボックス 514">
            <a:extLst>
              <a:ext uri="{FF2B5EF4-FFF2-40B4-BE49-F238E27FC236}">
                <a16:creationId xmlns:a16="http://schemas.microsoft.com/office/drawing/2014/main" id="{9CA1B021-CFFF-AB8C-7ADD-F7E87C89C387}"/>
              </a:ext>
            </a:extLst>
          </p:cNvPr>
          <p:cNvSpPr txBox="1"/>
          <p:nvPr/>
        </p:nvSpPr>
        <p:spPr>
          <a:xfrm>
            <a:off x="-99060" y="2775634"/>
            <a:ext cx="12430760" cy="2554545"/>
          </a:xfrm>
          <a:prstGeom prst="rect">
            <a:avLst/>
          </a:prstGeom>
          <a:noFill/>
        </p:spPr>
        <p:txBody>
          <a:bodyPr wrap="square" rtlCol="0">
            <a:spAutoFit/>
          </a:bodyPr>
          <a:lstStyle/>
          <a:p>
            <a:pPr algn="ctr"/>
            <a:r>
              <a:rPr kumimoji="1" lang="ja-JP" altLang="en-US" sz="8000" b="1" dirty="0">
                <a:solidFill>
                  <a:schemeClr val="bg1"/>
                </a:solidFill>
              </a:rPr>
              <a:t>探究の授業が円滑になった</a:t>
            </a:r>
            <a:r>
              <a:rPr kumimoji="1" lang="ja-JP" altLang="en-US" sz="4000" dirty="0">
                <a:solidFill>
                  <a:schemeClr val="bg1"/>
                </a:solidFill>
              </a:rPr>
              <a:t>と</a:t>
            </a:r>
            <a:r>
              <a:rPr kumimoji="1" lang="ja-JP" altLang="en-US" sz="8000" dirty="0">
                <a:solidFill>
                  <a:schemeClr val="bg1"/>
                </a:solidFill>
              </a:rPr>
              <a:t>言える</a:t>
            </a:r>
          </a:p>
        </p:txBody>
      </p:sp>
      <p:sp>
        <p:nvSpPr>
          <p:cNvPr id="2" name="テキスト ボックス 1">
            <a:extLst>
              <a:ext uri="{FF2B5EF4-FFF2-40B4-BE49-F238E27FC236}">
                <a16:creationId xmlns:a16="http://schemas.microsoft.com/office/drawing/2014/main" id="{589D1021-A652-852F-390A-F2FCDA29C328}"/>
              </a:ext>
            </a:extLst>
          </p:cNvPr>
          <p:cNvSpPr txBox="1"/>
          <p:nvPr/>
        </p:nvSpPr>
        <p:spPr>
          <a:xfrm>
            <a:off x="-10283496" y="3246258"/>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01BC1B2C-5308-FD14-F2E3-D7E593C62D79}"/>
              </a:ext>
            </a:extLst>
          </p:cNvPr>
          <p:cNvSpPr txBox="1"/>
          <p:nvPr/>
        </p:nvSpPr>
        <p:spPr>
          <a:xfrm>
            <a:off x="-8306300" y="4877686"/>
            <a:ext cx="6096000" cy="369332"/>
          </a:xfrm>
          <a:prstGeom prst="rect">
            <a:avLst/>
          </a:prstGeom>
          <a:noFill/>
        </p:spPr>
        <p:txBody>
          <a:bodyPr wrap="square" rtlCol="0">
            <a:spAutoFit/>
          </a:bodyPr>
          <a:lstStyle/>
          <a:p>
            <a:pPr algn="ctr"/>
            <a:r>
              <a:rPr lang="en-US" altLang="ja-JP" dirty="0">
                <a:solidFill>
                  <a:schemeClr val="bg1"/>
                </a:solidFill>
              </a:rPr>
              <a:t>17</a:t>
            </a:r>
            <a:r>
              <a:rPr lang="ja-JP" altLang="en-US" dirty="0">
                <a:solidFill>
                  <a:schemeClr val="bg1"/>
                </a:solidFill>
              </a:rPr>
              <a:t>件しか集められなかったが、</a:t>
            </a:r>
            <a:r>
              <a:rPr lang="en-US" altLang="ja-JP" dirty="0">
                <a:solidFill>
                  <a:schemeClr val="bg1"/>
                </a:solidFill>
              </a:rPr>
              <a:t>100</a:t>
            </a:r>
            <a:r>
              <a:rPr lang="ja-JP" altLang="en-US" dirty="0">
                <a:solidFill>
                  <a:schemeClr val="bg1"/>
                </a:solidFill>
              </a:rPr>
              <a:t>件くらい集めたい</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482B6B61-68B1-55D4-CAAE-1F82FBCAECCD}"/>
              </a:ext>
            </a:extLst>
          </p:cNvPr>
          <p:cNvSpPr txBox="1"/>
          <p:nvPr/>
        </p:nvSpPr>
        <p:spPr>
          <a:xfrm>
            <a:off x="-4983480" y="3243763"/>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5" name="テキスト ボックス 4">
            <a:extLst>
              <a:ext uri="{FF2B5EF4-FFF2-40B4-BE49-F238E27FC236}">
                <a16:creationId xmlns:a16="http://schemas.microsoft.com/office/drawing/2014/main" id="{E62C810D-AFB5-1520-3805-9D870BAB6C6C}"/>
              </a:ext>
            </a:extLst>
          </p:cNvPr>
          <p:cNvSpPr txBox="1"/>
          <p:nvPr/>
        </p:nvSpPr>
        <p:spPr>
          <a:xfrm>
            <a:off x="8450759" y="5723531"/>
            <a:ext cx="8423275" cy="369332"/>
          </a:xfrm>
          <a:prstGeom prst="rect">
            <a:avLst/>
          </a:prstGeom>
          <a:noFill/>
        </p:spPr>
        <p:txBody>
          <a:bodyPr wrap="square" rtlCol="0">
            <a:spAutoFit/>
          </a:bodyPr>
          <a:lstStyle/>
          <a:p>
            <a:pPr algn="r"/>
            <a:r>
              <a:rPr kumimoji="1" lang="ja-JP" altLang="en-US" dirty="0">
                <a:solidFill>
                  <a:schemeClr val="bg1"/>
                </a:solidFill>
              </a:rPr>
              <a:t>ただ、</a:t>
            </a:r>
            <a:r>
              <a:rPr kumimoji="1" lang="en-US" altLang="ja-JP" dirty="0">
                <a:solidFill>
                  <a:schemeClr val="bg1"/>
                </a:solidFill>
              </a:rPr>
              <a:t>80%</a:t>
            </a:r>
            <a:r>
              <a:rPr kumimoji="1" lang="ja-JP" altLang="en-US" dirty="0">
                <a:solidFill>
                  <a:schemeClr val="bg1"/>
                </a:solidFill>
              </a:rPr>
              <a:t>で本当に言い切れるのかは未検証</a:t>
            </a:r>
          </a:p>
        </p:txBody>
      </p:sp>
    </p:spTree>
    <p:extLst>
      <p:ext uri="{BB962C8B-B14F-4D97-AF65-F5344CB8AC3E}">
        <p14:creationId xmlns:p14="http://schemas.microsoft.com/office/powerpoint/2010/main" val="1484076724"/>
      </p:ext>
    </p:extLst>
  </p:cSld>
  <p:clrMapOvr>
    <a:masterClrMapping/>
  </p:clrMapOvr>
  <mc:AlternateContent xmlns:mc="http://schemas.openxmlformats.org/markup-compatibility/2006" xmlns:p159="http://schemas.microsoft.com/office/powerpoint/2015/09/main">
    <mc:Choice Requires="p159">
      <p:transition spd="slow" advClick="0" advTm="3000">
        <p159:morph option="byObject"/>
      </p:transition>
    </mc:Choice>
    <mc:Fallback xmlns="">
      <p:transition spd="slow" advClick="0" advTm="3000">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B7FC-92EF-B567-92AE-E4B62FDB1265}"/>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3B7DF301-543A-CDB5-C749-2A575C0AC475}"/>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C39538F2-53D3-2B9D-8EA7-66E86792BD4C}"/>
              </a:ext>
            </a:extLst>
          </p:cNvPr>
          <p:cNvSpPr txBox="1"/>
          <p:nvPr/>
        </p:nvSpPr>
        <p:spPr>
          <a:xfrm>
            <a:off x="795984" y="3246258"/>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1" name="テキスト ボックス 10">
            <a:extLst>
              <a:ext uri="{FF2B5EF4-FFF2-40B4-BE49-F238E27FC236}">
                <a16:creationId xmlns:a16="http://schemas.microsoft.com/office/drawing/2014/main" id="{C5C6D17E-9FC7-A7A7-051B-94C8DA1D6398}"/>
              </a:ext>
            </a:extLst>
          </p:cNvPr>
          <p:cNvSpPr txBox="1"/>
          <p:nvPr/>
        </p:nvSpPr>
        <p:spPr>
          <a:xfrm>
            <a:off x="2773180" y="4877686"/>
            <a:ext cx="6096000" cy="369332"/>
          </a:xfrm>
          <a:prstGeom prst="rect">
            <a:avLst/>
          </a:prstGeom>
          <a:noFill/>
        </p:spPr>
        <p:txBody>
          <a:bodyPr wrap="square" rtlCol="0">
            <a:spAutoFit/>
          </a:bodyPr>
          <a:lstStyle/>
          <a:p>
            <a:pPr algn="ctr"/>
            <a:r>
              <a:rPr lang="en-US" altLang="ja-JP" dirty="0">
                <a:solidFill>
                  <a:schemeClr val="bg1"/>
                </a:solidFill>
              </a:rPr>
              <a:t>17</a:t>
            </a:r>
            <a:r>
              <a:rPr lang="ja-JP" altLang="en-US" dirty="0">
                <a:solidFill>
                  <a:schemeClr val="bg1"/>
                </a:solidFill>
              </a:rPr>
              <a:t>件しか集められなかったが、</a:t>
            </a:r>
            <a:r>
              <a:rPr lang="en-US" altLang="ja-JP" dirty="0">
                <a:solidFill>
                  <a:schemeClr val="bg1"/>
                </a:solidFill>
              </a:rPr>
              <a:t>100</a:t>
            </a:r>
            <a:r>
              <a:rPr lang="ja-JP" altLang="en-US" dirty="0">
                <a:solidFill>
                  <a:schemeClr val="bg1"/>
                </a:solidFill>
              </a:rPr>
              <a:t>件くらい集めたい</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FF1121F7-E4F7-7787-F1DD-25E5928518D3}"/>
              </a:ext>
            </a:extLst>
          </p:cNvPr>
          <p:cNvSpPr txBox="1"/>
          <p:nvPr/>
        </p:nvSpPr>
        <p:spPr>
          <a:xfrm>
            <a:off x="6096000" y="3243763"/>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18" name="テキスト ボックス 17">
            <a:extLst>
              <a:ext uri="{FF2B5EF4-FFF2-40B4-BE49-F238E27FC236}">
                <a16:creationId xmlns:a16="http://schemas.microsoft.com/office/drawing/2014/main" id="{8CE53402-CD0E-9FC3-A896-BC71ED2842C3}"/>
              </a:ext>
            </a:extLst>
          </p:cNvPr>
          <p:cNvSpPr txBox="1"/>
          <p:nvPr/>
        </p:nvSpPr>
        <p:spPr>
          <a:xfrm>
            <a:off x="-10557816" y="2891488"/>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5F4AD6E6-19DB-BC3D-3481-BECB46FDC3A2}"/>
              </a:ext>
            </a:extLst>
          </p:cNvPr>
          <p:cNvSpPr txBox="1"/>
          <p:nvPr/>
        </p:nvSpPr>
        <p:spPr>
          <a:xfrm>
            <a:off x="-5254420" y="3246258"/>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20" name="テキスト ボックス 19">
            <a:extLst>
              <a:ext uri="{FF2B5EF4-FFF2-40B4-BE49-F238E27FC236}">
                <a16:creationId xmlns:a16="http://schemas.microsoft.com/office/drawing/2014/main" id="{E8E056FF-6FA7-0E6E-DCF9-692BDE9AA3F3}"/>
              </a:ext>
            </a:extLst>
          </p:cNvPr>
          <p:cNvSpPr txBox="1"/>
          <p:nvPr/>
        </p:nvSpPr>
        <p:spPr>
          <a:xfrm>
            <a:off x="-11039253" y="3260820"/>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21" name="テキスト ボックス 20">
            <a:extLst>
              <a:ext uri="{FF2B5EF4-FFF2-40B4-BE49-F238E27FC236}">
                <a16:creationId xmlns:a16="http://schemas.microsoft.com/office/drawing/2014/main" id="{F2D0C31A-A4F6-FF1D-85CB-00F1C13D24F1}"/>
              </a:ext>
            </a:extLst>
          </p:cNvPr>
          <p:cNvSpPr txBox="1"/>
          <p:nvPr/>
        </p:nvSpPr>
        <p:spPr>
          <a:xfrm>
            <a:off x="-8750756" y="4691016"/>
            <a:ext cx="6995658" cy="646331"/>
          </a:xfrm>
          <a:prstGeom prst="rect">
            <a:avLst/>
          </a:prstGeom>
          <a:noFill/>
        </p:spPr>
        <p:txBody>
          <a:bodyPr wrap="square" rtlCol="0">
            <a:spAutoFit/>
          </a:bodyPr>
          <a:lstStyle/>
          <a:p>
            <a:pPr algn="ctr"/>
            <a:r>
              <a:rPr kumimoji="1" lang="ja-JP" altLang="en-US" dirty="0">
                <a:solidFill>
                  <a:schemeClr val="bg1"/>
                </a:solidFill>
              </a:rPr>
              <a:t>ポスター検索システムを使った授業と使ってない授業を行い、</a:t>
            </a:r>
            <a:endParaRPr kumimoji="1" lang="en-US" altLang="ja-JP" dirty="0">
              <a:solidFill>
                <a:schemeClr val="bg1"/>
              </a:solidFill>
            </a:endParaRPr>
          </a:p>
          <a:p>
            <a:pPr algn="ctr"/>
            <a:r>
              <a:rPr kumimoji="1" lang="ja-JP" altLang="en-US" dirty="0">
                <a:solidFill>
                  <a:schemeClr val="bg1"/>
                </a:solidFill>
              </a:rPr>
              <a:t>同じ作業をするのにかかった時間を比較するなど</a:t>
            </a:r>
          </a:p>
        </p:txBody>
      </p:sp>
      <p:sp>
        <p:nvSpPr>
          <p:cNvPr id="24" name="テキスト ボックス 23">
            <a:extLst>
              <a:ext uri="{FF2B5EF4-FFF2-40B4-BE49-F238E27FC236}">
                <a16:creationId xmlns:a16="http://schemas.microsoft.com/office/drawing/2014/main" id="{71FCDF9F-DDC2-4E35-F09C-3A646CE35EA7}"/>
              </a:ext>
            </a:extLst>
          </p:cNvPr>
          <p:cNvSpPr txBox="1"/>
          <p:nvPr/>
        </p:nvSpPr>
        <p:spPr>
          <a:xfrm>
            <a:off x="5438775" y="-4880210"/>
            <a:ext cx="1314450" cy="707886"/>
          </a:xfrm>
          <a:prstGeom prst="rect">
            <a:avLst/>
          </a:prstGeom>
          <a:noFill/>
        </p:spPr>
        <p:txBody>
          <a:bodyPr wrap="square" rtlCol="0" anchor="ctr">
            <a:spAutoFit/>
          </a:bodyPr>
          <a:lstStyle/>
          <a:p>
            <a:pPr algn="ctr"/>
            <a:r>
              <a:rPr kumimoji="1" lang="ja-JP" altLang="en-US" sz="4000" dirty="0">
                <a:solidFill>
                  <a:schemeClr val="bg1"/>
                </a:solidFill>
              </a:rPr>
              <a:t>結論</a:t>
            </a:r>
          </a:p>
        </p:txBody>
      </p:sp>
      <p:sp>
        <p:nvSpPr>
          <p:cNvPr id="25" name="テキスト ボックス 24">
            <a:extLst>
              <a:ext uri="{FF2B5EF4-FFF2-40B4-BE49-F238E27FC236}">
                <a16:creationId xmlns:a16="http://schemas.microsoft.com/office/drawing/2014/main" id="{D8F78FCC-315F-3308-3B63-2C630A04975C}"/>
              </a:ext>
            </a:extLst>
          </p:cNvPr>
          <p:cNvSpPr txBox="1"/>
          <p:nvPr/>
        </p:nvSpPr>
        <p:spPr>
          <a:xfrm>
            <a:off x="1884362" y="-3585349"/>
            <a:ext cx="8423275" cy="646331"/>
          </a:xfrm>
          <a:prstGeom prst="rect">
            <a:avLst/>
          </a:prstGeom>
          <a:noFill/>
        </p:spPr>
        <p:txBody>
          <a:bodyPr wrap="square" rtlCol="0">
            <a:spAutoFit/>
          </a:bodyPr>
          <a:lstStyle/>
          <a:p>
            <a:pPr algn="r"/>
            <a:r>
              <a:rPr kumimoji="1" lang="en-US" altLang="ja-JP" dirty="0">
                <a:solidFill>
                  <a:schemeClr val="bg1"/>
                </a:solidFill>
              </a:rPr>
              <a:t>｢</a:t>
            </a:r>
            <a:r>
              <a:rPr kumimoji="1" lang="ja-JP" altLang="en-US" dirty="0">
                <a:solidFill>
                  <a:schemeClr val="bg1"/>
                </a:solidFill>
              </a:rPr>
              <a:t>ポスター検索システムがあれば探究の授業が円滑に行えたか</a:t>
            </a:r>
            <a:r>
              <a:rPr kumimoji="1" lang="en-US" altLang="ja-JP" dirty="0">
                <a:solidFill>
                  <a:schemeClr val="bg1"/>
                </a:solidFill>
              </a:rPr>
              <a:t>｣</a:t>
            </a:r>
            <a:r>
              <a:rPr kumimoji="1" lang="ja-JP" altLang="en-US" dirty="0">
                <a:solidFill>
                  <a:schemeClr val="bg1"/>
                </a:solidFill>
              </a:rPr>
              <a:t>の質問において、</a:t>
            </a:r>
            <a:endParaRPr kumimoji="1" lang="en-US" altLang="ja-JP" dirty="0">
              <a:solidFill>
                <a:schemeClr val="bg1"/>
              </a:solidFill>
            </a:endParaRPr>
          </a:p>
          <a:p>
            <a:pPr algn="r"/>
            <a:r>
              <a:rPr lang="ja-JP" altLang="en-US" dirty="0">
                <a:solidFill>
                  <a:schemeClr val="bg1"/>
                </a:solidFill>
              </a:rPr>
              <a:t>肯定的な回答が</a:t>
            </a:r>
            <a:r>
              <a:rPr lang="en-US" altLang="ja-JP" dirty="0">
                <a:solidFill>
                  <a:schemeClr val="bg1"/>
                </a:solidFill>
              </a:rPr>
              <a:t>80%</a:t>
            </a:r>
            <a:r>
              <a:rPr lang="ja-JP" altLang="en-US" dirty="0">
                <a:solidFill>
                  <a:schemeClr val="bg1"/>
                </a:solidFill>
              </a:rPr>
              <a:t>を超えているので、</a:t>
            </a:r>
            <a:endParaRPr kumimoji="1" lang="ja-JP" altLang="en-US" dirty="0">
              <a:solidFill>
                <a:schemeClr val="bg1"/>
              </a:solidFill>
            </a:endParaRPr>
          </a:p>
        </p:txBody>
      </p:sp>
      <p:sp>
        <p:nvSpPr>
          <p:cNvPr id="26" name="テキスト ボックス 25">
            <a:extLst>
              <a:ext uri="{FF2B5EF4-FFF2-40B4-BE49-F238E27FC236}">
                <a16:creationId xmlns:a16="http://schemas.microsoft.com/office/drawing/2014/main" id="{7DE0D46A-DE52-99B6-8F82-4CCDE5BE4736}"/>
              </a:ext>
            </a:extLst>
          </p:cNvPr>
          <p:cNvSpPr txBox="1"/>
          <p:nvPr/>
        </p:nvSpPr>
        <p:spPr>
          <a:xfrm>
            <a:off x="-99060" y="-2545666"/>
            <a:ext cx="12430760" cy="2554545"/>
          </a:xfrm>
          <a:prstGeom prst="rect">
            <a:avLst/>
          </a:prstGeom>
          <a:noFill/>
        </p:spPr>
        <p:txBody>
          <a:bodyPr wrap="square" rtlCol="0">
            <a:spAutoFit/>
          </a:bodyPr>
          <a:lstStyle/>
          <a:p>
            <a:pPr algn="ctr"/>
            <a:r>
              <a:rPr kumimoji="1" lang="ja-JP" altLang="en-US" sz="8000" b="1" dirty="0">
                <a:solidFill>
                  <a:schemeClr val="bg1"/>
                </a:solidFill>
              </a:rPr>
              <a:t>探究の授業が円滑になった</a:t>
            </a:r>
            <a:r>
              <a:rPr kumimoji="1" lang="ja-JP" altLang="en-US" sz="4000" dirty="0">
                <a:solidFill>
                  <a:schemeClr val="bg1"/>
                </a:solidFill>
              </a:rPr>
              <a:t>と</a:t>
            </a:r>
            <a:r>
              <a:rPr kumimoji="1" lang="ja-JP" altLang="en-US" sz="8000" dirty="0">
                <a:solidFill>
                  <a:schemeClr val="bg1"/>
                </a:solidFill>
              </a:rPr>
              <a:t>言える</a:t>
            </a:r>
          </a:p>
        </p:txBody>
      </p:sp>
    </p:spTree>
    <p:extLst>
      <p:ext uri="{BB962C8B-B14F-4D97-AF65-F5344CB8AC3E}">
        <p14:creationId xmlns:p14="http://schemas.microsoft.com/office/powerpoint/2010/main" val="2276460739"/>
      </p:ext>
    </p:extLst>
  </p:cSld>
  <p:clrMapOvr>
    <a:masterClrMapping/>
  </p:clrMapOvr>
  <mc:AlternateContent xmlns:mc="http://schemas.openxmlformats.org/markup-compatibility/2006" xmlns:p159="http://schemas.microsoft.com/office/powerpoint/2015/09/main">
    <mc:Choice Requires="p159">
      <p:transition spd="slow" advClick="0" advTm="5000">
        <p159:morph option="byObject"/>
      </p:transition>
    </mc:Choice>
    <mc:Fallback xmlns="">
      <p:transition spd="slow" advClick="0" advTm="5000">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2243F-999F-05DC-7461-55C89E68B36B}"/>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C0154B6A-8862-B817-1149-8C1920663156}"/>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C664519F-98B5-E92E-137E-33C990A822F1}"/>
              </a:ext>
            </a:extLst>
          </p:cNvPr>
          <p:cNvSpPr txBox="1"/>
          <p:nvPr/>
        </p:nvSpPr>
        <p:spPr>
          <a:xfrm>
            <a:off x="795984" y="2891488"/>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FF48E536-1641-3578-5395-F280C165FEEC}"/>
              </a:ext>
            </a:extLst>
          </p:cNvPr>
          <p:cNvSpPr txBox="1"/>
          <p:nvPr/>
        </p:nvSpPr>
        <p:spPr>
          <a:xfrm>
            <a:off x="6099380" y="3198633"/>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E59BBD43-3295-FC1A-E60B-B95257939AD7}"/>
              </a:ext>
            </a:extLst>
          </p:cNvPr>
          <p:cNvSpPr txBox="1"/>
          <p:nvPr/>
        </p:nvSpPr>
        <p:spPr>
          <a:xfrm>
            <a:off x="314547" y="3260820"/>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FF1D8680-311F-4F77-0F87-AFB539771210}"/>
              </a:ext>
            </a:extLst>
          </p:cNvPr>
          <p:cNvSpPr txBox="1"/>
          <p:nvPr/>
        </p:nvSpPr>
        <p:spPr>
          <a:xfrm>
            <a:off x="803480" y="2399004"/>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98BF6D70-CBB3-F580-2388-9CA1122BA2BB}"/>
              </a:ext>
            </a:extLst>
          </p:cNvPr>
          <p:cNvSpPr txBox="1"/>
          <p:nvPr/>
        </p:nvSpPr>
        <p:spPr>
          <a:xfrm>
            <a:off x="6096000" y="2399004"/>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17" name="テキスト ボックス 16">
            <a:extLst>
              <a:ext uri="{FF2B5EF4-FFF2-40B4-BE49-F238E27FC236}">
                <a16:creationId xmlns:a16="http://schemas.microsoft.com/office/drawing/2014/main" id="{4B128E2F-C4A2-AB58-2C89-09B41B89C68C}"/>
              </a:ext>
            </a:extLst>
          </p:cNvPr>
          <p:cNvSpPr txBox="1"/>
          <p:nvPr/>
        </p:nvSpPr>
        <p:spPr>
          <a:xfrm>
            <a:off x="2603044" y="4691016"/>
            <a:ext cx="6995658" cy="646331"/>
          </a:xfrm>
          <a:prstGeom prst="rect">
            <a:avLst/>
          </a:prstGeom>
          <a:noFill/>
        </p:spPr>
        <p:txBody>
          <a:bodyPr wrap="square" rtlCol="0">
            <a:spAutoFit/>
          </a:bodyPr>
          <a:lstStyle/>
          <a:p>
            <a:pPr algn="ctr"/>
            <a:r>
              <a:rPr kumimoji="1" lang="ja-JP" altLang="en-US" dirty="0">
                <a:solidFill>
                  <a:schemeClr val="bg1"/>
                </a:solidFill>
              </a:rPr>
              <a:t>ポスター検索システムを使った授業と使ってない授業を行い、</a:t>
            </a:r>
            <a:endParaRPr kumimoji="1" lang="en-US" altLang="ja-JP" dirty="0">
              <a:solidFill>
                <a:schemeClr val="bg1"/>
              </a:solidFill>
            </a:endParaRPr>
          </a:p>
          <a:p>
            <a:pPr algn="ctr"/>
            <a:r>
              <a:rPr kumimoji="1" lang="ja-JP" altLang="en-US" dirty="0">
                <a:solidFill>
                  <a:schemeClr val="bg1"/>
                </a:solidFill>
              </a:rPr>
              <a:t>同じ作業をするのにかかった時間を比較するなど</a:t>
            </a:r>
          </a:p>
        </p:txBody>
      </p:sp>
      <p:sp>
        <p:nvSpPr>
          <p:cNvPr id="19" name="テキスト ボックス 18">
            <a:extLst>
              <a:ext uri="{FF2B5EF4-FFF2-40B4-BE49-F238E27FC236}">
                <a16:creationId xmlns:a16="http://schemas.microsoft.com/office/drawing/2014/main" id="{8887198B-11B9-1E06-63A2-778284729159}"/>
              </a:ext>
            </a:extLst>
          </p:cNvPr>
          <p:cNvSpPr txBox="1"/>
          <p:nvPr/>
        </p:nvSpPr>
        <p:spPr>
          <a:xfrm>
            <a:off x="12269605" y="4877686"/>
            <a:ext cx="6096000" cy="369332"/>
          </a:xfrm>
          <a:prstGeom prst="rect">
            <a:avLst/>
          </a:prstGeom>
          <a:noFill/>
        </p:spPr>
        <p:txBody>
          <a:bodyPr wrap="square" rtlCol="0">
            <a:spAutoFit/>
          </a:bodyPr>
          <a:lstStyle/>
          <a:p>
            <a:pPr algn="ctr"/>
            <a:r>
              <a:rPr lang="en-US" altLang="ja-JP" dirty="0">
                <a:solidFill>
                  <a:schemeClr val="bg1"/>
                </a:solidFill>
              </a:rPr>
              <a:t>17</a:t>
            </a:r>
            <a:r>
              <a:rPr lang="ja-JP" altLang="en-US" dirty="0">
                <a:solidFill>
                  <a:schemeClr val="bg1"/>
                </a:solidFill>
              </a:rPr>
              <a:t>件しか集められなかったが、</a:t>
            </a:r>
            <a:r>
              <a:rPr lang="en-US" altLang="ja-JP" dirty="0">
                <a:solidFill>
                  <a:schemeClr val="bg1"/>
                </a:solidFill>
              </a:rPr>
              <a:t>100</a:t>
            </a:r>
            <a:r>
              <a:rPr lang="ja-JP" altLang="en-US" dirty="0">
                <a:solidFill>
                  <a:schemeClr val="bg1"/>
                </a:solidFill>
              </a:rPr>
              <a:t>件くらい集めたい</a:t>
            </a:r>
            <a:endParaRPr kumimoji="1" lang="ja-JP" altLang="en-US" dirty="0">
              <a:solidFill>
                <a:schemeClr val="bg1"/>
              </a:solidFill>
            </a:endParaRPr>
          </a:p>
        </p:txBody>
      </p:sp>
      <p:sp>
        <p:nvSpPr>
          <p:cNvPr id="22" name="テキスト ボックス 21">
            <a:extLst>
              <a:ext uri="{FF2B5EF4-FFF2-40B4-BE49-F238E27FC236}">
                <a16:creationId xmlns:a16="http://schemas.microsoft.com/office/drawing/2014/main" id="{80B99251-212E-8D54-1826-2310351984A7}"/>
              </a:ext>
            </a:extLst>
          </p:cNvPr>
          <p:cNvSpPr txBox="1"/>
          <p:nvPr/>
        </p:nvSpPr>
        <p:spPr>
          <a:xfrm>
            <a:off x="-10481929"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25" name="テキスト ボックス 24">
            <a:extLst>
              <a:ext uri="{FF2B5EF4-FFF2-40B4-BE49-F238E27FC236}">
                <a16:creationId xmlns:a16="http://schemas.microsoft.com/office/drawing/2014/main" id="{670F82F9-0623-B0F4-A085-58BDF1B7E24C}"/>
              </a:ext>
            </a:extLst>
          </p:cNvPr>
          <p:cNvSpPr txBox="1"/>
          <p:nvPr/>
        </p:nvSpPr>
        <p:spPr>
          <a:xfrm>
            <a:off x="-5233341"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26" name="テキスト ボックス 25">
            <a:extLst>
              <a:ext uri="{FF2B5EF4-FFF2-40B4-BE49-F238E27FC236}">
                <a16:creationId xmlns:a16="http://schemas.microsoft.com/office/drawing/2014/main" id="{7CA3C16C-DE59-5705-78CD-B5F575867F6A}"/>
              </a:ext>
            </a:extLst>
          </p:cNvPr>
          <p:cNvSpPr txBox="1"/>
          <p:nvPr/>
        </p:nvSpPr>
        <p:spPr>
          <a:xfrm>
            <a:off x="-9629573"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4261357208"/>
      </p:ext>
    </p:extLst>
  </p:cSld>
  <p:clrMapOvr>
    <a:masterClrMapping/>
  </p:clrMapOvr>
  <mc:AlternateContent xmlns:mc="http://schemas.openxmlformats.org/markup-compatibility/2006" xmlns:p159="http://schemas.microsoft.com/office/powerpoint/2015/09/main">
    <mc:Choice Requires="p159">
      <p:transition spd="slow" advClick="0" advTm="12000">
        <p159:morph option="byObject"/>
      </p:transition>
    </mc:Choice>
    <mc:Fallback xmlns="">
      <p:transition spd="slow" advClick="0" advTm="12000">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235E6-D1B2-1997-95B3-FDAEB0BAB85D}"/>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DAD931BB-0836-9BA4-8035-4EE7598DB01B}"/>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B7B32C1B-CE74-561A-4F3A-22E94E882EDD}"/>
              </a:ext>
            </a:extLst>
          </p:cNvPr>
          <p:cNvSpPr txBox="1"/>
          <p:nvPr/>
        </p:nvSpPr>
        <p:spPr>
          <a:xfrm>
            <a:off x="795984" y="2136674"/>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6" name="テキスト ボックス 5">
            <a:extLst>
              <a:ext uri="{FF2B5EF4-FFF2-40B4-BE49-F238E27FC236}">
                <a16:creationId xmlns:a16="http://schemas.microsoft.com/office/drawing/2014/main" id="{542F5892-5DFA-D665-99CF-B26A918B4F86}"/>
              </a:ext>
            </a:extLst>
          </p:cNvPr>
          <p:cNvSpPr txBox="1"/>
          <p:nvPr/>
        </p:nvSpPr>
        <p:spPr>
          <a:xfrm>
            <a:off x="6091884"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A263A822-D1EA-53E2-7910-BCA7E79472DD}"/>
              </a:ext>
            </a:extLst>
          </p:cNvPr>
          <p:cNvSpPr txBox="1"/>
          <p:nvPr/>
        </p:nvSpPr>
        <p:spPr>
          <a:xfrm>
            <a:off x="314547" y="2506006"/>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FED1DF80-5B5B-F539-2456-6CEBDE8F3AA7}"/>
              </a:ext>
            </a:extLst>
          </p:cNvPr>
          <p:cNvSpPr txBox="1"/>
          <p:nvPr/>
        </p:nvSpPr>
        <p:spPr>
          <a:xfrm>
            <a:off x="803480" y="1644190"/>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5C55AC7A-66BA-DE10-6D5F-59DF448E5733}"/>
              </a:ext>
            </a:extLst>
          </p:cNvPr>
          <p:cNvSpPr txBox="1"/>
          <p:nvPr/>
        </p:nvSpPr>
        <p:spPr>
          <a:xfrm>
            <a:off x="6096000" y="1644190"/>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7" name="テキスト ボックス 6">
            <a:extLst>
              <a:ext uri="{FF2B5EF4-FFF2-40B4-BE49-F238E27FC236}">
                <a16:creationId xmlns:a16="http://schemas.microsoft.com/office/drawing/2014/main" id="{27370006-3815-04F9-0541-1FC273944162}"/>
              </a:ext>
            </a:extLst>
          </p:cNvPr>
          <p:cNvSpPr txBox="1"/>
          <p:nvPr/>
        </p:nvSpPr>
        <p:spPr>
          <a:xfrm>
            <a:off x="871871"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11" name="テキスト ボックス 10">
            <a:extLst>
              <a:ext uri="{FF2B5EF4-FFF2-40B4-BE49-F238E27FC236}">
                <a16:creationId xmlns:a16="http://schemas.microsoft.com/office/drawing/2014/main" id="{38733A5E-121E-11F0-FDC3-B521E4B3CDC3}"/>
              </a:ext>
            </a:extLst>
          </p:cNvPr>
          <p:cNvSpPr txBox="1"/>
          <p:nvPr/>
        </p:nvSpPr>
        <p:spPr>
          <a:xfrm>
            <a:off x="6099380" y="2436477"/>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18" name="テキスト ボックス 17">
            <a:extLst>
              <a:ext uri="{FF2B5EF4-FFF2-40B4-BE49-F238E27FC236}">
                <a16:creationId xmlns:a16="http://schemas.microsoft.com/office/drawing/2014/main" id="{9BD4B7FF-DBED-69D4-190E-6C73A39E0305}"/>
              </a:ext>
            </a:extLst>
          </p:cNvPr>
          <p:cNvSpPr txBox="1"/>
          <p:nvPr/>
        </p:nvSpPr>
        <p:spPr>
          <a:xfrm>
            <a:off x="14509294" y="4691016"/>
            <a:ext cx="6995658" cy="646331"/>
          </a:xfrm>
          <a:prstGeom prst="rect">
            <a:avLst/>
          </a:prstGeom>
          <a:noFill/>
        </p:spPr>
        <p:txBody>
          <a:bodyPr wrap="square" rtlCol="0">
            <a:spAutoFit/>
          </a:bodyPr>
          <a:lstStyle/>
          <a:p>
            <a:pPr algn="ctr"/>
            <a:r>
              <a:rPr kumimoji="1" lang="ja-JP" altLang="en-US" dirty="0">
                <a:solidFill>
                  <a:schemeClr val="bg1"/>
                </a:solidFill>
              </a:rPr>
              <a:t>ポスター検索システムを使った授業と使ってない授業を行い、</a:t>
            </a:r>
            <a:endParaRPr kumimoji="1" lang="en-US" altLang="ja-JP" dirty="0">
              <a:solidFill>
                <a:schemeClr val="bg1"/>
              </a:solidFill>
            </a:endParaRPr>
          </a:p>
          <a:p>
            <a:pPr algn="ctr"/>
            <a:r>
              <a:rPr kumimoji="1" lang="ja-JP" altLang="en-US" dirty="0">
                <a:solidFill>
                  <a:schemeClr val="bg1"/>
                </a:solidFill>
              </a:rPr>
              <a:t>同じ作業をするのにかかった時間を比較するなど</a:t>
            </a:r>
          </a:p>
        </p:txBody>
      </p:sp>
      <p:sp>
        <p:nvSpPr>
          <p:cNvPr id="21" name="テキスト ボックス 20">
            <a:extLst>
              <a:ext uri="{FF2B5EF4-FFF2-40B4-BE49-F238E27FC236}">
                <a16:creationId xmlns:a16="http://schemas.microsoft.com/office/drawing/2014/main" id="{4DDA00AC-71E4-88E5-2FAE-74134830ECD6}"/>
              </a:ext>
            </a:extLst>
          </p:cNvPr>
          <p:cNvSpPr txBox="1"/>
          <p:nvPr/>
        </p:nvSpPr>
        <p:spPr>
          <a:xfrm>
            <a:off x="-5280966" y="3616919"/>
            <a:ext cx="5224720" cy="369332"/>
          </a:xfrm>
          <a:prstGeom prst="rect">
            <a:avLst/>
          </a:prstGeom>
          <a:noFill/>
        </p:spPr>
        <p:txBody>
          <a:bodyPr wrap="square" rtlCol="0">
            <a:spAutoFit/>
          </a:bodyPr>
          <a:lstStyle/>
          <a:p>
            <a:r>
              <a:rPr lang="ja-JP" altLang="en-US" dirty="0">
                <a:solidFill>
                  <a:schemeClr val="bg1"/>
                </a:solidFill>
              </a:rPr>
              <a:t>→サーバーに移す</a:t>
            </a:r>
            <a:endParaRPr kumimoji="1" lang="ja-JP" altLang="en-US" dirty="0">
              <a:solidFill>
                <a:schemeClr val="bg1"/>
              </a:solidFill>
            </a:endParaRPr>
          </a:p>
        </p:txBody>
      </p:sp>
      <p:sp>
        <p:nvSpPr>
          <p:cNvPr id="22" name="テキスト ボックス 21">
            <a:extLst>
              <a:ext uri="{FF2B5EF4-FFF2-40B4-BE49-F238E27FC236}">
                <a16:creationId xmlns:a16="http://schemas.microsoft.com/office/drawing/2014/main" id="{2C2A8B4E-F629-3AEA-0772-C66B3B62D7F8}"/>
              </a:ext>
            </a:extLst>
          </p:cNvPr>
          <p:cNvSpPr txBox="1"/>
          <p:nvPr/>
        </p:nvSpPr>
        <p:spPr>
          <a:xfrm>
            <a:off x="-9677198" y="4651707"/>
            <a:ext cx="8807456" cy="1200329"/>
          </a:xfrm>
          <a:prstGeom prst="rect">
            <a:avLst/>
          </a:prstGeom>
          <a:noFill/>
        </p:spPr>
        <p:txBody>
          <a:bodyPr wrap="square" rtlCol="0">
            <a:spAutoFit/>
          </a:bodyPr>
          <a:lstStyle/>
          <a:p>
            <a:r>
              <a:rPr kumimoji="1" lang="ja-JP" altLang="en-US" dirty="0">
                <a:solidFill>
                  <a:schemeClr val="bg1"/>
                </a:solidFill>
              </a:rPr>
              <a:t>学校外からでもアクセスできる</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lang="ja-JP" altLang="en-US" dirty="0">
                <a:solidFill>
                  <a:schemeClr val="bg1"/>
                </a:solidFill>
              </a:rPr>
              <a:t>サーバーサイドの処理が使える</a:t>
            </a:r>
            <a:endParaRPr lang="en-US" altLang="ja-JP" dirty="0">
              <a:solidFill>
                <a:schemeClr val="bg1"/>
              </a:solidFill>
            </a:endParaRPr>
          </a:p>
          <a:p>
            <a:r>
              <a:rPr kumimoji="1" lang="ja-JP" altLang="en-US" dirty="0">
                <a:solidFill>
                  <a:schemeClr val="bg1"/>
                </a:solidFill>
              </a:rPr>
              <a:t>・ポスターの追加が劇的に簡単に</a:t>
            </a:r>
            <a:endParaRPr kumimoji="1" lang="en-US" altLang="ja-JP" dirty="0">
              <a:solidFill>
                <a:schemeClr val="bg1"/>
              </a:solidFill>
            </a:endParaRPr>
          </a:p>
          <a:p>
            <a:r>
              <a:rPr kumimoji="1" lang="ja-JP" altLang="en-US" dirty="0">
                <a:solidFill>
                  <a:schemeClr val="bg1"/>
                </a:solidFill>
              </a:rPr>
              <a:t>・コメントなどの機能も実装できる</a:t>
            </a:r>
          </a:p>
        </p:txBody>
      </p:sp>
      <p:sp>
        <p:nvSpPr>
          <p:cNvPr id="23" name="テキスト ボックス 22">
            <a:extLst>
              <a:ext uri="{FF2B5EF4-FFF2-40B4-BE49-F238E27FC236}">
                <a16:creationId xmlns:a16="http://schemas.microsoft.com/office/drawing/2014/main" id="{434EBE04-9CAB-75E0-5CB9-F1F7D20CB28D}"/>
              </a:ext>
            </a:extLst>
          </p:cNvPr>
          <p:cNvSpPr txBox="1"/>
          <p:nvPr/>
        </p:nvSpPr>
        <p:spPr>
          <a:xfrm>
            <a:off x="1695652"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2300189052"/>
      </p:ext>
    </p:extLst>
  </p:cSld>
  <p:clrMapOvr>
    <a:masterClrMapping/>
  </p:clrMapOvr>
  <mc:AlternateContent xmlns:mc="http://schemas.openxmlformats.org/markup-compatibility/2006" xmlns:p159="http://schemas.microsoft.com/office/powerpoint/2015/09/main">
    <mc:Choice Requires="p159">
      <p:transition spd="slow" advClick="0" advTm="6000">
        <p159:morph option="byObject"/>
      </p:transition>
    </mc:Choice>
    <mc:Fallback xmlns="">
      <p:transition spd="slow" advClick="0" advTm="6000">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1CE99-6DE9-341B-AB32-3E7B8D9CE8A1}"/>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664162C0-6E02-BA0C-0950-41C614C71B59}"/>
              </a:ext>
            </a:extLst>
          </p:cNvPr>
          <p:cNvSpPr/>
          <p:nvPr/>
        </p:nvSpPr>
        <p:spPr>
          <a:xfrm>
            <a:off x="-99060" y="-762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542C6393-E610-5935-0319-74679942B553}"/>
              </a:ext>
            </a:extLst>
          </p:cNvPr>
          <p:cNvSpPr txBox="1"/>
          <p:nvPr/>
        </p:nvSpPr>
        <p:spPr>
          <a:xfrm>
            <a:off x="795984" y="2136674"/>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4BD6203B-37AB-4361-CE07-3F496280EA60}"/>
              </a:ext>
            </a:extLst>
          </p:cNvPr>
          <p:cNvSpPr txBox="1"/>
          <p:nvPr/>
        </p:nvSpPr>
        <p:spPr>
          <a:xfrm>
            <a:off x="314547" y="2506006"/>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403F8795-4674-2E0B-6738-7CB3B503F8E0}"/>
              </a:ext>
            </a:extLst>
          </p:cNvPr>
          <p:cNvSpPr txBox="1"/>
          <p:nvPr/>
        </p:nvSpPr>
        <p:spPr>
          <a:xfrm>
            <a:off x="803480" y="1644190"/>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0C0B4480-3399-335D-B89A-E3BCB1892B83}"/>
              </a:ext>
            </a:extLst>
          </p:cNvPr>
          <p:cNvSpPr txBox="1"/>
          <p:nvPr/>
        </p:nvSpPr>
        <p:spPr>
          <a:xfrm>
            <a:off x="6096000" y="1644190"/>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7" name="テキスト ボックス 6">
            <a:extLst>
              <a:ext uri="{FF2B5EF4-FFF2-40B4-BE49-F238E27FC236}">
                <a16:creationId xmlns:a16="http://schemas.microsoft.com/office/drawing/2014/main" id="{BC5FF52A-3696-7387-C549-268BB5EC3189}"/>
              </a:ext>
            </a:extLst>
          </p:cNvPr>
          <p:cNvSpPr txBox="1"/>
          <p:nvPr/>
        </p:nvSpPr>
        <p:spPr>
          <a:xfrm>
            <a:off x="871871"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11" name="テキスト ボックス 10">
            <a:extLst>
              <a:ext uri="{FF2B5EF4-FFF2-40B4-BE49-F238E27FC236}">
                <a16:creationId xmlns:a16="http://schemas.microsoft.com/office/drawing/2014/main" id="{E74D9D42-7228-EFBF-CA17-532F4EC1E70D}"/>
              </a:ext>
            </a:extLst>
          </p:cNvPr>
          <p:cNvSpPr txBox="1"/>
          <p:nvPr/>
        </p:nvSpPr>
        <p:spPr>
          <a:xfrm>
            <a:off x="6099380" y="2436477"/>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F176A5E0-144E-9CB7-7FB0-F99D201AEB7C}"/>
              </a:ext>
            </a:extLst>
          </p:cNvPr>
          <p:cNvSpPr txBox="1"/>
          <p:nvPr/>
        </p:nvSpPr>
        <p:spPr>
          <a:xfrm>
            <a:off x="6091884" y="3616919"/>
            <a:ext cx="5224720" cy="369332"/>
          </a:xfrm>
          <a:prstGeom prst="rect">
            <a:avLst/>
          </a:prstGeom>
          <a:noFill/>
        </p:spPr>
        <p:txBody>
          <a:bodyPr wrap="square" rtlCol="0">
            <a:spAutoFit/>
          </a:bodyPr>
          <a:lstStyle/>
          <a:p>
            <a:r>
              <a:rPr lang="ja-JP" altLang="en-US" dirty="0">
                <a:solidFill>
                  <a:schemeClr val="bg1"/>
                </a:solidFill>
              </a:rPr>
              <a:t>→サーバーに移す</a:t>
            </a:r>
            <a:endParaRPr kumimoji="1" lang="ja-JP" altLang="en-US" dirty="0">
              <a:solidFill>
                <a:schemeClr val="bg1"/>
              </a:solidFill>
            </a:endParaRPr>
          </a:p>
        </p:txBody>
      </p:sp>
      <p:sp>
        <p:nvSpPr>
          <p:cNvPr id="18" name="テキスト ボックス 17">
            <a:extLst>
              <a:ext uri="{FF2B5EF4-FFF2-40B4-BE49-F238E27FC236}">
                <a16:creationId xmlns:a16="http://schemas.microsoft.com/office/drawing/2014/main" id="{19C1FEFF-6DA4-4FE3-438E-73CEB497BCFA}"/>
              </a:ext>
            </a:extLst>
          </p:cNvPr>
          <p:cNvSpPr txBox="1"/>
          <p:nvPr/>
        </p:nvSpPr>
        <p:spPr>
          <a:xfrm>
            <a:off x="6091884"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19" name="テキスト ボックス 18">
            <a:extLst>
              <a:ext uri="{FF2B5EF4-FFF2-40B4-BE49-F238E27FC236}">
                <a16:creationId xmlns:a16="http://schemas.microsoft.com/office/drawing/2014/main" id="{8E6144E8-B5A3-6591-BC4E-B07DE9695EBA}"/>
              </a:ext>
            </a:extLst>
          </p:cNvPr>
          <p:cNvSpPr txBox="1"/>
          <p:nvPr/>
        </p:nvSpPr>
        <p:spPr>
          <a:xfrm>
            <a:off x="1695652"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3832342124"/>
      </p:ext>
    </p:extLst>
  </p:cSld>
  <p:clrMapOvr>
    <a:masterClrMapping/>
  </p:clrMapOvr>
  <mc:AlternateContent xmlns:mc="http://schemas.openxmlformats.org/markup-compatibility/2006" xmlns:p159="http://schemas.microsoft.com/office/powerpoint/2015/09/main">
    <mc:Choice Requires="p159">
      <p:transition spd="slow" advClick="0" advTm="1000">
        <p159:morph option="byObject"/>
      </p:transition>
    </mc:Choice>
    <mc:Fallback xmlns="">
      <p:transition spd="slow" advClick="0" advTm="1000">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8CC2-4F65-B902-1A88-E69086826C01}"/>
            </a:ext>
          </a:extLst>
        </p:cNvPr>
        <p:cNvGrpSpPr/>
        <p:nvPr/>
      </p:nvGrpSpPr>
      <p:grpSpPr>
        <a:xfrm>
          <a:off x="0" y="0"/>
          <a:ext cx="0" cy="0"/>
          <a:chOff x="0" y="0"/>
          <a:chExt cx="0" cy="0"/>
        </a:xfrm>
      </p:grpSpPr>
      <p:sp>
        <p:nvSpPr>
          <p:cNvPr id="10" name="四角形: 角を丸くする 9">
            <a:extLst>
              <a:ext uri="{FF2B5EF4-FFF2-40B4-BE49-F238E27FC236}">
                <a16:creationId xmlns:a16="http://schemas.microsoft.com/office/drawing/2014/main" id="{B2671898-9DBC-89B0-4686-C01E5726CF7C}"/>
              </a:ext>
            </a:extLst>
          </p:cNvPr>
          <p:cNvSpPr/>
          <p:nvPr/>
        </p:nvSpPr>
        <p:spPr>
          <a:xfrm>
            <a:off x="-99060" y="-685801"/>
            <a:ext cx="1515442" cy="517291"/>
          </a:xfrm>
          <a:prstGeom prst="roundRect">
            <a:avLst>
              <a:gd name="adj" fmla="val 8704"/>
            </a:avLst>
          </a:prstGeom>
          <a:no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kumimoji="1" lang="ja-JP" altLang="en-US" dirty="0"/>
              <a:t>結果と展望</a:t>
            </a:r>
          </a:p>
        </p:txBody>
      </p:sp>
      <p:sp>
        <p:nvSpPr>
          <p:cNvPr id="2" name="テキスト ボックス 1">
            <a:extLst>
              <a:ext uri="{FF2B5EF4-FFF2-40B4-BE49-F238E27FC236}">
                <a16:creationId xmlns:a16="http://schemas.microsoft.com/office/drawing/2014/main" id="{BC80C9CE-348B-9B4B-1F22-B83075B7A0F4}"/>
              </a:ext>
            </a:extLst>
          </p:cNvPr>
          <p:cNvSpPr txBox="1"/>
          <p:nvPr/>
        </p:nvSpPr>
        <p:spPr>
          <a:xfrm>
            <a:off x="12740334" y="2231924"/>
            <a:ext cx="5295900" cy="369332"/>
          </a:xfrm>
          <a:prstGeom prst="rect">
            <a:avLst/>
          </a:prstGeom>
          <a:noFill/>
        </p:spPr>
        <p:txBody>
          <a:bodyPr wrap="square" rtlCol="0">
            <a:spAutoFit/>
          </a:bodyPr>
          <a:lstStyle/>
          <a:p>
            <a:pPr algn="r"/>
            <a:r>
              <a:rPr lang="ja-JP" altLang="en-US" dirty="0">
                <a:solidFill>
                  <a:schemeClr val="bg1"/>
                </a:solidFill>
              </a:rPr>
              <a:t>アンケートを取っただけ</a:t>
            </a:r>
            <a:endParaRPr kumimoji="1" lang="ja-JP" altLang="en-US" dirty="0">
              <a:solidFill>
                <a:schemeClr val="bg1"/>
              </a:solidFill>
            </a:endParaRPr>
          </a:p>
        </p:txBody>
      </p:sp>
      <p:sp>
        <p:nvSpPr>
          <p:cNvPr id="3" name="テキスト ボックス 2">
            <a:extLst>
              <a:ext uri="{FF2B5EF4-FFF2-40B4-BE49-F238E27FC236}">
                <a16:creationId xmlns:a16="http://schemas.microsoft.com/office/drawing/2014/main" id="{5070ADE2-5D09-F381-6FD4-1E25D9F1BA79}"/>
              </a:ext>
            </a:extLst>
          </p:cNvPr>
          <p:cNvSpPr txBox="1"/>
          <p:nvPr/>
        </p:nvSpPr>
        <p:spPr>
          <a:xfrm>
            <a:off x="12258897" y="2601256"/>
            <a:ext cx="5781453" cy="646331"/>
          </a:xfrm>
          <a:prstGeom prst="rect">
            <a:avLst/>
          </a:prstGeom>
          <a:noFill/>
        </p:spPr>
        <p:txBody>
          <a:bodyPr wrap="square" rtlCol="0">
            <a:spAutoFit/>
          </a:bodyPr>
          <a:lstStyle/>
          <a:p>
            <a:pPr algn="r"/>
            <a:r>
              <a:rPr lang="ja-JP" altLang="en-US" dirty="0">
                <a:solidFill>
                  <a:schemeClr val="bg1"/>
                </a:solidFill>
              </a:rPr>
              <a:t>仮説の</a:t>
            </a:r>
            <a:r>
              <a:rPr lang="en-US" altLang="ja-JP" dirty="0">
                <a:solidFill>
                  <a:schemeClr val="bg1"/>
                </a:solidFill>
              </a:rPr>
              <a:t>｢UX</a:t>
            </a:r>
            <a:r>
              <a:rPr lang="ja-JP" altLang="en-US" dirty="0">
                <a:solidFill>
                  <a:schemeClr val="bg1"/>
                </a:solidFill>
              </a:rPr>
              <a:t>が良いものを作れば</a:t>
            </a:r>
            <a:r>
              <a:rPr lang="en-US" altLang="ja-JP" dirty="0">
                <a:solidFill>
                  <a:schemeClr val="bg1"/>
                </a:solidFill>
              </a:rPr>
              <a:t>…｣</a:t>
            </a:r>
            <a:r>
              <a:rPr lang="ja-JP" altLang="en-US" dirty="0">
                <a:solidFill>
                  <a:schemeClr val="bg1"/>
                </a:solidFill>
              </a:rPr>
              <a:t>と結果の因果関係を示せていない</a:t>
            </a:r>
            <a:endParaRPr kumimoji="1" lang="ja-JP" altLang="en-US" dirty="0">
              <a:solidFill>
                <a:schemeClr val="bg1"/>
              </a:solidFill>
            </a:endParaRPr>
          </a:p>
        </p:txBody>
      </p:sp>
      <p:sp>
        <p:nvSpPr>
          <p:cNvPr id="14" name="テキスト ボックス 13">
            <a:extLst>
              <a:ext uri="{FF2B5EF4-FFF2-40B4-BE49-F238E27FC236}">
                <a16:creationId xmlns:a16="http://schemas.microsoft.com/office/drawing/2014/main" id="{ACD86208-1A23-75FA-622B-1FF04EAD69FE}"/>
              </a:ext>
            </a:extLst>
          </p:cNvPr>
          <p:cNvSpPr txBox="1"/>
          <p:nvPr/>
        </p:nvSpPr>
        <p:spPr>
          <a:xfrm>
            <a:off x="12747830" y="1834690"/>
            <a:ext cx="5295900" cy="369332"/>
          </a:xfrm>
          <a:prstGeom prst="rect">
            <a:avLst/>
          </a:prstGeom>
          <a:noFill/>
        </p:spPr>
        <p:txBody>
          <a:bodyPr wrap="square" rtlCol="0">
            <a:spAutoFit/>
          </a:bodyPr>
          <a:lstStyle/>
          <a:p>
            <a:pPr algn="r"/>
            <a:r>
              <a:rPr lang="ja-JP" altLang="en-US" dirty="0">
                <a:solidFill>
                  <a:schemeClr val="bg1"/>
                </a:solidFill>
              </a:rPr>
              <a:t>アンケート結果が少ない</a:t>
            </a:r>
            <a:endParaRPr kumimoji="1" lang="ja-JP" altLang="en-US" dirty="0">
              <a:solidFill>
                <a:schemeClr val="bg1"/>
              </a:solidFill>
            </a:endParaRPr>
          </a:p>
        </p:txBody>
      </p:sp>
      <p:sp>
        <p:nvSpPr>
          <p:cNvPr id="15" name="テキスト ボックス 14">
            <a:extLst>
              <a:ext uri="{FF2B5EF4-FFF2-40B4-BE49-F238E27FC236}">
                <a16:creationId xmlns:a16="http://schemas.microsoft.com/office/drawing/2014/main" id="{A262D84F-D939-6159-F805-76FDBA56BD32}"/>
              </a:ext>
            </a:extLst>
          </p:cNvPr>
          <p:cNvSpPr txBox="1"/>
          <p:nvPr/>
        </p:nvSpPr>
        <p:spPr>
          <a:xfrm>
            <a:off x="18040350" y="1834690"/>
            <a:ext cx="4974670" cy="369332"/>
          </a:xfrm>
          <a:prstGeom prst="rect">
            <a:avLst/>
          </a:prstGeom>
          <a:noFill/>
        </p:spPr>
        <p:txBody>
          <a:bodyPr wrap="square" rtlCol="0">
            <a:spAutoFit/>
          </a:bodyPr>
          <a:lstStyle/>
          <a:p>
            <a:r>
              <a:rPr kumimoji="1" lang="ja-JP" altLang="en-US" dirty="0">
                <a:solidFill>
                  <a:schemeClr val="bg1"/>
                </a:solidFill>
              </a:rPr>
              <a:t>→収集方法を改善</a:t>
            </a:r>
          </a:p>
        </p:txBody>
      </p:sp>
      <p:sp>
        <p:nvSpPr>
          <p:cNvPr id="7" name="テキスト ボックス 6">
            <a:extLst>
              <a:ext uri="{FF2B5EF4-FFF2-40B4-BE49-F238E27FC236}">
                <a16:creationId xmlns:a16="http://schemas.microsoft.com/office/drawing/2014/main" id="{9A20026E-7717-9231-E0E2-6E30F0BFF9AB}"/>
              </a:ext>
            </a:extLst>
          </p:cNvPr>
          <p:cNvSpPr txBox="1"/>
          <p:nvPr/>
        </p:nvSpPr>
        <p:spPr>
          <a:xfrm>
            <a:off x="12816221" y="3247587"/>
            <a:ext cx="5224720" cy="369332"/>
          </a:xfrm>
          <a:prstGeom prst="rect">
            <a:avLst/>
          </a:prstGeom>
          <a:noFill/>
        </p:spPr>
        <p:txBody>
          <a:bodyPr wrap="square" rtlCol="0">
            <a:spAutoFit/>
          </a:bodyPr>
          <a:lstStyle/>
          <a:p>
            <a:pPr algn="r"/>
            <a:r>
              <a:rPr kumimoji="1" lang="ja-JP" altLang="en-US" dirty="0">
                <a:solidFill>
                  <a:schemeClr val="bg1"/>
                </a:solidFill>
              </a:rPr>
              <a:t>機能が不十分</a:t>
            </a:r>
          </a:p>
        </p:txBody>
      </p:sp>
      <p:sp>
        <p:nvSpPr>
          <p:cNvPr id="11" name="テキスト ボックス 10">
            <a:extLst>
              <a:ext uri="{FF2B5EF4-FFF2-40B4-BE49-F238E27FC236}">
                <a16:creationId xmlns:a16="http://schemas.microsoft.com/office/drawing/2014/main" id="{29EB0900-2590-C98E-A48C-085B8CC945E2}"/>
              </a:ext>
            </a:extLst>
          </p:cNvPr>
          <p:cNvSpPr txBox="1"/>
          <p:nvPr/>
        </p:nvSpPr>
        <p:spPr>
          <a:xfrm>
            <a:off x="18043730" y="2531727"/>
            <a:ext cx="5224720" cy="369332"/>
          </a:xfrm>
          <a:prstGeom prst="rect">
            <a:avLst/>
          </a:prstGeom>
          <a:noFill/>
        </p:spPr>
        <p:txBody>
          <a:bodyPr wrap="square" rtlCol="0">
            <a:spAutoFit/>
          </a:bodyPr>
          <a:lstStyle/>
          <a:p>
            <a:r>
              <a:rPr lang="ja-JP" altLang="en-US" dirty="0">
                <a:solidFill>
                  <a:schemeClr val="bg1"/>
                </a:solidFill>
              </a:rPr>
              <a:t>→実際に比較する必要がある</a:t>
            </a:r>
            <a:endParaRPr kumimoji="1" lang="ja-JP" altLang="en-US" dirty="0">
              <a:solidFill>
                <a:schemeClr val="bg1"/>
              </a:solidFill>
            </a:endParaRPr>
          </a:p>
        </p:txBody>
      </p:sp>
      <p:sp>
        <p:nvSpPr>
          <p:cNvPr id="12" name="テキスト ボックス 11">
            <a:extLst>
              <a:ext uri="{FF2B5EF4-FFF2-40B4-BE49-F238E27FC236}">
                <a16:creationId xmlns:a16="http://schemas.microsoft.com/office/drawing/2014/main" id="{FB199822-EDCA-01AE-D2FB-EAACC09BA239}"/>
              </a:ext>
            </a:extLst>
          </p:cNvPr>
          <p:cNvSpPr txBox="1"/>
          <p:nvPr/>
        </p:nvSpPr>
        <p:spPr>
          <a:xfrm>
            <a:off x="18036234" y="3616919"/>
            <a:ext cx="5224720" cy="369332"/>
          </a:xfrm>
          <a:prstGeom prst="rect">
            <a:avLst/>
          </a:prstGeom>
          <a:noFill/>
        </p:spPr>
        <p:txBody>
          <a:bodyPr wrap="square" rtlCol="0">
            <a:spAutoFit/>
          </a:bodyPr>
          <a:lstStyle/>
          <a:p>
            <a:r>
              <a:rPr lang="ja-JP" altLang="en-US" dirty="0">
                <a:solidFill>
                  <a:schemeClr val="bg1"/>
                </a:solidFill>
              </a:rPr>
              <a:t>→サーバーに移す</a:t>
            </a:r>
            <a:endParaRPr kumimoji="1" lang="ja-JP" altLang="en-US" dirty="0">
              <a:solidFill>
                <a:schemeClr val="bg1"/>
              </a:solidFill>
            </a:endParaRPr>
          </a:p>
        </p:txBody>
      </p:sp>
      <p:sp>
        <p:nvSpPr>
          <p:cNvPr id="4" name="テキスト ボックス 3">
            <a:extLst>
              <a:ext uri="{FF2B5EF4-FFF2-40B4-BE49-F238E27FC236}">
                <a16:creationId xmlns:a16="http://schemas.microsoft.com/office/drawing/2014/main" id="{144DE488-2674-BE6F-B754-81299F7F187E}"/>
              </a:ext>
            </a:extLst>
          </p:cNvPr>
          <p:cNvSpPr txBox="1"/>
          <p:nvPr/>
        </p:nvSpPr>
        <p:spPr>
          <a:xfrm>
            <a:off x="18055284" y="3247862"/>
            <a:ext cx="5224720" cy="369332"/>
          </a:xfrm>
          <a:prstGeom prst="rect">
            <a:avLst/>
          </a:prstGeom>
          <a:noFill/>
        </p:spPr>
        <p:txBody>
          <a:bodyPr wrap="square" rtlCol="0">
            <a:spAutoFit/>
          </a:bodyPr>
          <a:lstStyle/>
          <a:p>
            <a:r>
              <a:rPr lang="ja-JP" altLang="en-US" dirty="0">
                <a:solidFill>
                  <a:schemeClr val="bg1"/>
                </a:solidFill>
              </a:rPr>
              <a:t>→以下の機能を作りたい</a:t>
            </a:r>
            <a:endParaRPr kumimoji="1" lang="ja-JP" altLang="en-US" dirty="0">
              <a:solidFill>
                <a:schemeClr val="bg1"/>
              </a:solidFill>
            </a:endParaRPr>
          </a:p>
        </p:txBody>
      </p:sp>
      <p:sp>
        <p:nvSpPr>
          <p:cNvPr id="5" name="テキスト ボックス 4">
            <a:extLst>
              <a:ext uri="{FF2B5EF4-FFF2-40B4-BE49-F238E27FC236}">
                <a16:creationId xmlns:a16="http://schemas.microsoft.com/office/drawing/2014/main" id="{1A714AAF-EF43-47B4-4459-DE76A905BFE4}"/>
              </a:ext>
            </a:extLst>
          </p:cNvPr>
          <p:cNvSpPr txBox="1"/>
          <p:nvPr/>
        </p:nvSpPr>
        <p:spPr>
          <a:xfrm>
            <a:off x="13659052" y="4651707"/>
            <a:ext cx="8807456" cy="1200329"/>
          </a:xfrm>
          <a:prstGeom prst="rect">
            <a:avLst/>
          </a:prstGeom>
          <a:noFill/>
        </p:spPr>
        <p:txBody>
          <a:bodyPr wrap="square" rtlCol="0">
            <a:spAutoFit/>
          </a:bodyPr>
          <a:lstStyle/>
          <a:p>
            <a:r>
              <a:rPr kumimoji="1" lang="ja-JP" altLang="en-US" dirty="0">
                <a:solidFill>
                  <a:schemeClr val="bg1"/>
                </a:solidFill>
              </a:rPr>
              <a:t>・学校外からのアクセス</a:t>
            </a:r>
            <a:r>
              <a:rPr kumimoji="1" lang="en-US" altLang="ja-JP" dirty="0">
                <a:solidFill>
                  <a:schemeClr val="bg1"/>
                </a:solidFill>
              </a:rPr>
              <a:t>(</a:t>
            </a:r>
            <a:r>
              <a:rPr kumimoji="1" lang="ja-JP" altLang="en-US" dirty="0">
                <a:solidFill>
                  <a:schemeClr val="bg1"/>
                </a:solidFill>
              </a:rPr>
              <a:t>セキュリティー</a:t>
            </a:r>
            <a:r>
              <a:rPr lang="ja-JP" altLang="en-US" dirty="0">
                <a:solidFill>
                  <a:schemeClr val="bg1"/>
                </a:solidFill>
              </a:rPr>
              <a:t>的に</a:t>
            </a:r>
            <a:r>
              <a:rPr kumimoji="1" lang="ja-JP" altLang="en-US" dirty="0">
                <a:solidFill>
                  <a:schemeClr val="bg1"/>
                </a:solidFill>
              </a:rPr>
              <a:t>用検討</a:t>
            </a:r>
            <a:r>
              <a:rPr kumimoji="1" lang="en-US" altLang="ja-JP" dirty="0">
                <a:solidFill>
                  <a:schemeClr val="bg1"/>
                </a:solidFill>
              </a:rPr>
              <a:t>)</a:t>
            </a:r>
          </a:p>
          <a:p>
            <a:r>
              <a:rPr kumimoji="1" lang="ja-JP" altLang="en-US" dirty="0">
                <a:solidFill>
                  <a:schemeClr val="bg1"/>
                </a:solidFill>
              </a:rPr>
              <a:t>・ドラッグアンドドロップでのポスター追加</a:t>
            </a:r>
            <a:endParaRPr kumimoji="1" lang="en-US" altLang="ja-JP" dirty="0">
              <a:solidFill>
                <a:schemeClr val="bg1"/>
              </a:solidFill>
            </a:endParaRPr>
          </a:p>
          <a:p>
            <a:r>
              <a:rPr kumimoji="1" lang="ja-JP" altLang="en-US" dirty="0">
                <a:solidFill>
                  <a:schemeClr val="bg1"/>
                </a:solidFill>
              </a:rPr>
              <a:t>・コメント機能</a:t>
            </a:r>
            <a:endParaRPr kumimoji="1" lang="en-US" altLang="ja-JP" dirty="0">
              <a:solidFill>
                <a:schemeClr val="bg1"/>
              </a:solidFill>
            </a:endParaRPr>
          </a:p>
          <a:p>
            <a:r>
              <a:rPr lang="ja-JP" altLang="en-US" dirty="0">
                <a:solidFill>
                  <a:schemeClr val="bg1"/>
                </a:solidFill>
              </a:rPr>
              <a:t>　など</a:t>
            </a:r>
            <a:endParaRPr kumimoji="1" lang="ja-JP" altLang="en-US" dirty="0">
              <a:solidFill>
                <a:schemeClr val="bg1"/>
              </a:solidFill>
            </a:endParaRPr>
          </a:p>
        </p:txBody>
      </p:sp>
    </p:spTree>
    <p:extLst>
      <p:ext uri="{BB962C8B-B14F-4D97-AF65-F5344CB8AC3E}">
        <p14:creationId xmlns:p14="http://schemas.microsoft.com/office/powerpoint/2010/main" val="630712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023AA-1317-879A-9024-E4313B917E08}"/>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76432521-CCDF-90FC-FE62-FAC1931B0B3F}"/>
              </a:ext>
            </a:extLst>
          </p:cNvPr>
          <p:cNvSpPr txBox="1"/>
          <p:nvPr/>
        </p:nvSpPr>
        <p:spPr>
          <a:xfrm>
            <a:off x="1249135" y="2414877"/>
            <a:ext cx="9693730" cy="2031325"/>
          </a:xfrm>
          <a:prstGeom prst="rect">
            <a:avLst/>
          </a:prstGeom>
          <a:noFill/>
        </p:spPr>
        <p:txBody>
          <a:bodyPr wrap="square" rtlCol="0">
            <a:spAutoFit/>
          </a:bodyPr>
          <a:lstStyle/>
          <a:p>
            <a:r>
              <a:rPr lang="en-US" altLang="ja-JP" dirty="0">
                <a:solidFill>
                  <a:schemeClr val="bg1"/>
                </a:solidFill>
              </a:rPr>
              <a:t>【</a:t>
            </a:r>
            <a:r>
              <a:rPr lang="ja-JP" altLang="en-US" dirty="0">
                <a:solidFill>
                  <a:schemeClr val="bg1"/>
                </a:solidFill>
              </a:rPr>
              <a:t>参考文献</a:t>
            </a:r>
            <a:r>
              <a:rPr lang="en-US" altLang="ja-JP" dirty="0">
                <a:solidFill>
                  <a:schemeClr val="bg1"/>
                </a:solidFill>
              </a:rPr>
              <a:t>】</a:t>
            </a:r>
          </a:p>
          <a:p>
            <a:endParaRPr lang="en-US" altLang="ja-JP" dirty="0">
              <a:solidFill>
                <a:schemeClr val="bg1"/>
              </a:solidFill>
            </a:endParaRPr>
          </a:p>
          <a:p>
            <a:endParaRPr lang="en-US" altLang="ja-JP" dirty="0">
              <a:solidFill>
                <a:schemeClr val="bg1"/>
              </a:solidFill>
            </a:endParaRPr>
          </a:p>
          <a:p>
            <a:r>
              <a:rPr kumimoji="1" lang="ja-JP" altLang="en-US" dirty="0">
                <a:solidFill>
                  <a:schemeClr val="bg1"/>
                </a:solidFill>
              </a:rPr>
              <a:t>　</a:t>
            </a:r>
            <a:r>
              <a:rPr kumimoji="1" lang="en-US" altLang="ja-JP" dirty="0">
                <a:solidFill>
                  <a:schemeClr val="bg1"/>
                </a:solidFill>
              </a:rPr>
              <a:t>Mozilla</a:t>
            </a:r>
            <a:r>
              <a:rPr lang="ja-JP" altLang="en-US" dirty="0">
                <a:solidFill>
                  <a:schemeClr val="bg1"/>
                </a:solidFill>
              </a:rPr>
              <a:t>　</a:t>
            </a:r>
            <a:r>
              <a:rPr kumimoji="1" lang="ja-JP" altLang="en-US" dirty="0">
                <a:solidFill>
                  <a:schemeClr val="bg1"/>
                </a:solidFill>
              </a:rPr>
              <a:t>「</a:t>
            </a:r>
            <a:r>
              <a:rPr kumimoji="1" lang="en-US" altLang="ja-JP" dirty="0">
                <a:solidFill>
                  <a:schemeClr val="bg1"/>
                </a:solidFill>
              </a:rPr>
              <a:t>MDN Web docs｣</a:t>
            </a:r>
            <a:r>
              <a:rPr lang="ja-JP" altLang="en-US" dirty="0">
                <a:solidFill>
                  <a:schemeClr val="bg1"/>
                </a:solidFill>
              </a:rPr>
              <a:t>　</a:t>
            </a:r>
            <a:r>
              <a:rPr kumimoji="1" lang="en-US" altLang="ja-JP" dirty="0">
                <a:solidFill>
                  <a:schemeClr val="bg1"/>
                </a:solidFill>
              </a:rPr>
              <a:t>https://developer.mozilla.org/ja/</a:t>
            </a:r>
          </a:p>
          <a:p>
            <a:endParaRPr kumimoji="1" lang="en-US" altLang="ja-JP" dirty="0">
              <a:solidFill>
                <a:schemeClr val="bg1"/>
              </a:solidFill>
            </a:endParaRPr>
          </a:p>
          <a:p>
            <a:r>
              <a:rPr lang="ja-JP" altLang="en-US" dirty="0">
                <a:solidFill>
                  <a:schemeClr val="bg1"/>
                </a:solidFill>
              </a:rPr>
              <a:t>　兵庫県立三田祥雲館高等学校数学･情報講座 </a:t>
            </a:r>
            <a:r>
              <a:rPr lang="en-US" altLang="ja-JP" dirty="0">
                <a:solidFill>
                  <a:schemeClr val="bg1"/>
                </a:solidFill>
              </a:rPr>
              <a:t>20</a:t>
            </a:r>
            <a:r>
              <a:rPr lang="ja-JP" altLang="en-US" dirty="0">
                <a:solidFill>
                  <a:schemeClr val="bg1"/>
                </a:solidFill>
              </a:rPr>
              <a:t>回生 岡本優奈 山岸由芽 若林かなで</a:t>
            </a:r>
            <a:endParaRPr lang="en-US" altLang="ja-JP" dirty="0">
              <a:solidFill>
                <a:schemeClr val="bg1"/>
              </a:solidFill>
            </a:endParaRPr>
          </a:p>
          <a:p>
            <a:r>
              <a:rPr lang="en-US" altLang="ja-JP" dirty="0">
                <a:solidFill>
                  <a:schemeClr val="bg1"/>
                </a:solidFill>
              </a:rPr>
              <a:t>			｢</a:t>
            </a:r>
            <a:r>
              <a:rPr lang="ja-JP" altLang="en-US" dirty="0">
                <a:solidFill>
                  <a:schemeClr val="bg1"/>
                </a:solidFill>
              </a:rPr>
              <a:t>祥雲館のポスター検索システム～探究でお困りのあなたへ～」</a:t>
            </a:r>
            <a:endParaRPr kumimoji="1" lang="ja-JP" altLang="en-US" dirty="0">
              <a:solidFill>
                <a:schemeClr val="bg1"/>
              </a:solidFill>
            </a:endParaRPr>
          </a:p>
        </p:txBody>
      </p:sp>
    </p:spTree>
    <p:extLst>
      <p:ext uri="{BB962C8B-B14F-4D97-AF65-F5344CB8AC3E}">
        <p14:creationId xmlns:p14="http://schemas.microsoft.com/office/powerpoint/2010/main" val="2299684426"/>
      </p:ext>
    </p:extLst>
  </p:cSld>
  <p:clrMapOvr>
    <a:masterClrMapping/>
  </p:clrMapOvr>
  <mc:AlternateContent xmlns:mc="http://schemas.openxmlformats.org/markup-compatibility/2006" xmlns:p159="http://schemas.microsoft.com/office/powerpoint/2015/09/main">
    <mc:Choice Requires="p159">
      <p:transition spd="slow" advClick="0" advTm="3000">
        <p159:morph option="byObject"/>
      </p:transition>
    </mc:Choice>
    <mc:Fallback xmlns="">
      <p:transition spd="slow" advClick="0" advTm="3000">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FB1F6-9A63-C71E-9B02-D67FC4F3933D}"/>
            </a:ext>
          </a:extLst>
        </p:cNvPr>
        <p:cNvGrpSpPr/>
        <p:nvPr/>
      </p:nvGrpSpPr>
      <p:grpSpPr>
        <a:xfrm>
          <a:off x="0" y="0"/>
          <a:ext cx="0" cy="0"/>
          <a:chOff x="0" y="0"/>
          <a:chExt cx="0" cy="0"/>
        </a:xfrm>
      </p:grpSpPr>
    </p:spTree>
    <p:extLst>
      <p:ext uri="{BB962C8B-B14F-4D97-AF65-F5344CB8AC3E}">
        <p14:creationId xmlns:p14="http://schemas.microsoft.com/office/powerpoint/2010/main" val="1275623211"/>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TM03457515[[fn=ビュー]]</Template>
  <TotalTime>4523</TotalTime>
  <Words>15385</Words>
  <Application>Microsoft Office PowerPoint</Application>
  <PresentationFormat>ワイド画面</PresentationFormat>
  <Paragraphs>3466</Paragraphs>
  <Slides>72</Slides>
  <Notes>72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72</vt:i4>
      </vt:variant>
    </vt:vector>
  </HeadingPairs>
  <TitlesOfParts>
    <vt:vector size="77" baseType="lpstr">
      <vt:lpstr>HG創英角ﾎﾟｯﾌﾟ体</vt:lpstr>
      <vt:lpstr>游ゴシック</vt:lpstr>
      <vt:lpstr>游ゴシック Light</vt:lpstr>
      <vt:lpstr>Arial</vt:lpstr>
      <vt:lpstr>Office テーマ</vt:lpstr>
      <vt:lpstr>Shoun Poster Finder</vt:lpstr>
      <vt:lpstr>Shoun Poster Finder</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totoka 3710</dc:creator>
  <cp:lastModifiedBy>totoka 3710</cp:lastModifiedBy>
  <cp:revision>1</cp:revision>
  <dcterms:created xsi:type="dcterms:W3CDTF">2025-09-11T02:12:34Z</dcterms:created>
  <dcterms:modified xsi:type="dcterms:W3CDTF">2025-09-28T13:39:47Z</dcterms:modified>
  <cp:contentStatus/>
</cp:coreProperties>
</file>